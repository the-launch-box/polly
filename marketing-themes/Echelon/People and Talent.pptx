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3"/>
  </p:sldMasterIdLst>
  <p:notesMasterIdLst>
    <p:notesMasterId r:id="rId12"/>
  </p:notesMasterIdLst>
  <p:sldIdLst>
    <p:sldId id="914" r:id="rId4"/>
    <p:sldId id="2134805021" r:id="rId5"/>
    <p:sldId id="2134805023" r:id="rId6"/>
    <p:sldId id="258" r:id="rId7"/>
    <p:sldId id="898" r:id="rId8"/>
    <p:sldId id="915" r:id="rId9"/>
    <p:sldId id="916" r:id="rId10"/>
    <p:sldId id="25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813FBB-C3D9-484F-BBD1-C6E4EAC8D2D3}" v="5" dt="2022-12-08T14:36:56.5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243"/>
    <p:restoredTop sz="96327"/>
  </p:normalViewPr>
  <p:slideViewPr>
    <p:cSldViewPr snapToGrid="0" snapToObjects="1">
      <p:cViewPr varScale="1">
        <p:scale>
          <a:sx n="67" d="100"/>
          <a:sy n="67" d="100"/>
        </p:scale>
        <p:origin x="48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customXml" Target="../customXml/item3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go Ancira" userId="a7460353-ce2d-494e-b4f8-b832d75cfe7f" providerId="ADAL" clId="{D1813FBB-C3D9-484F-BBD1-C6E4EAC8D2D3}"/>
    <pc:docChg chg="undo custSel addSld delSld modSld sldOrd">
      <pc:chgData name="Diego Ancira" userId="a7460353-ce2d-494e-b4f8-b832d75cfe7f" providerId="ADAL" clId="{D1813FBB-C3D9-484F-BBD1-C6E4EAC8D2D3}" dt="2022-12-08T14:37:28.628" v="352" actId="47"/>
      <pc:docMkLst>
        <pc:docMk/>
      </pc:docMkLst>
      <pc:sldChg chg="del">
        <pc:chgData name="Diego Ancira" userId="a7460353-ce2d-494e-b4f8-b832d75cfe7f" providerId="ADAL" clId="{D1813FBB-C3D9-484F-BBD1-C6E4EAC8D2D3}" dt="2022-12-08T14:27:19.555" v="209" actId="47"/>
        <pc:sldMkLst>
          <pc:docMk/>
          <pc:sldMk cId="662418245" sldId="256"/>
        </pc:sldMkLst>
      </pc:sldChg>
      <pc:sldChg chg="del">
        <pc:chgData name="Diego Ancira" userId="a7460353-ce2d-494e-b4f8-b832d75cfe7f" providerId="ADAL" clId="{D1813FBB-C3D9-484F-BBD1-C6E4EAC8D2D3}" dt="2022-12-08T14:37:23.490" v="350" actId="47"/>
        <pc:sldMkLst>
          <pc:docMk/>
          <pc:sldMk cId="683243578" sldId="257"/>
        </pc:sldMkLst>
      </pc:sldChg>
      <pc:sldChg chg="addSp delSp modSp mod ord">
        <pc:chgData name="Diego Ancira" userId="a7460353-ce2d-494e-b4f8-b832d75cfe7f" providerId="ADAL" clId="{D1813FBB-C3D9-484F-BBD1-C6E4EAC8D2D3}" dt="2022-12-08T14:28:29.746" v="242" actId="27636"/>
        <pc:sldMkLst>
          <pc:docMk/>
          <pc:sldMk cId="1509752756" sldId="258"/>
        </pc:sldMkLst>
        <pc:spChg chg="add del mod">
          <ac:chgData name="Diego Ancira" userId="a7460353-ce2d-494e-b4f8-b832d75cfe7f" providerId="ADAL" clId="{D1813FBB-C3D9-484F-BBD1-C6E4EAC8D2D3}" dt="2022-12-08T14:24:39.206" v="155" actId="478"/>
          <ac:spMkLst>
            <pc:docMk/>
            <pc:sldMk cId="1509752756" sldId="258"/>
            <ac:spMk id="4" creationId="{E3A54068-1B8D-0EDD-9D24-C1B89EC7F0A0}"/>
          </ac:spMkLst>
        </pc:spChg>
        <pc:spChg chg="del mod">
          <ac:chgData name="Diego Ancira" userId="a7460353-ce2d-494e-b4f8-b832d75cfe7f" providerId="ADAL" clId="{D1813FBB-C3D9-484F-BBD1-C6E4EAC8D2D3}" dt="2022-12-08T14:24:37.836" v="153" actId="478"/>
          <ac:spMkLst>
            <pc:docMk/>
            <pc:sldMk cId="1509752756" sldId="258"/>
            <ac:spMk id="6" creationId="{C1EA1002-7B5B-2D43-B030-CE317EDE88AE}"/>
          </ac:spMkLst>
        </pc:spChg>
        <pc:spChg chg="mod">
          <ac:chgData name="Diego Ancira" userId="a7460353-ce2d-494e-b4f8-b832d75cfe7f" providerId="ADAL" clId="{D1813FBB-C3D9-484F-BBD1-C6E4EAC8D2D3}" dt="2022-12-08T14:28:29.746" v="242" actId="27636"/>
          <ac:spMkLst>
            <pc:docMk/>
            <pc:sldMk cId="1509752756" sldId="258"/>
            <ac:spMk id="7" creationId="{14B49115-7147-8E49-938D-7B25139FECE8}"/>
          </ac:spMkLst>
        </pc:spChg>
      </pc:sldChg>
      <pc:sldChg chg="addSp delSp modSp mod ord">
        <pc:chgData name="Diego Ancira" userId="a7460353-ce2d-494e-b4f8-b832d75cfe7f" providerId="ADAL" clId="{D1813FBB-C3D9-484F-BBD1-C6E4EAC8D2D3}" dt="2022-12-08T14:34:13.795" v="295" actId="13926"/>
        <pc:sldMkLst>
          <pc:docMk/>
          <pc:sldMk cId="1366012550" sldId="259"/>
        </pc:sldMkLst>
        <pc:spChg chg="del">
          <ac:chgData name="Diego Ancira" userId="a7460353-ce2d-494e-b4f8-b832d75cfe7f" providerId="ADAL" clId="{D1813FBB-C3D9-484F-BBD1-C6E4EAC8D2D3}" dt="2022-12-08T14:30:37.455" v="259" actId="478"/>
          <ac:spMkLst>
            <pc:docMk/>
            <pc:sldMk cId="1366012550" sldId="259"/>
            <ac:spMk id="3" creationId="{4C583528-5F70-794D-8B5A-41EA676CF826}"/>
          </ac:spMkLst>
        </pc:spChg>
        <pc:spChg chg="mod">
          <ac:chgData name="Diego Ancira" userId="a7460353-ce2d-494e-b4f8-b832d75cfe7f" providerId="ADAL" clId="{D1813FBB-C3D9-484F-BBD1-C6E4EAC8D2D3}" dt="2022-12-08T14:34:13.795" v="295" actId="13926"/>
          <ac:spMkLst>
            <pc:docMk/>
            <pc:sldMk cId="1366012550" sldId="259"/>
            <ac:spMk id="6" creationId="{C1EA1002-7B5B-2D43-B030-CE317EDE88AE}"/>
          </ac:spMkLst>
        </pc:spChg>
        <pc:spChg chg="mod">
          <ac:chgData name="Diego Ancira" userId="a7460353-ce2d-494e-b4f8-b832d75cfe7f" providerId="ADAL" clId="{D1813FBB-C3D9-484F-BBD1-C6E4EAC8D2D3}" dt="2022-12-08T14:32:46.829" v="287" actId="20577"/>
          <ac:spMkLst>
            <pc:docMk/>
            <pc:sldMk cId="1366012550" sldId="259"/>
            <ac:spMk id="7" creationId="{14B49115-7147-8E49-938D-7B25139FECE8}"/>
          </ac:spMkLst>
        </pc:spChg>
        <pc:spChg chg="add del mod">
          <ac:chgData name="Diego Ancira" userId="a7460353-ce2d-494e-b4f8-b832d75cfe7f" providerId="ADAL" clId="{D1813FBB-C3D9-484F-BBD1-C6E4EAC8D2D3}" dt="2022-12-08T14:30:39.254" v="260" actId="478"/>
          <ac:spMkLst>
            <pc:docMk/>
            <pc:sldMk cId="1366012550" sldId="259"/>
            <ac:spMk id="8" creationId="{51C6AC9D-6894-FBD0-7546-674697D85914}"/>
          </ac:spMkLst>
        </pc:spChg>
      </pc:sldChg>
      <pc:sldChg chg="del">
        <pc:chgData name="Diego Ancira" userId="a7460353-ce2d-494e-b4f8-b832d75cfe7f" providerId="ADAL" clId="{D1813FBB-C3D9-484F-BBD1-C6E4EAC8D2D3}" dt="2022-12-08T14:37:24.045" v="351" actId="47"/>
        <pc:sldMkLst>
          <pc:docMk/>
          <pc:sldMk cId="3277746074" sldId="260"/>
        </pc:sldMkLst>
      </pc:sldChg>
      <pc:sldChg chg="del">
        <pc:chgData name="Diego Ancira" userId="a7460353-ce2d-494e-b4f8-b832d75cfe7f" providerId="ADAL" clId="{D1813FBB-C3D9-484F-BBD1-C6E4EAC8D2D3}" dt="2022-12-08T14:37:28.628" v="352" actId="47"/>
        <pc:sldMkLst>
          <pc:docMk/>
          <pc:sldMk cId="4115292689" sldId="261"/>
        </pc:sldMkLst>
      </pc:sldChg>
      <pc:sldChg chg="del">
        <pc:chgData name="Diego Ancira" userId="a7460353-ce2d-494e-b4f8-b832d75cfe7f" providerId="ADAL" clId="{D1813FBB-C3D9-484F-BBD1-C6E4EAC8D2D3}" dt="2022-12-08T14:37:28.628" v="352" actId="47"/>
        <pc:sldMkLst>
          <pc:docMk/>
          <pc:sldMk cId="3223307375" sldId="262"/>
        </pc:sldMkLst>
      </pc:sldChg>
      <pc:sldChg chg="del">
        <pc:chgData name="Diego Ancira" userId="a7460353-ce2d-494e-b4f8-b832d75cfe7f" providerId="ADAL" clId="{D1813FBB-C3D9-484F-BBD1-C6E4EAC8D2D3}" dt="2022-12-08T14:37:28.628" v="352" actId="47"/>
        <pc:sldMkLst>
          <pc:docMk/>
          <pc:sldMk cId="1883314452" sldId="263"/>
        </pc:sldMkLst>
      </pc:sldChg>
      <pc:sldChg chg="del">
        <pc:chgData name="Diego Ancira" userId="a7460353-ce2d-494e-b4f8-b832d75cfe7f" providerId="ADAL" clId="{D1813FBB-C3D9-484F-BBD1-C6E4EAC8D2D3}" dt="2022-12-08T14:27:18.982" v="208" actId="47"/>
        <pc:sldMkLst>
          <pc:docMk/>
          <pc:sldMk cId="469634090" sldId="264"/>
        </pc:sldMkLst>
      </pc:sldChg>
      <pc:sldChg chg="del">
        <pc:chgData name="Diego Ancira" userId="a7460353-ce2d-494e-b4f8-b832d75cfe7f" providerId="ADAL" clId="{D1813FBB-C3D9-484F-BBD1-C6E4EAC8D2D3}" dt="2022-12-08T14:37:28.628" v="352" actId="47"/>
        <pc:sldMkLst>
          <pc:docMk/>
          <pc:sldMk cId="1028688266" sldId="266"/>
        </pc:sldMkLst>
      </pc:sldChg>
      <pc:sldChg chg="del">
        <pc:chgData name="Diego Ancira" userId="a7460353-ce2d-494e-b4f8-b832d75cfe7f" providerId="ADAL" clId="{D1813FBB-C3D9-484F-BBD1-C6E4EAC8D2D3}" dt="2022-12-08T14:37:28.628" v="352" actId="47"/>
        <pc:sldMkLst>
          <pc:docMk/>
          <pc:sldMk cId="1405403724" sldId="268"/>
        </pc:sldMkLst>
      </pc:sldChg>
      <pc:sldChg chg="modSp mod ord">
        <pc:chgData name="Diego Ancira" userId="a7460353-ce2d-494e-b4f8-b832d75cfe7f" providerId="ADAL" clId="{D1813FBB-C3D9-484F-BBD1-C6E4EAC8D2D3}" dt="2022-12-08T14:26:00.068" v="196" actId="27636"/>
        <pc:sldMkLst>
          <pc:docMk/>
          <pc:sldMk cId="3867880624" sldId="898"/>
        </pc:sldMkLst>
        <pc:spChg chg="mod">
          <ac:chgData name="Diego Ancira" userId="a7460353-ce2d-494e-b4f8-b832d75cfe7f" providerId="ADAL" clId="{D1813FBB-C3D9-484F-BBD1-C6E4EAC8D2D3}" dt="2022-12-08T14:25:13.806" v="180" actId="20577"/>
          <ac:spMkLst>
            <pc:docMk/>
            <pc:sldMk cId="3867880624" sldId="898"/>
            <ac:spMk id="7" creationId="{6ADF6855-92B0-C94C-A001-0A952A6375DC}"/>
          </ac:spMkLst>
        </pc:spChg>
        <pc:spChg chg="mod">
          <ac:chgData name="Diego Ancira" userId="a7460353-ce2d-494e-b4f8-b832d75cfe7f" providerId="ADAL" clId="{D1813FBB-C3D9-484F-BBD1-C6E4EAC8D2D3}" dt="2022-12-08T14:26:00.068" v="196" actId="27636"/>
          <ac:spMkLst>
            <pc:docMk/>
            <pc:sldMk cId="3867880624" sldId="898"/>
            <ac:spMk id="8" creationId="{64E9B695-7DC8-7F46-875A-60AEB0F3AB95}"/>
          </ac:spMkLst>
        </pc:spChg>
      </pc:sldChg>
      <pc:sldChg chg="del">
        <pc:chgData name="Diego Ancira" userId="a7460353-ce2d-494e-b4f8-b832d75cfe7f" providerId="ADAL" clId="{D1813FBB-C3D9-484F-BBD1-C6E4EAC8D2D3}" dt="2022-12-08T14:37:28.628" v="352" actId="47"/>
        <pc:sldMkLst>
          <pc:docMk/>
          <pc:sldMk cId="3664526690" sldId="901"/>
        </pc:sldMkLst>
      </pc:sldChg>
      <pc:sldChg chg="del">
        <pc:chgData name="Diego Ancira" userId="a7460353-ce2d-494e-b4f8-b832d75cfe7f" providerId="ADAL" clId="{D1813FBB-C3D9-484F-BBD1-C6E4EAC8D2D3}" dt="2022-12-08T14:37:28.628" v="352" actId="47"/>
        <pc:sldMkLst>
          <pc:docMk/>
          <pc:sldMk cId="553659624" sldId="902"/>
        </pc:sldMkLst>
      </pc:sldChg>
      <pc:sldChg chg="del">
        <pc:chgData name="Diego Ancira" userId="a7460353-ce2d-494e-b4f8-b832d75cfe7f" providerId="ADAL" clId="{D1813FBB-C3D9-484F-BBD1-C6E4EAC8D2D3}" dt="2022-12-08T14:37:28.628" v="352" actId="47"/>
        <pc:sldMkLst>
          <pc:docMk/>
          <pc:sldMk cId="2553124134" sldId="909"/>
        </pc:sldMkLst>
      </pc:sldChg>
      <pc:sldChg chg="del">
        <pc:chgData name="Diego Ancira" userId="a7460353-ce2d-494e-b4f8-b832d75cfe7f" providerId="ADAL" clId="{D1813FBB-C3D9-484F-BBD1-C6E4EAC8D2D3}" dt="2022-12-08T14:37:28.628" v="352" actId="47"/>
        <pc:sldMkLst>
          <pc:docMk/>
          <pc:sldMk cId="2282106629" sldId="911"/>
        </pc:sldMkLst>
      </pc:sldChg>
      <pc:sldChg chg="del">
        <pc:chgData name="Diego Ancira" userId="a7460353-ce2d-494e-b4f8-b832d75cfe7f" providerId="ADAL" clId="{D1813FBB-C3D9-484F-BBD1-C6E4EAC8D2D3}" dt="2022-12-08T14:37:28.628" v="352" actId="47"/>
        <pc:sldMkLst>
          <pc:docMk/>
          <pc:sldMk cId="2474945122" sldId="912"/>
        </pc:sldMkLst>
      </pc:sldChg>
      <pc:sldChg chg="del">
        <pc:chgData name="Diego Ancira" userId="a7460353-ce2d-494e-b4f8-b832d75cfe7f" providerId="ADAL" clId="{D1813FBB-C3D9-484F-BBD1-C6E4EAC8D2D3}" dt="2022-12-08T14:37:28.628" v="352" actId="47"/>
        <pc:sldMkLst>
          <pc:docMk/>
          <pc:sldMk cId="2930732456" sldId="913"/>
        </pc:sldMkLst>
      </pc:sldChg>
      <pc:sldChg chg="addSp delSp modSp mod">
        <pc:chgData name="Diego Ancira" userId="a7460353-ce2d-494e-b4f8-b832d75cfe7f" providerId="ADAL" clId="{D1813FBB-C3D9-484F-BBD1-C6E4EAC8D2D3}" dt="2022-12-08T14:27:28.619" v="236" actId="20577"/>
        <pc:sldMkLst>
          <pc:docMk/>
          <pc:sldMk cId="3753480283" sldId="914"/>
        </pc:sldMkLst>
        <pc:spChg chg="mod">
          <ac:chgData name="Diego Ancira" userId="a7460353-ce2d-494e-b4f8-b832d75cfe7f" providerId="ADAL" clId="{D1813FBB-C3D9-484F-BBD1-C6E4EAC8D2D3}" dt="2022-12-08T14:22:20.304" v="81" actId="20577"/>
          <ac:spMkLst>
            <pc:docMk/>
            <pc:sldMk cId="3753480283" sldId="914"/>
            <ac:spMk id="4" creationId="{12F0077F-DCBA-B14D-9C45-669B9262836A}"/>
          </ac:spMkLst>
        </pc:spChg>
        <pc:spChg chg="add del">
          <ac:chgData name="Diego Ancira" userId="a7460353-ce2d-494e-b4f8-b832d75cfe7f" providerId="ADAL" clId="{D1813FBB-C3D9-484F-BBD1-C6E4EAC8D2D3}" dt="2022-12-08T14:22:25.706" v="82" actId="478"/>
          <ac:spMkLst>
            <pc:docMk/>
            <pc:sldMk cId="3753480283" sldId="914"/>
            <ac:spMk id="5" creationId="{8AA1FB0A-AF8C-4F44-9EDC-E60115293536}"/>
          </ac:spMkLst>
        </pc:spChg>
        <pc:spChg chg="add mod">
          <ac:chgData name="Diego Ancira" userId="a7460353-ce2d-494e-b4f8-b832d75cfe7f" providerId="ADAL" clId="{D1813FBB-C3D9-484F-BBD1-C6E4EAC8D2D3}" dt="2022-12-08T14:27:28.619" v="236" actId="20577"/>
          <ac:spMkLst>
            <pc:docMk/>
            <pc:sldMk cId="3753480283" sldId="914"/>
            <ac:spMk id="7" creationId="{081010B0-5733-8DDF-64D0-FB3EF11EE25A}"/>
          </ac:spMkLst>
        </pc:spChg>
        <pc:spChg chg="add del mod">
          <ac:chgData name="Diego Ancira" userId="a7460353-ce2d-494e-b4f8-b832d75cfe7f" providerId="ADAL" clId="{D1813FBB-C3D9-484F-BBD1-C6E4EAC8D2D3}" dt="2022-12-08T14:20:58.821" v="42" actId="478"/>
          <ac:spMkLst>
            <pc:docMk/>
            <pc:sldMk cId="3753480283" sldId="914"/>
            <ac:spMk id="7" creationId="{117B7B36-3021-D8BF-C7A2-AB1ED9D61849}"/>
          </ac:spMkLst>
        </pc:spChg>
      </pc:sldChg>
      <pc:sldChg chg="modSp add mod">
        <pc:chgData name="Diego Ancira" userId="a7460353-ce2d-494e-b4f8-b832d75cfe7f" providerId="ADAL" clId="{D1813FBB-C3D9-484F-BBD1-C6E4EAC8D2D3}" dt="2022-12-08T14:32:57.223" v="288" actId="404"/>
        <pc:sldMkLst>
          <pc:docMk/>
          <pc:sldMk cId="1032395830" sldId="915"/>
        </pc:sldMkLst>
        <pc:spChg chg="mod">
          <ac:chgData name="Diego Ancira" userId="a7460353-ce2d-494e-b4f8-b832d75cfe7f" providerId="ADAL" clId="{D1813FBB-C3D9-484F-BBD1-C6E4EAC8D2D3}" dt="2022-12-08T14:32:57.223" v="288" actId="404"/>
          <ac:spMkLst>
            <pc:docMk/>
            <pc:sldMk cId="1032395830" sldId="915"/>
            <ac:spMk id="8" creationId="{64E9B695-7DC8-7F46-875A-60AEB0F3AB95}"/>
          </ac:spMkLst>
        </pc:spChg>
      </pc:sldChg>
      <pc:sldChg chg="modSp add mod ord">
        <pc:chgData name="Diego Ancira" userId="a7460353-ce2d-494e-b4f8-b832d75cfe7f" providerId="ADAL" clId="{D1813FBB-C3D9-484F-BBD1-C6E4EAC8D2D3}" dt="2022-12-08T14:26:58.151" v="207" actId="20577"/>
        <pc:sldMkLst>
          <pc:docMk/>
          <pc:sldMk cId="4193042861" sldId="916"/>
        </pc:sldMkLst>
        <pc:spChg chg="mod">
          <ac:chgData name="Diego Ancira" userId="a7460353-ce2d-494e-b4f8-b832d75cfe7f" providerId="ADAL" clId="{D1813FBB-C3D9-484F-BBD1-C6E4EAC8D2D3}" dt="2022-12-08T14:26:43.812" v="205" actId="207"/>
          <ac:spMkLst>
            <pc:docMk/>
            <pc:sldMk cId="4193042861" sldId="916"/>
            <ac:spMk id="10" creationId="{EE111B4D-9D16-2843-8C28-AFDAED1CE7E4}"/>
          </ac:spMkLst>
        </pc:spChg>
        <pc:spChg chg="mod">
          <ac:chgData name="Diego Ancira" userId="a7460353-ce2d-494e-b4f8-b832d75cfe7f" providerId="ADAL" clId="{D1813FBB-C3D9-484F-BBD1-C6E4EAC8D2D3}" dt="2022-12-08T14:26:58.151" v="207" actId="20577"/>
          <ac:spMkLst>
            <pc:docMk/>
            <pc:sldMk cId="4193042861" sldId="916"/>
            <ac:spMk id="12" creationId="{CF73F757-BF3C-36CD-DB8C-F99C3EB08117}"/>
          </ac:spMkLst>
        </pc:spChg>
      </pc:sldChg>
      <pc:sldChg chg="modSp add mod ord">
        <pc:chgData name="Diego Ancira" userId="a7460353-ce2d-494e-b4f8-b832d75cfe7f" providerId="ADAL" clId="{D1813FBB-C3D9-484F-BBD1-C6E4EAC8D2D3}" dt="2022-12-08T14:35:50.556" v="344"/>
        <pc:sldMkLst>
          <pc:docMk/>
          <pc:sldMk cId="378684177" sldId="2134805021"/>
        </pc:sldMkLst>
        <pc:spChg chg="mod">
          <ac:chgData name="Diego Ancira" userId="a7460353-ce2d-494e-b4f8-b832d75cfe7f" providerId="ADAL" clId="{D1813FBB-C3D9-484F-BBD1-C6E4EAC8D2D3}" dt="2022-12-08T14:35:47.101" v="342" actId="20577"/>
          <ac:spMkLst>
            <pc:docMk/>
            <pc:sldMk cId="378684177" sldId="2134805021"/>
            <ac:spMk id="6" creationId="{C1EA1002-7B5B-2D43-B030-CE317EDE88AE}"/>
          </ac:spMkLst>
        </pc:spChg>
      </pc:sldChg>
      <pc:sldChg chg="modSp add mod">
        <pc:chgData name="Diego Ancira" userId="a7460353-ce2d-494e-b4f8-b832d75cfe7f" providerId="ADAL" clId="{D1813FBB-C3D9-484F-BBD1-C6E4EAC8D2D3}" dt="2022-12-08T14:37:16.025" v="349" actId="20577"/>
        <pc:sldMkLst>
          <pc:docMk/>
          <pc:sldMk cId="4128661303" sldId="2134805023"/>
        </pc:sldMkLst>
        <pc:spChg chg="mod">
          <ac:chgData name="Diego Ancira" userId="a7460353-ce2d-494e-b4f8-b832d75cfe7f" providerId="ADAL" clId="{D1813FBB-C3D9-484F-BBD1-C6E4EAC8D2D3}" dt="2022-12-08T14:37:16.025" v="349" actId="20577"/>
          <ac:spMkLst>
            <pc:docMk/>
            <pc:sldMk cId="4128661303" sldId="2134805023"/>
            <ac:spMk id="2" creationId="{CAAC5CC0-9D6E-4DCB-9EE1-73BDC9CBE749}"/>
          </ac:spMkLst>
        </pc:spChg>
        <pc:spChg chg="mod">
          <ac:chgData name="Diego Ancira" userId="a7460353-ce2d-494e-b4f8-b832d75cfe7f" providerId="ADAL" clId="{D1813FBB-C3D9-484F-BBD1-C6E4EAC8D2D3}" dt="2022-12-08T14:36:56.642" v="346" actId="27636"/>
          <ac:spMkLst>
            <pc:docMk/>
            <pc:sldMk cId="4128661303" sldId="2134805023"/>
            <ac:spMk id="6" creationId="{AC370A7A-01E9-4F37-A883-D1AB89EC776D}"/>
          </ac:spMkLst>
        </pc:spChg>
      </pc:sldChg>
      <pc:sldMasterChg chg="delSldLayout">
        <pc:chgData name="Diego Ancira" userId="a7460353-ce2d-494e-b4f8-b832d75cfe7f" providerId="ADAL" clId="{D1813FBB-C3D9-484F-BBD1-C6E4EAC8D2D3}" dt="2022-12-08T14:37:28.628" v="352" actId="47"/>
        <pc:sldMasterMkLst>
          <pc:docMk/>
          <pc:sldMasterMk cId="0" sldId="2147483648"/>
        </pc:sldMasterMkLst>
        <pc:sldLayoutChg chg="del">
          <pc:chgData name="Diego Ancira" userId="a7460353-ce2d-494e-b4f8-b832d75cfe7f" providerId="ADAL" clId="{D1813FBB-C3D9-484F-BBD1-C6E4EAC8D2D3}" dt="2022-12-08T14:37:28.628" v="352" actId="47"/>
          <pc:sldLayoutMkLst>
            <pc:docMk/>
            <pc:sldMasterMk cId="0" sldId="2147483648"/>
            <pc:sldLayoutMk cId="3402817984" sldId="2147483670"/>
          </pc:sldLayoutMkLst>
        </pc:sldLayoutChg>
        <pc:sldLayoutChg chg="del">
          <pc:chgData name="Diego Ancira" userId="a7460353-ce2d-494e-b4f8-b832d75cfe7f" providerId="ADAL" clId="{D1813FBB-C3D9-484F-BBD1-C6E4EAC8D2D3}" dt="2022-12-08T14:37:28.628" v="352" actId="47"/>
          <pc:sldLayoutMkLst>
            <pc:docMk/>
            <pc:sldMasterMk cId="0" sldId="2147483648"/>
            <pc:sldLayoutMk cId="1418440885" sldId="214748367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A3C170-A009-4046-835C-5D7754DB02C5}" type="datetimeFigureOut">
              <a:rPr lang="en-US" smtClean="0"/>
              <a:t>12/8/2022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5397C3-CED0-9A45-8798-632767E5E36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767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Any programs that offer certs?</a:t>
            </a:r>
          </a:p>
          <a:p>
            <a:endParaRPr lang="en-US"/>
          </a:p>
          <a:p>
            <a:r>
              <a:rPr lang="en-US"/>
              <a:t>Analytics majors </a:t>
            </a:r>
          </a:p>
          <a:p>
            <a:r>
              <a:rPr lang="en-US"/>
              <a:t>Bill talking about sales degree program at OU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397C3-CED0-9A45-8798-632767E5E36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9258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C703B3-6D81-8B4F-A4B3-A3D17AF3D741}"/>
              </a:ext>
            </a:extLst>
          </p:cNvPr>
          <p:cNvSpPr/>
          <p:nvPr userDrawn="1"/>
        </p:nvSpPr>
        <p:spPr>
          <a:xfrm>
            <a:off x="0" y="0"/>
            <a:ext cx="12192000" cy="3088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86400" y="6200152"/>
            <a:ext cx="1043609" cy="274320"/>
          </a:xfrm>
        </p:spPr>
        <p:txBody>
          <a:bodyPr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33798079-21CE-E14E-9A10-1B1BB8AD3EFD}" type="datetime1">
              <a:rPr lang="en-US" smtClean="0"/>
              <a:t>12/8/2022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649279" y="6200152"/>
            <a:ext cx="4738580" cy="274320"/>
          </a:xfrm>
        </p:spPr>
        <p:txBody>
          <a:bodyPr/>
          <a:lstStyle>
            <a:lvl1pPr>
              <a:defRPr sz="1100" spc="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81765" y="7000857"/>
            <a:ext cx="829235" cy="274320"/>
          </a:xfrm>
        </p:spPr>
        <p:txBody>
          <a:bodyPr/>
          <a:lstStyle>
            <a:lvl1pPr>
              <a:defRPr sz="1100"/>
            </a:lvl1pPr>
          </a:lstStyle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0C3D38-DC09-2A42-9A06-A7C24D6397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0" y="3283440"/>
            <a:ext cx="5901458" cy="1463040"/>
          </a:xfrm>
        </p:spPr>
        <p:txBody>
          <a:bodyPr anchor="b">
            <a:normAutofit/>
          </a:bodyPr>
          <a:lstStyle>
            <a:lvl1pPr algn="l">
              <a:defRPr sz="4000" spc="200" baseline="0">
                <a:solidFill>
                  <a:schemeClr val="bg1"/>
                </a:solidFill>
                <a:highlight>
                  <a:srgbClr val="000080"/>
                </a:highligh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E5B16B8-349A-8D41-84DA-A8F8EFD0FF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0" y="4875777"/>
            <a:ext cx="5901458" cy="1195077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spc="5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40CCCDE-1036-904C-9085-AAD80BB65D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317" y="901880"/>
            <a:ext cx="3691835" cy="131157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Al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C703B3-6D81-8B4F-A4B3-A3D17AF3D741}"/>
              </a:ext>
            </a:extLst>
          </p:cNvPr>
          <p:cNvSpPr/>
          <p:nvPr userDrawn="1"/>
        </p:nvSpPr>
        <p:spPr>
          <a:xfrm>
            <a:off x="0" y="0"/>
            <a:ext cx="12192000" cy="308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86400" y="6200152"/>
            <a:ext cx="1043609" cy="274320"/>
          </a:xfrm>
        </p:spPr>
        <p:txBody>
          <a:bodyPr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33798079-21CE-E14E-9A10-1B1BB8AD3EFD}" type="datetime1">
              <a:rPr lang="en-US" smtClean="0"/>
              <a:t>12/8/2022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649279" y="6200152"/>
            <a:ext cx="4738580" cy="274320"/>
          </a:xfrm>
        </p:spPr>
        <p:txBody>
          <a:bodyPr/>
          <a:lstStyle>
            <a:lvl1pPr>
              <a:defRPr sz="1100" spc="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81765" y="7000857"/>
            <a:ext cx="829235" cy="274320"/>
          </a:xfrm>
        </p:spPr>
        <p:txBody>
          <a:bodyPr/>
          <a:lstStyle>
            <a:lvl1pPr>
              <a:defRPr sz="1100"/>
            </a:lvl1pPr>
          </a:lstStyle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0C3D38-DC09-2A42-9A06-A7C24D6397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0" y="3283440"/>
            <a:ext cx="5901458" cy="1463040"/>
          </a:xfrm>
        </p:spPr>
        <p:txBody>
          <a:bodyPr anchor="b">
            <a:normAutofit/>
          </a:bodyPr>
          <a:lstStyle>
            <a:lvl1pPr algn="l">
              <a:defRPr sz="4000" spc="200" baseline="0">
                <a:solidFill>
                  <a:schemeClr val="bg1"/>
                </a:solidFill>
                <a:highlight>
                  <a:srgbClr val="000080"/>
                </a:highligh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E5B16B8-349A-8D41-84DA-A8F8EFD0FF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0" y="4875777"/>
            <a:ext cx="5901458" cy="1195077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spc="5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40CCCDE-1036-904C-9085-AAD80BB65D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317" y="901880"/>
            <a:ext cx="3691835" cy="131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20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81765" y="7000857"/>
            <a:ext cx="829235" cy="274320"/>
          </a:xfrm>
        </p:spPr>
        <p:txBody>
          <a:bodyPr/>
          <a:lstStyle>
            <a:lvl1pPr>
              <a:defRPr sz="1100"/>
            </a:lvl1pPr>
          </a:lstStyle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D491B4B-3B3E-4342-8628-6ABAD70D86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0" y="3283440"/>
            <a:ext cx="5901458" cy="1463040"/>
          </a:xfrm>
        </p:spPr>
        <p:txBody>
          <a:bodyPr anchor="b">
            <a:normAutofit/>
          </a:bodyPr>
          <a:lstStyle>
            <a:lvl1pPr algn="l">
              <a:defRPr sz="4000" spc="200" baseline="0">
                <a:solidFill>
                  <a:schemeClr val="bg1"/>
                </a:solidFill>
                <a:highlight>
                  <a:srgbClr val="0000FF"/>
                </a:highligh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95A8C4D-E89F-D043-BDA0-DA7177B0CB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0" y="4875777"/>
            <a:ext cx="5901458" cy="1195077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2CB70E9-E9A7-114D-9906-DCD7F39EAF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317" y="901880"/>
            <a:ext cx="3691835" cy="1311573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57AE81B3-FF7A-A24A-9F96-73EB3A0569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0" y="6200152"/>
            <a:ext cx="1043609" cy="274320"/>
          </a:xfrm>
        </p:spPr>
        <p:txBody>
          <a:bodyPr/>
          <a:lstStyle>
            <a:lvl1pPr algn="l">
              <a:defRPr sz="1100">
                <a:solidFill>
                  <a:schemeClr val="accent3"/>
                </a:solidFill>
              </a:defRPr>
            </a:lvl1pPr>
          </a:lstStyle>
          <a:p>
            <a:fld id="{33798079-21CE-E14E-9A10-1B1BB8AD3EFD}" type="datetime1">
              <a:rPr lang="en-US" smtClean="0"/>
              <a:pPr/>
              <a:t>12/8/2022</a:t>
            </a:fld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92806FF6-0A1D-F04F-9483-CDD60AEE9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9279" y="6200152"/>
            <a:ext cx="4738580" cy="274320"/>
          </a:xfrm>
        </p:spPr>
        <p:txBody>
          <a:bodyPr/>
          <a:lstStyle>
            <a:lvl1pPr>
              <a:defRPr sz="1100" spc="100" baseline="0">
                <a:solidFill>
                  <a:schemeClr val="accent3"/>
                </a:solidFill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551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Alt 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81765" y="7000857"/>
            <a:ext cx="829235" cy="274320"/>
          </a:xfrm>
        </p:spPr>
        <p:txBody>
          <a:bodyPr/>
          <a:lstStyle>
            <a:lvl1pPr>
              <a:defRPr sz="1100"/>
            </a:lvl1pPr>
          </a:lstStyle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823CBB5-1DF7-DE45-8773-7EBE770E40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0" y="3283440"/>
            <a:ext cx="5901458" cy="1463040"/>
          </a:xfrm>
        </p:spPr>
        <p:txBody>
          <a:bodyPr anchor="b">
            <a:normAutofit/>
          </a:bodyPr>
          <a:lstStyle>
            <a:lvl1pPr algn="l">
              <a:defRPr sz="4000" spc="200" baseline="0">
                <a:solidFill>
                  <a:schemeClr val="bg1"/>
                </a:solidFill>
                <a:highlight>
                  <a:srgbClr val="000080"/>
                </a:highligh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1B675473-8CA2-7A4E-A728-D94DEA9CF0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0" y="4875777"/>
            <a:ext cx="5901458" cy="1195077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spc="5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33750E5-BE37-5143-981C-9ECAAC37DD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317" y="901880"/>
            <a:ext cx="3691835" cy="1311573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3365C2C8-D78E-A44C-B784-DB97E810EB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0" y="6200152"/>
            <a:ext cx="1043609" cy="274320"/>
          </a:xfrm>
        </p:spPr>
        <p:txBody>
          <a:bodyPr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33798079-21CE-E14E-9A10-1B1BB8AD3EFD}" type="datetime1">
              <a:rPr lang="en-US" smtClean="0"/>
              <a:t>12/8/2022</a:t>
            </a:fld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1051A1F1-6992-5E48-B6E6-54E102D68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9279" y="6200152"/>
            <a:ext cx="4738580" cy="274320"/>
          </a:xfrm>
        </p:spPr>
        <p:txBody>
          <a:bodyPr/>
          <a:lstStyle>
            <a:lvl1pPr>
              <a:defRPr sz="1100" spc="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4865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59" y="914400"/>
            <a:ext cx="11469189" cy="5029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B8B27-2482-2944-BAE4-A2E493AC982D}" type="datetime1">
              <a:rPr lang="en-US" smtClean="0"/>
              <a:t>12/8/2022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1B1520D-6D96-4141-9ED7-D3EC26EB2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highlight>
                  <a:srgbClr val="00008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760" y="3429000"/>
            <a:ext cx="5730239" cy="1463040"/>
          </a:xfrm>
        </p:spPr>
        <p:txBody>
          <a:bodyPr lIns="91440" rIns="9144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spc="5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728216"/>
            <a:ext cx="5730240" cy="1704703"/>
          </a:xfrm>
        </p:spPr>
        <p:txBody>
          <a:bodyPr anchor="b">
            <a:noAutofit/>
          </a:bodyPr>
          <a:lstStyle>
            <a:lvl1pPr algn="l">
              <a:defRPr sz="3600" b="0" spc="200" baseline="0">
                <a:solidFill>
                  <a:schemeClr val="bg1"/>
                </a:solidFill>
                <a:highlight>
                  <a:srgbClr val="000080"/>
                </a:highligh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702A91-E469-AC4A-9FAA-85DBF37F4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1322F-7C1C-8D41-BA42-73A90B3995D9}" type="datetime1">
              <a:rPr lang="en-US" smtClean="0"/>
              <a:t>12/8/2022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84D714-B42B-7D4D-80CB-C941408EC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D0CA38-B6CB-B847-9DC3-A14F298C0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Al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760" y="3429000"/>
            <a:ext cx="5730239" cy="1463040"/>
          </a:xfrm>
        </p:spPr>
        <p:txBody>
          <a:bodyPr lIns="91440" rIns="9144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spc="5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728216"/>
            <a:ext cx="5730240" cy="1704703"/>
          </a:xfrm>
        </p:spPr>
        <p:txBody>
          <a:bodyPr anchor="b">
            <a:noAutofit/>
          </a:bodyPr>
          <a:lstStyle>
            <a:lvl1pPr algn="l">
              <a:defRPr sz="3600" b="0" spc="200" baseline="0">
                <a:solidFill>
                  <a:schemeClr val="bg1"/>
                </a:solidFill>
                <a:highlight>
                  <a:srgbClr val="000080"/>
                </a:highligh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702A91-E469-AC4A-9FAA-85DBF37F4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F9AD4-3577-2D4A-9737-804159C52116}" type="datetime1">
              <a:rPr lang="en-US" smtClean="0"/>
              <a:t>12/8/2022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84D714-B42B-7D4D-80CB-C941408EC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D0CA38-B6CB-B847-9DC3-A14F298C0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054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760" y="3429000"/>
            <a:ext cx="5730239" cy="1463040"/>
          </a:xfrm>
        </p:spPr>
        <p:txBody>
          <a:bodyPr lIns="91440" rIns="9144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spc="50" baseline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728216"/>
            <a:ext cx="5730240" cy="1704703"/>
          </a:xfrm>
        </p:spPr>
        <p:txBody>
          <a:bodyPr anchor="b">
            <a:noAutofit/>
          </a:bodyPr>
          <a:lstStyle>
            <a:lvl1pPr algn="l">
              <a:defRPr sz="3600" b="0" spc="200" baseline="0">
                <a:solidFill>
                  <a:schemeClr val="bg1"/>
                </a:solidFill>
                <a:highlight>
                  <a:srgbClr val="0000FF"/>
                </a:highligh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702A91-E469-AC4A-9FAA-85DBF37F4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542966D-F481-5B45-9AEF-3DAD617D7000}" type="datetime1">
              <a:rPr lang="en-US" smtClean="0"/>
              <a:pPr/>
              <a:t>12/8/2022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84D714-B42B-7D4D-80CB-C941408EC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D0CA38-B6CB-B847-9DC3-A14F298C0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AD294AA-D57F-4142-B450-9FAC4F3E5E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12857" y="6117336"/>
            <a:ext cx="1818571" cy="48463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379218C-52E7-744B-910E-40E58DEA4329}"/>
              </a:ext>
            </a:extLst>
          </p:cNvPr>
          <p:cNvSpPr/>
          <p:nvPr userDrawn="1"/>
        </p:nvSpPr>
        <p:spPr>
          <a:xfrm>
            <a:off x="0" y="6775704"/>
            <a:ext cx="12192000" cy="8229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139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5760" y="1188720"/>
            <a:ext cx="5413247" cy="449291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1188720"/>
            <a:ext cx="5821680" cy="449291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45383-D5A8-CB4D-B221-8D1B4A1CDC9E}" type="datetime1">
              <a:rPr lang="en-US" smtClean="0"/>
              <a:t>12/8/2022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00F5549-3EFD-CA41-9DB0-887AECF33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highlight>
                  <a:srgbClr val="000080"/>
                </a:highligh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highlight>
                  <a:srgbClr val="000080"/>
                </a:highligh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759" y="1188720"/>
            <a:ext cx="5413249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000" b="0" cap="none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5759" y="2011680"/>
            <a:ext cx="5413249" cy="361366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1188720"/>
            <a:ext cx="582011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000" b="0" kern="1200" cap="none" baseline="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011680"/>
            <a:ext cx="5820110" cy="361366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9839-7139-0445-8DA4-CE99F11AD909}" type="datetime1">
              <a:rPr lang="en-US" smtClean="0"/>
              <a:t>12/8/2022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highlight>
                  <a:srgbClr val="000080"/>
                </a:highligh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467E5-96C8-4F49-8D65-1751A5E8BB3A}" type="datetime1">
              <a:rPr lang="en-US" smtClean="0"/>
              <a:t>12/8/2022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4FF58BD-94FD-4145-99DE-3D4A7FE33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6B414-0BAA-254F-A54B-9A4CBE4CF7B4}" type="datetime1">
              <a:rPr lang="en-US" smtClean="0"/>
              <a:pPr/>
              <a:t>12/8/2022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F8845C5-6F15-3D4F-8DFF-601DD428B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D799134-C32D-AF49-8F06-9E3AC37AD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oi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65760" y="391886"/>
            <a:ext cx="4754880" cy="2939143"/>
          </a:xfrm>
        </p:spPr>
        <p:txBody>
          <a:bodyPr anchor="ctr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  <a:highlight>
                  <a:srgbClr val="000080"/>
                </a:highligh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6AF12-EC90-614F-8CEA-7B42F207F2B7}" type="datetime1">
              <a:rPr lang="en-US" smtClean="0"/>
              <a:t>12/8/2022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F9E4D61-0EC8-F34A-AAF0-46B58482D1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0" y="822960"/>
            <a:ext cx="5208104" cy="5184648"/>
          </a:xfrm>
        </p:spPr>
        <p:txBody>
          <a:bodyPr/>
          <a:lstStyle>
            <a:lvl1pPr marL="320040" indent="-320040">
              <a:lnSpc>
                <a:spcPct val="100000"/>
              </a:lnSpc>
              <a:spcBef>
                <a:spcPts val="1800"/>
              </a:spcBef>
              <a:buFont typeface="Wingdings" pitchFamily="2" charset="2"/>
              <a:buChar char="§"/>
              <a:defRPr sz="2400"/>
            </a:lvl1pPr>
            <a:lvl2pPr marL="640080" indent="-320040">
              <a:lnSpc>
                <a:spcPct val="100000"/>
              </a:lnSpc>
              <a:spcBef>
                <a:spcPts val="600"/>
              </a:spcBef>
              <a:buSzPct val="75000"/>
              <a:buFont typeface="System Font Regular"/>
              <a:buChar char="ᐳ"/>
              <a:defRPr sz="2000"/>
            </a:lvl2pPr>
            <a:lvl3pPr marL="960120" indent="-32004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§"/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66E7116C-40C4-B641-902C-1EE8E0BCB112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365760" y="3305775"/>
            <a:ext cx="4754880" cy="2701833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oi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65760" y="418011"/>
            <a:ext cx="4754880" cy="2899955"/>
          </a:xfrm>
        </p:spPr>
        <p:txBody>
          <a:bodyPr anchor="ctr">
            <a:noAutofit/>
          </a:bodyPr>
          <a:lstStyle>
            <a:lvl1pPr>
              <a:lnSpc>
                <a:spcPct val="80000"/>
              </a:lnSpc>
              <a:defRPr sz="3600" b="0" cap="none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6AF12-EC90-614F-8CEA-7B42F207F2B7}" type="datetime1">
              <a:rPr lang="en-US" smtClean="0"/>
              <a:t>12/8/2022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1640899-E2D9-DA41-AA37-718B84FCC2C2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365760" y="3305775"/>
            <a:ext cx="4754880" cy="2701833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19C3C5A8-CEFD-4A4D-9359-2461B4DBC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0" y="822960"/>
            <a:ext cx="5208104" cy="5184648"/>
          </a:xfrm>
        </p:spPr>
        <p:txBody>
          <a:bodyPr/>
          <a:lstStyle>
            <a:lvl1pPr marL="320040" indent="-320040">
              <a:lnSpc>
                <a:spcPct val="100000"/>
              </a:lnSpc>
              <a:spcBef>
                <a:spcPts val="1800"/>
              </a:spcBef>
              <a:buFont typeface="Wingdings" pitchFamily="2" charset="2"/>
              <a:buChar char="§"/>
              <a:defRPr sz="2400"/>
            </a:lvl1pPr>
            <a:lvl2pPr marL="640080" indent="-320040">
              <a:lnSpc>
                <a:spcPct val="100000"/>
              </a:lnSpc>
              <a:spcBef>
                <a:spcPts val="600"/>
              </a:spcBef>
              <a:buSzPct val="75000"/>
              <a:buFont typeface="System Font Regular"/>
              <a:buChar char="ᐳ"/>
              <a:defRPr sz="2000"/>
            </a:lvl2pPr>
            <a:lvl3pPr marL="960120" indent="-32004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§"/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515549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oint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65760" y="418012"/>
            <a:ext cx="11460480" cy="2312126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600" dirty="0">
                <a:solidFill>
                  <a:schemeClr val="bg1"/>
                </a:solidFill>
                <a:highlight>
                  <a:srgbClr val="000080"/>
                </a:highlight>
              </a:defRPr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5760" y="3016158"/>
            <a:ext cx="4754880" cy="3003641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2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6AF12-EC90-614F-8CEA-7B42F207F2B7}" type="datetime1">
              <a:rPr lang="en-US" smtClean="0"/>
              <a:t>12/8/2022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272F885-FA0C-5C49-A259-7073DDB3583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715000" y="3016158"/>
            <a:ext cx="5208104" cy="2991449"/>
          </a:xfrm>
        </p:spPr>
        <p:txBody>
          <a:bodyPr/>
          <a:lstStyle>
            <a:lvl1pPr marL="320040" indent="-320040">
              <a:lnSpc>
                <a:spcPct val="100000"/>
              </a:lnSpc>
              <a:spcBef>
                <a:spcPts val="1800"/>
              </a:spcBef>
              <a:buFont typeface="Wingdings" pitchFamily="2" charset="2"/>
              <a:buChar char="§"/>
              <a:defRPr sz="2400"/>
            </a:lvl1pPr>
            <a:lvl2pPr marL="640080" indent="-320040">
              <a:lnSpc>
                <a:spcPct val="100000"/>
              </a:lnSpc>
              <a:spcBef>
                <a:spcPts val="600"/>
              </a:spcBef>
              <a:buSzPct val="75000"/>
              <a:buFont typeface="System Font Regular"/>
              <a:buChar char="ᐳ"/>
              <a:defRPr sz="2000"/>
            </a:lvl2pPr>
            <a:lvl3pPr marL="960120" indent="-32004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§"/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761391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oint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65760" y="418012"/>
            <a:ext cx="11460480" cy="2312126"/>
          </a:xfrm>
        </p:spPr>
        <p:txBody>
          <a:bodyPr anchor="ctr">
            <a:noAutofit/>
          </a:bodyPr>
          <a:lstStyle>
            <a:lvl1pPr marL="0"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3600" b="0" i="0" kern="1200" cap="none" spc="0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5760" y="3016158"/>
            <a:ext cx="4754880" cy="3003641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2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6AF12-EC90-614F-8CEA-7B42F207F2B7}" type="datetime1">
              <a:rPr lang="en-US" smtClean="0"/>
              <a:t>12/8/2022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5B3459E-89A6-724B-B92A-4E12CDAB759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715000" y="3016158"/>
            <a:ext cx="5208104" cy="2991449"/>
          </a:xfrm>
        </p:spPr>
        <p:txBody>
          <a:bodyPr/>
          <a:lstStyle>
            <a:lvl1pPr marL="320040" indent="-320040">
              <a:lnSpc>
                <a:spcPct val="100000"/>
              </a:lnSpc>
              <a:spcBef>
                <a:spcPts val="1800"/>
              </a:spcBef>
              <a:buFont typeface="Wingdings" pitchFamily="2" charset="2"/>
              <a:buChar char="§"/>
              <a:defRPr sz="2400"/>
            </a:lvl1pPr>
            <a:lvl2pPr marL="640080" indent="-320040">
              <a:lnSpc>
                <a:spcPct val="100000"/>
              </a:lnSpc>
              <a:spcBef>
                <a:spcPts val="600"/>
              </a:spcBef>
              <a:buSzPct val="75000"/>
              <a:buFont typeface="System Font Regular"/>
              <a:buChar char="ᐳ"/>
              <a:defRPr sz="2000"/>
            </a:lvl2pPr>
            <a:lvl3pPr marL="960120" indent="-32004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§"/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931346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Point Dark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FAA8ED9-F8A1-174E-8CFE-FB9D67D60B38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715000" y="822960"/>
            <a:ext cx="5208104" cy="5184648"/>
          </a:xfrm>
        </p:spPr>
        <p:txBody>
          <a:bodyPr/>
          <a:lstStyle>
            <a:lvl1pPr marL="320040" indent="-320040">
              <a:lnSpc>
                <a:spcPct val="100000"/>
              </a:lnSpc>
              <a:spcBef>
                <a:spcPts val="1800"/>
              </a:spcBef>
              <a:buClr>
                <a:schemeClr val="accent3"/>
              </a:buClr>
              <a:buFont typeface="Wingdings" pitchFamily="2" charset="2"/>
              <a:buChar char="§"/>
              <a:defRPr sz="2400">
                <a:solidFill>
                  <a:schemeClr val="bg1"/>
                </a:solidFill>
              </a:defRPr>
            </a:lvl1pPr>
            <a:lvl2pPr marL="640080" indent="-320040">
              <a:lnSpc>
                <a:spcPct val="100000"/>
              </a:lnSpc>
              <a:spcBef>
                <a:spcPts val="600"/>
              </a:spcBef>
              <a:buClr>
                <a:schemeClr val="accent3"/>
              </a:buClr>
              <a:buSzPct val="75000"/>
              <a:buFont typeface="System Font Regular"/>
              <a:buChar char="ᐳ"/>
              <a:defRPr sz="2000">
                <a:solidFill>
                  <a:schemeClr val="bg1"/>
                </a:solidFill>
              </a:defRPr>
            </a:lvl2pPr>
            <a:lvl3pPr marL="960120" indent="-320040">
              <a:lnSpc>
                <a:spcPct val="100000"/>
              </a:lnSpc>
              <a:spcBef>
                <a:spcPts val="600"/>
              </a:spcBef>
              <a:buClr>
                <a:schemeClr val="accent3"/>
              </a:buClr>
              <a:buFont typeface="Wingdings" pitchFamily="2" charset="2"/>
              <a:buChar char="§"/>
              <a:defRPr sz="1600">
                <a:solidFill>
                  <a:schemeClr val="bg1"/>
                </a:solidFill>
              </a:defRPr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65760" y="391886"/>
            <a:ext cx="4754880" cy="2939143"/>
          </a:xfrm>
        </p:spPr>
        <p:txBody>
          <a:bodyPr anchor="ctr">
            <a:noAutofit/>
          </a:bodyPr>
          <a:lstStyle>
            <a:lvl1pPr>
              <a:lnSpc>
                <a:spcPct val="80000"/>
              </a:lnSpc>
              <a:defRPr sz="3600" b="0">
                <a:solidFill>
                  <a:schemeClr val="bg1"/>
                </a:solidFill>
                <a:highlight>
                  <a:srgbClr val="0000FF"/>
                </a:highligh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A7E6AF12-EC90-614F-8CEA-7B42F207F2B7}" type="datetime1">
              <a:rPr lang="en-US" smtClean="0"/>
              <a:pPr/>
              <a:t>12/8/2022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66E7116C-40C4-B641-902C-1EE8E0BCB112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365760" y="3305775"/>
            <a:ext cx="4754880" cy="2701833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75C5F62-92D1-2845-B9F0-EB6F987F54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12857" y="6117336"/>
            <a:ext cx="1818571" cy="48463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4980071-7FFE-9D46-AB99-522A62949432}"/>
              </a:ext>
            </a:extLst>
          </p:cNvPr>
          <p:cNvSpPr/>
          <p:nvPr userDrawn="1"/>
        </p:nvSpPr>
        <p:spPr>
          <a:xfrm>
            <a:off x="0" y="6775704"/>
            <a:ext cx="12192000" cy="8229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8527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Point Dark B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65760" y="418011"/>
            <a:ext cx="4754880" cy="2899955"/>
          </a:xfrm>
        </p:spPr>
        <p:txBody>
          <a:bodyPr anchor="ctr">
            <a:noAutofit/>
          </a:bodyPr>
          <a:lstStyle>
            <a:lvl1pPr>
              <a:lnSpc>
                <a:spcPct val="80000"/>
              </a:lnSpc>
              <a:defRPr sz="3600" b="0" cap="none" spc="0" baseline="0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A7E6AF12-EC90-614F-8CEA-7B42F207F2B7}" type="datetime1">
              <a:rPr lang="en-US" smtClean="0"/>
              <a:pPr/>
              <a:t>12/8/2022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1640899-E2D9-DA41-AA37-718B84FCC2C2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365760" y="3305775"/>
            <a:ext cx="4754880" cy="2701833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048E4BB-2B4D-0945-99A1-8FC05E69E7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12857" y="6117336"/>
            <a:ext cx="1818571" cy="484632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0AD4428-C8EB-334E-8488-6CC1B5B75F5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715000" y="822960"/>
            <a:ext cx="5208104" cy="5184648"/>
          </a:xfrm>
        </p:spPr>
        <p:txBody>
          <a:bodyPr/>
          <a:lstStyle>
            <a:lvl1pPr marL="320040" indent="-320040">
              <a:lnSpc>
                <a:spcPct val="100000"/>
              </a:lnSpc>
              <a:spcBef>
                <a:spcPts val="1800"/>
              </a:spcBef>
              <a:buClr>
                <a:schemeClr val="accent3"/>
              </a:buClr>
              <a:buFont typeface="Wingdings" pitchFamily="2" charset="2"/>
              <a:buChar char="§"/>
              <a:defRPr sz="2400">
                <a:solidFill>
                  <a:schemeClr val="bg1"/>
                </a:solidFill>
              </a:defRPr>
            </a:lvl1pPr>
            <a:lvl2pPr marL="640080" indent="-320040">
              <a:lnSpc>
                <a:spcPct val="100000"/>
              </a:lnSpc>
              <a:spcBef>
                <a:spcPts val="600"/>
              </a:spcBef>
              <a:buClr>
                <a:schemeClr val="accent3"/>
              </a:buClr>
              <a:buSzPct val="75000"/>
              <a:buFont typeface="System Font Regular"/>
              <a:buChar char="ᐳ"/>
              <a:defRPr sz="2000">
                <a:solidFill>
                  <a:schemeClr val="bg1"/>
                </a:solidFill>
              </a:defRPr>
            </a:lvl2pPr>
            <a:lvl3pPr marL="960120" indent="-320040">
              <a:lnSpc>
                <a:spcPct val="100000"/>
              </a:lnSpc>
              <a:spcBef>
                <a:spcPts val="600"/>
              </a:spcBef>
              <a:buClr>
                <a:schemeClr val="accent3"/>
              </a:buClr>
              <a:buFont typeface="Wingdings" pitchFamily="2" charset="2"/>
              <a:buChar char="§"/>
              <a:defRPr sz="1600">
                <a:solidFill>
                  <a:schemeClr val="bg1"/>
                </a:solidFill>
              </a:defRPr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13E108-E6E0-9240-8652-D74A7DF20D84}"/>
              </a:ext>
            </a:extLst>
          </p:cNvPr>
          <p:cNvSpPr/>
          <p:nvPr userDrawn="1"/>
        </p:nvSpPr>
        <p:spPr>
          <a:xfrm>
            <a:off x="0" y="6775704"/>
            <a:ext cx="12192000" cy="8229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5533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Point Dark C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65760" y="418012"/>
            <a:ext cx="11460480" cy="2312126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600" b="0" dirty="0">
                <a:solidFill>
                  <a:schemeClr val="bg1"/>
                </a:solidFill>
                <a:highlight>
                  <a:srgbClr val="0000FF"/>
                </a:highlight>
              </a:defRPr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5760" y="3016158"/>
            <a:ext cx="4754880" cy="3003641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A7E6AF12-EC90-614F-8CEA-7B42F207F2B7}" type="datetime1">
              <a:rPr lang="en-US" smtClean="0"/>
              <a:pPr/>
              <a:t>12/8/2022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771E889-FA3D-3647-A17C-4DC71C16B1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12857" y="6117336"/>
            <a:ext cx="1818571" cy="484632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7E71193-22B5-6D4E-8015-637F86CD64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715000" y="3003966"/>
            <a:ext cx="5208104" cy="3003641"/>
          </a:xfrm>
        </p:spPr>
        <p:txBody>
          <a:bodyPr/>
          <a:lstStyle>
            <a:lvl1pPr marL="320040" indent="-320040">
              <a:lnSpc>
                <a:spcPct val="100000"/>
              </a:lnSpc>
              <a:spcBef>
                <a:spcPts val="1800"/>
              </a:spcBef>
              <a:buClr>
                <a:schemeClr val="accent3"/>
              </a:buClr>
              <a:buFont typeface="Wingdings" pitchFamily="2" charset="2"/>
              <a:buChar char="§"/>
              <a:defRPr sz="2400">
                <a:solidFill>
                  <a:schemeClr val="bg1"/>
                </a:solidFill>
              </a:defRPr>
            </a:lvl1pPr>
            <a:lvl2pPr marL="640080" indent="-320040">
              <a:lnSpc>
                <a:spcPct val="100000"/>
              </a:lnSpc>
              <a:spcBef>
                <a:spcPts val="600"/>
              </a:spcBef>
              <a:buClr>
                <a:schemeClr val="accent3"/>
              </a:buClr>
              <a:buSzPct val="75000"/>
              <a:buFont typeface="System Font Regular"/>
              <a:buChar char="ᐳ"/>
              <a:defRPr sz="2000">
                <a:solidFill>
                  <a:schemeClr val="bg1"/>
                </a:solidFill>
              </a:defRPr>
            </a:lvl2pPr>
            <a:lvl3pPr marL="960120" indent="-320040">
              <a:lnSpc>
                <a:spcPct val="100000"/>
              </a:lnSpc>
              <a:spcBef>
                <a:spcPts val="600"/>
              </a:spcBef>
              <a:buClr>
                <a:schemeClr val="accent3"/>
              </a:buClr>
              <a:buFont typeface="Wingdings" pitchFamily="2" charset="2"/>
              <a:buChar char="§"/>
              <a:defRPr sz="1600">
                <a:solidFill>
                  <a:schemeClr val="bg1"/>
                </a:solidFill>
              </a:defRPr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0BD037-AEB3-1E47-A9BC-5CFCA747ABFD}"/>
              </a:ext>
            </a:extLst>
          </p:cNvPr>
          <p:cNvSpPr/>
          <p:nvPr userDrawn="1"/>
        </p:nvSpPr>
        <p:spPr>
          <a:xfrm>
            <a:off x="0" y="6775704"/>
            <a:ext cx="12192000" cy="8229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8861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Point Dark 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65760" y="418012"/>
            <a:ext cx="11460480" cy="2312126"/>
          </a:xfrm>
        </p:spPr>
        <p:txBody>
          <a:bodyPr anchor="ctr">
            <a:noAutofit/>
          </a:bodyPr>
          <a:lstStyle>
            <a:lvl1pPr marL="0"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3600" b="0" i="0" kern="1200" cap="none" spc="0" baseline="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5760" y="3016158"/>
            <a:ext cx="4754880" cy="3003641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A7E6AF12-EC90-614F-8CEA-7B42F207F2B7}" type="datetime1">
              <a:rPr lang="en-US" smtClean="0"/>
              <a:pPr/>
              <a:t>12/8/2022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1DB362E-FF63-4942-A4B3-F70C224A78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12857" y="6117336"/>
            <a:ext cx="1818571" cy="484632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61470CD-9FFF-D348-B4A6-7646E8C6DDB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715000" y="3003966"/>
            <a:ext cx="5208104" cy="3003641"/>
          </a:xfrm>
        </p:spPr>
        <p:txBody>
          <a:bodyPr/>
          <a:lstStyle>
            <a:lvl1pPr marL="320040" indent="-320040">
              <a:lnSpc>
                <a:spcPct val="100000"/>
              </a:lnSpc>
              <a:spcBef>
                <a:spcPts val="1800"/>
              </a:spcBef>
              <a:buClr>
                <a:schemeClr val="accent3"/>
              </a:buClr>
              <a:buFont typeface="Wingdings" pitchFamily="2" charset="2"/>
              <a:buChar char="§"/>
              <a:defRPr sz="2400">
                <a:solidFill>
                  <a:schemeClr val="bg1"/>
                </a:solidFill>
              </a:defRPr>
            </a:lvl1pPr>
            <a:lvl2pPr marL="640080" indent="-320040">
              <a:lnSpc>
                <a:spcPct val="100000"/>
              </a:lnSpc>
              <a:spcBef>
                <a:spcPts val="600"/>
              </a:spcBef>
              <a:buClr>
                <a:schemeClr val="accent3"/>
              </a:buClr>
              <a:buSzPct val="75000"/>
              <a:buFont typeface="System Font Regular"/>
              <a:buChar char="ᐳ"/>
              <a:defRPr sz="2000">
                <a:solidFill>
                  <a:schemeClr val="bg1"/>
                </a:solidFill>
              </a:defRPr>
            </a:lvl2pPr>
            <a:lvl3pPr marL="960120" indent="-320040">
              <a:lnSpc>
                <a:spcPct val="100000"/>
              </a:lnSpc>
              <a:spcBef>
                <a:spcPts val="600"/>
              </a:spcBef>
              <a:buClr>
                <a:schemeClr val="accent3"/>
              </a:buClr>
              <a:buFont typeface="Wingdings" pitchFamily="2" charset="2"/>
              <a:buChar char="§"/>
              <a:defRPr sz="1600">
                <a:solidFill>
                  <a:schemeClr val="bg1"/>
                </a:solidFill>
              </a:defRPr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E7334F-3FA0-594B-8074-A9C80DBB0962}"/>
              </a:ext>
            </a:extLst>
          </p:cNvPr>
          <p:cNvSpPr/>
          <p:nvPr userDrawn="1"/>
        </p:nvSpPr>
        <p:spPr>
          <a:xfrm>
            <a:off x="0" y="6775704"/>
            <a:ext cx="12192000" cy="8229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2536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r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365760" y="332462"/>
            <a:ext cx="8724900" cy="579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4400"/>
            </a:lvl1pPr>
          </a:lstStyle>
          <a:p>
            <a:pPr marL="0" lvl="0" indent="0">
              <a:lnSpc>
                <a:spcPct val="110000"/>
              </a:lnSpc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3207E-6432-BF48-94AB-98FAA05DEDE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2F66B414-0BAA-254F-A54B-9A4CBE4CF7B4}" type="datetime1">
              <a:rPr lang="en-US" smtClean="0"/>
              <a:pPr/>
              <a:t>12/8/2022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EC6E52-E3D3-F048-893B-E66A24ECA9E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4AD13E-C264-3C44-919D-FFC8D02515D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2530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023F6B-8ED6-8D4C-8831-2877786E7E6A}"/>
              </a:ext>
            </a:extLst>
          </p:cNvPr>
          <p:cNvSpPr txBox="1"/>
          <p:nvPr userDrawn="1"/>
        </p:nvSpPr>
        <p:spPr>
          <a:xfrm>
            <a:off x="7030360" y="4739261"/>
            <a:ext cx="1915589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1200" i="1" spc="150" baseline="0" dirty="0">
                <a:solidFill>
                  <a:schemeClr val="accent6"/>
                </a:solidFill>
                <a:latin typeface="+mj-lt"/>
              </a:rPr>
              <a:t>ECHELON</a:t>
            </a:r>
            <a:r>
              <a:rPr lang="en-US" sz="1200" i="1" spc="150" baseline="0" dirty="0">
                <a:solidFill>
                  <a:schemeClr val="accent6"/>
                </a:solidFill>
              </a:rPr>
              <a:t>CYBER.COM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4299CBA-498A-9B4E-B589-1A3DC40670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1700" y="3520228"/>
            <a:ext cx="4211054" cy="149603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A0BC911-98F3-3B4D-98DD-F57533B6C7C2}"/>
              </a:ext>
            </a:extLst>
          </p:cNvPr>
          <p:cNvSpPr/>
          <p:nvPr userDrawn="1"/>
        </p:nvSpPr>
        <p:spPr>
          <a:xfrm>
            <a:off x="0" y="0"/>
            <a:ext cx="12192000" cy="167848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2066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Al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2854B46-0FC9-6548-A7E0-D71F2960F606}"/>
              </a:ext>
            </a:extLst>
          </p:cNvPr>
          <p:cNvSpPr txBox="1"/>
          <p:nvPr userDrawn="1"/>
        </p:nvSpPr>
        <p:spPr>
          <a:xfrm>
            <a:off x="7030360" y="4739261"/>
            <a:ext cx="1915589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1200" i="1" spc="150" baseline="0" dirty="0">
                <a:solidFill>
                  <a:schemeClr val="accent6"/>
                </a:solidFill>
                <a:latin typeface="+mj-lt"/>
              </a:rPr>
              <a:t>ECHELON</a:t>
            </a:r>
            <a:r>
              <a:rPr lang="en-US" sz="1200" i="1" spc="150" baseline="0" dirty="0">
                <a:solidFill>
                  <a:schemeClr val="accent6"/>
                </a:solidFill>
              </a:rPr>
              <a:t>CYBER.COM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3365B32-99EB-DE4B-BE0C-74A9317151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1700" y="3520228"/>
            <a:ext cx="4211054" cy="149603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96D8E30-22E2-004C-9FD6-21113F5133F5}"/>
              </a:ext>
            </a:extLst>
          </p:cNvPr>
          <p:cNvSpPr/>
          <p:nvPr userDrawn="1"/>
        </p:nvSpPr>
        <p:spPr>
          <a:xfrm>
            <a:off x="0" y="0"/>
            <a:ext cx="12192000" cy="16784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208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3.sv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" y="234834"/>
            <a:ext cx="11887200" cy="2743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759" y="914400"/>
            <a:ext cx="11469189" cy="502920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3748" y="6419635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 spc="100" baseline="0">
                <a:solidFill>
                  <a:schemeClr val="accent1"/>
                </a:solidFill>
                <a:latin typeface="+mn-lt"/>
              </a:defRPr>
            </a:lvl1pPr>
          </a:lstStyle>
          <a:p>
            <a:fld id="{2F66B414-0BAA-254F-A54B-9A4CBE4CF7B4}" type="datetime1">
              <a:rPr lang="en-US" smtClean="0"/>
              <a:pPr/>
              <a:t>12/8/2022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38574" y="6419635"/>
            <a:ext cx="567911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 cap="all" spc="1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5448" y="6419088"/>
            <a:ext cx="48683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accent1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59AC75E-4507-C64E-B252-F6F9A543E357}"/>
              </a:ext>
            </a:extLst>
          </p:cNvPr>
          <p:cNvPicPr>
            <a:picLocks noChangeAspect="1"/>
          </p:cNvPicPr>
          <p:nvPr userDrawn="1"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0112857" y="6117336"/>
            <a:ext cx="1818571" cy="48463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17115A7-3AED-3D48-A200-10C4D563DB7D}"/>
              </a:ext>
            </a:extLst>
          </p:cNvPr>
          <p:cNvSpPr/>
          <p:nvPr userDrawn="1"/>
        </p:nvSpPr>
        <p:spPr>
          <a:xfrm>
            <a:off x="0" y="6775704"/>
            <a:ext cx="12192000" cy="8229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4" r:id="rId2"/>
    <p:sldLayoutId id="2147483659" r:id="rId3"/>
    <p:sldLayoutId id="2147483658" r:id="rId4"/>
    <p:sldLayoutId id="2147483650" r:id="rId5"/>
    <p:sldLayoutId id="2147483651" r:id="rId6"/>
    <p:sldLayoutId id="2147483662" r:id="rId7"/>
    <p:sldLayoutId id="214748366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1" r:id="rId21"/>
    <p:sldLayoutId id="2147483657" r:id="rId22"/>
    <p:sldLayoutId id="2147483660" r:id="rId23"/>
  </p:sldLayoutIdLst>
  <p:hf hdr="0" ft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1800" b="0" i="0" kern="1200" cap="all" spc="10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00000"/>
        </a:lnSpc>
        <a:spcBef>
          <a:spcPts val="600"/>
        </a:spcBef>
        <a:spcAft>
          <a:spcPts val="1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320040" algn="l" defTabSz="914400" rtl="0" eaLnBrk="1" latinLnBrk="0" hangingPunct="1">
        <a:lnSpc>
          <a:spcPct val="100000"/>
        </a:lnSpc>
        <a:spcBef>
          <a:spcPts val="600"/>
        </a:spcBef>
        <a:spcAft>
          <a:spcPts val="1200"/>
        </a:spcAft>
        <a:buClr>
          <a:schemeClr val="accent2"/>
        </a:buClr>
        <a:buFont typeface="Wingdings 3" pitchFamily="18" charset="2"/>
        <a:buChar char="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indent="-320040" algn="l" defTabSz="914400" rtl="0" eaLnBrk="1" latinLnBrk="0" hangingPunct="1">
        <a:lnSpc>
          <a:spcPct val="100000"/>
        </a:lnSpc>
        <a:spcBef>
          <a:spcPts val="600"/>
        </a:spcBef>
        <a:spcAft>
          <a:spcPts val="1200"/>
        </a:spcAft>
        <a:buClr>
          <a:schemeClr val="accent2"/>
        </a:buClr>
        <a:buSzPct val="75000"/>
        <a:buFont typeface="System Font Regular"/>
        <a:buChar char="ᐳ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320040" algn="l" defTabSz="914400" rtl="0" eaLnBrk="1" latinLnBrk="0" hangingPunct="1">
        <a:lnSpc>
          <a:spcPct val="100000"/>
        </a:lnSpc>
        <a:spcBef>
          <a:spcPts val="600"/>
        </a:spcBef>
        <a:spcAft>
          <a:spcPts val="1200"/>
        </a:spcAft>
        <a:buClr>
          <a:schemeClr val="accent2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tx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office.com/Pages/DesignPageV2.aspx?origin=NeoPortalPage&amp;subpage=design&amp;id=Tmz1gouIxEqkMwdosXJBAVMDRqctzk5JtPi4Mtdc_n9UN0dUSVZRQ1RSMjJVWlhNRURNOE4zQVoxUC4u" TargetMode="Externa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A65570-36B4-8C46-9142-14AF6F0C1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98079-21CE-E14E-9A10-1B1BB8AD3EFD}" type="datetime1">
              <a:rPr lang="en-US" smtClean="0"/>
              <a:t>12/8/2022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C7165C-FEEF-A943-928B-3BF0874D7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2F0077F-DCBA-B14D-9C45-669B926283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People &amp;</a:t>
            </a:r>
            <a:br>
              <a:rPr lang="en-US" dirty="0"/>
            </a:br>
            <a:r>
              <a:rPr lang="en-US" dirty="0"/>
              <a:t>Talent Acquisition</a:t>
            </a:r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081010B0-5733-8DDF-64D0-FB3EF11EE2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/>
              <a:t>Lauren Darby &amp; Diego Ancira</a:t>
            </a:r>
          </a:p>
        </p:txBody>
      </p:sp>
    </p:spTree>
    <p:extLst>
      <p:ext uri="{BB962C8B-B14F-4D97-AF65-F5344CB8AC3E}">
        <p14:creationId xmlns:p14="http://schemas.microsoft.com/office/powerpoint/2010/main" val="3753480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5005C9A-9343-4A04-949C-50A43896B24A}"/>
              </a:ext>
            </a:extLst>
          </p:cNvPr>
          <p:cNvSpPr/>
          <p:nvPr/>
        </p:nvSpPr>
        <p:spPr>
          <a:xfrm>
            <a:off x="152405" y="914400"/>
            <a:ext cx="5486395" cy="476724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defTabSz="913868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accent2"/>
              </a:buClr>
              <a:buSzPct val="100000"/>
              <a:defRPr/>
            </a:pPr>
            <a:r>
              <a:rPr lang="en-US" sz="240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With 8+ years of experience in Talent Acquisition and HR, Diego has worked with teams in the US, UK, and </a:t>
            </a:r>
            <a:r>
              <a:rPr lang="en-US" sz="240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LatAm</a:t>
            </a:r>
            <a:r>
              <a:rPr lang="en-US" sz="240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 at several companies, including </a:t>
            </a:r>
            <a:r>
              <a:rPr lang="en-US" sz="240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Revolut</a:t>
            </a:r>
            <a:r>
              <a:rPr lang="en-US" sz="240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, Flex, AstraZeneca, and HPE. </a:t>
            </a:r>
          </a:p>
          <a:p>
            <a:pPr defTabSz="913868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accent2"/>
              </a:buClr>
              <a:buSzPct val="100000"/>
              <a:defRPr/>
            </a:pPr>
            <a:r>
              <a:rPr lang="en-US" sz="2400">
                <a:latin typeface="Roboto" panose="02000000000000000000" pitchFamily="2" charset="0"/>
                <a:ea typeface="Roboto" panose="02000000000000000000" pitchFamily="2" charset="0"/>
              </a:rPr>
              <a:t>L</a:t>
            </a:r>
            <a:r>
              <a:rPr lang="en-US" sz="240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ed two company hiring ramps and several Employee Resource Groups (ERGs) — volunteer groups organized by teams to promote diversity and inclusion in the workplace —for women in tech and mental health awareness.</a:t>
            </a:r>
            <a:endParaRPr lang="en-US" sz="240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026" name="Picture 2" descr="Profile photo of Diego Ancira Grover">
            <a:extLst>
              <a:ext uri="{FF2B5EF4-FFF2-40B4-BE49-F238E27FC236}">
                <a16:creationId xmlns:a16="http://schemas.microsoft.com/office/drawing/2014/main" id="{B9DE43BE-9891-19F3-05A1-0C58D9FAFD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108"/>
          <a:stretch/>
        </p:blipFill>
        <p:spPr bwMode="auto">
          <a:xfrm>
            <a:off x="6360481" y="914400"/>
            <a:ext cx="5486395" cy="4767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DCB4A85-0FB8-57EA-E1D6-435E8F7CA2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5200" y="6419634"/>
            <a:ext cx="2154143" cy="2743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72F7C1B-92C0-D444-A7AB-E9200D71226D}" type="datetime4">
              <a:rPr lang="en-US" smtClean="0"/>
              <a:pPr>
                <a:spcAft>
                  <a:spcPts val="600"/>
                </a:spcAft>
              </a:pPr>
              <a:t>December 8, 2022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7C6BAF74-8869-3B0E-B379-BE1C308C9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92642" y="6419634"/>
            <a:ext cx="5679113" cy="2743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b="0" i="1" kern="1200" cap="all" spc="0" baseline="0"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Document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F258C5-6523-1948-A7B6-335B4E2F9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2405" y="6419086"/>
            <a:ext cx="486833" cy="2743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FAB73BC-B049-4115-A692-8D63A059BFB8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EA1002-7B5B-2D43-B030-CE317EDE8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6" y="234834"/>
            <a:ext cx="11887190" cy="27432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b="1" i="1" kern="1200" cap="none" spc="0" baseline="0" dirty="0">
                <a:latin typeface="Roboto" panose="02000000000000000000" pitchFamily="2" charset="0"/>
                <a:ea typeface="Roboto" panose="02000000000000000000" pitchFamily="2" charset="0"/>
                <a:cs typeface="+mj-cs"/>
              </a:rPr>
              <a:t>Excited to be here!!</a:t>
            </a:r>
          </a:p>
        </p:txBody>
      </p:sp>
    </p:spTree>
    <p:extLst>
      <p:ext uri="{BB962C8B-B14F-4D97-AF65-F5344CB8AC3E}">
        <p14:creationId xmlns:p14="http://schemas.microsoft.com/office/powerpoint/2010/main" val="378684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CAAC5CC0-9D6E-4DCB-9EE1-73BDC9CBE7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5" y="1143000"/>
            <a:ext cx="11429996" cy="3185616"/>
          </a:xfrm>
        </p:spPr>
        <p:txBody>
          <a:bodyPr wrap="square">
            <a:spAutoFit/>
          </a:bodyPr>
          <a:lstStyle/>
          <a:p>
            <a:pPr defTabSz="457139"/>
            <a:r>
              <a:rPr lang="en-US" dirty="0">
                <a:latin typeface="+mn-lt"/>
                <a:ea typeface="+mn-ea"/>
              </a:rPr>
              <a:t>Inbound vs Outbound Recruitment</a:t>
            </a:r>
          </a:p>
          <a:p>
            <a:pPr marL="982607" lvl="1" indent="-342900" defTabSz="457139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  <a:ea typeface="+mn-ea"/>
              </a:rPr>
              <a:t>Careers site job postings </a:t>
            </a:r>
          </a:p>
          <a:p>
            <a:pPr marL="982607" lvl="1" indent="-342900" defTabSz="457139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  <a:ea typeface="+mn-ea"/>
              </a:rPr>
              <a:t>Job Boards –</a:t>
            </a:r>
          </a:p>
          <a:p>
            <a:pPr marL="982607" lvl="1" indent="-342900" defTabSz="457139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  <a:ea typeface="+mn-ea"/>
              </a:rPr>
              <a:t>Partnerships with Universities for job fairs, internships, guest speaking, competitions, and more</a:t>
            </a:r>
          </a:p>
          <a:p>
            <a:pPr marL="982607" lvl="1" indent="-342900" defTabSz="457139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  <a:ea typeface="+mn-ea"/>
              </a:rPr>
              <a:t>Active sourcing and Sourcing Parties</a:t>
            </a:r>
            <a:endParaRPr lang="en-US" sz="1200" dirty="0">
              <a:latin typeface="+mn-lt"/>
              <a:ea typeface="+mn-ea"/>
            </a:endParaRPr>
          </a:p>
          <a:p>
            <a:pPr defTabSz="457139"/>
            <a:endParaRPr lang="es-MX" sz="1801" dirty="0">
              <a:latin typeface="+mn-lt"/>
              <a:ea typeface="+mn-ea"/>
            </a:endParaRP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3634B07-5BD9-4598-BF01-32ED01672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B782D-3E9F-C14A-9AFF-225A921953D6}" type="datetime4">
              <a:rPr lang="en-US" smtClean="0"/>
              <a:t>December 8, 2022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B8A4582-B58A-46B2-BF1C-FA3D92093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Document Title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D4427EF-EC5F-4D1C-9263-FD7259548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3</a:t>
            </a:fld>
            <a:endParaRPr lang="en-US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AC370A7A-01E9-4F37-A883-D1AB89EC7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400"/>
              <a:t>Hiring Strategy</a:t>
            </a:r>
            <a:endParaRPr lang="es-MX" sz="2400"/>
          </a:p>
        </p:txBody>
      </p:sp>
    </p:spTree>
    <p:extLst>
      <p:ext uri="{BB962C8B-B14F-4D97-AF65-F5344CB8AC3E}">
        <p14:creationId xmlns:p14="http://schemas.microsoft.com/office/powerpoint/2010/main" val="4128661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4B49115-7147-8E49-938D-7B25139FE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05" y="695325"/>
            <a:ext cx="11469189" cy="5029200"/>
          </a:xfrm>
        </p:spPr>
        <p:txBody>
          <a:bodyPr>
            <a:normAutofit fontScale="92500" lnSpcReduction="20000"/>
          </a:bodyPr>
          <a:lstStyle/>
          <a:p>
            <a:r>
              <a:rPr lang="en-US" sz="2400" b="1" i="1" dirty="0">
                <a:latin typeface="Franklin Gothic Book" panose="020B0503020102020204" pitchFamily="34" charset="0"/>
              </a:rPr>
              <a:t>Kickoff Form</a:t>
            </a:r>
          </a:p>
          <a:p>
            <a:pPr marL="1062990" lvl="1" indent="-514350"/>
            <a:r>
              <a:rPr lang="en-US" sz="2000" b="1" i="1" dirty="0">
                <a:latin typeface="Franklin Gothic Book" panose="020B0503020102020204" pitchFamily="34" charset="0"/>
              </a:rPr>
              <a:t>Standardizing process</a:t>
            </a:r>
          </a:p>
          <a:p>
            <a:endParaRPr lang="en-US" sz="2400" b="1" i="1" dirty="0">
              <a:latin typeface="Franklin Gothic Book" panose="020B0503020102020204" pitchFamily="34" charset="0"/>
            </a:endParaRPr>
          </a:p>
          <a:p>
            <a:r>
              <a:rPr lang="en-US" sz="2400" b="1" i="1" dirty="0">
                <a:latin typeface="Franklin Gothic Book" panose="020B0503020102020204" pitchFamily="34" charset="0"/>
              </a:rPr>
              <a:t>Job Opening Request</a:t>
            </a:r>
          </a:p>
          <a:p>
            <a:pPr marL="1062990" lvl="1" indent="-514350"/>
            <a:r>
              <a:rPr lang="en-US" sz="2000" b="1" i="1" dirty="0">
                <a:latin typeface="Franklin Gothic Book" panose="020B0503020102020204" pitchFamily="34" charset="0"/>
              </a:rPr>
              <a:t>Steps to follow</a:t>
            </a:r>
          </a:p>
          <a:p>
            <a:endParaRPr lang="en-US" sz="2400" dirty="0">
              <a:latin typeface="Franklin Gothic Book" panose="020B0503020102020204" pitchFamily="34" charset="0"/>
            </a:endParaRPr>
          </a:p>
          <a:p>
            <a:r>
              <a:rPr lang="en-US" sz="2400" b="1" i="1" dirty="0">
                <a:latin typeface="Franklin Gothic Book" panose="020B0503020102020204" pitchFamily="34" charset="0"/>
              </a:rPr>
              <a:t>Interview Process</a:t>
            </a:r>
          </a:p>
          <a:p>
            <a:pPr marL="1062990" lvl="1" indent="-514350"/>
            <a:r>
              <a:rPr lang="en-US" sz="2000" b="1" i="1" dirty="0">
                <a:latin typeface="Franklin Gothic Book" panose="020B0503020102020204" pitchFamily="34" charset="0"/>
              </a:rPr>
              <a:t>What we do and what you can expect</a:t>
            </a:r>
          </a:p>
          <a:p>
            <a:endParaRPr lang="en-US" sz="2400" dirty="0">
              <a:latin typeface="Franklin Gothic Book" panose="020B0503020102020204" pitchFamily="34" charset="0"/>
            </a:endParaRPr>
          </a:p>
          <a:p>
            <a:r>
              <a:rPr lang="en-US" sz="2400" b="1" i="1" dirty="0">
                <a:latin typeface="Franklin Gothic Book" panose="020B0503020102020204" pitchFamily="34" charset="0"/>
              </a:rPr>
              <a:t>Referral Bonus</a:t>
            </a:r>
          </a:p>
          <a:p>
            <a:endParaRPr lang="es-ES" sz="2400" noProof="1">
              <a:latin typeface="Franklin Gothic Book" panose="020B050302010202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49EC3-37E4-294C-BAE6-56E177C53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98079-21CE-E14E-9A10-1B1BB8AD3EFD}" type="datetime1">
              <a:rPr lang="en-US" smtClean="0"/>
              <a:pPr/>
              <a:t>12/8/2022</a:t>
            </a:fld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F258C5-6523-1948-A7B6-335B4E2F9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752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4E9B695-7DC8-7F46-875A-60AEB0F3A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800" b="1" i="1" dirty="0">
                <a:latin typeface="Franklin Gothic Book" panose="020B0503020102020204" pitchFamily="34" charset="0"/>
              </a:rPr>
              <a:t>Resource Request Received </a:t>
            </a:r>
          </a:p>
          <a:p>
            <a:pPr marL="0" indent="0">
              <a:buNone/>
            </a:pPr>
            <a:r>
              <a:rPr lang="en-US" sz="2800" dirty="0">
                <a:latin typeface="Franklin Gothic Book" panose="020B0503020102020204" pitchFamily="34" charset="0"/>
              </a:rPr>
              <a:t>a. Fill out the Kickoff form, by this point you should have the Job Description ready</a:t>
            </a:r>
          </a:p>
          <a:p>
            <a:pPr marL="0" indent="0">
              <a:buNone/>
            </a:pPr>
            <a:r>
              <a:rPr lang="en-US" sz="2800" dirty="0">
                <a:latin typeface="Franklin Gothic Book" panose="020B0503020102020204" pitchFamily="34" charset="0"/>
              </a:rPr>
              <a:t>b. Request to begin recruiting/hiring for a specific role comes</a:t>
            </a:r>
          </a:p>
          <a:p>
            <a:pPr marL="0" indent="0">
              <a:buNone/>
            </a:pPr>
            <a:r>
              <a:rPr lang="en-US" sz="2800" dirty="0">
                <a:latin typeface="Franklin Gothic Book" panose="020B0503020102020204" pitchFamily="34" charset="0"/>
              </a:rPr>
              <a:t>c. Received by Diego Ancira and Lauren Darby</a:t>
            </a:r>
          </a:p>
          <a:p>
            <a:pPr marL="0" indent="0">
              <a:buNone/>
            </a:pPr>
            <a:endParaRPr lang="en-US" sz="2800" dirty="0">
              <a:latin typeface="Franklin Gothic Book" panose="020B0503020102020204" pitchFamily="34" charset="0"/>
            </a:endParaRPr>
          </a:p>
          <a:p>
            <a:pPr marL="0" indent="0">
              <a:buNone/>
            </a:pPr>
            <a:r>
              <a:rPr lang="en-US" sz="2800" b="1" i="1" dirty="0">
                <a:latin typeface="Franklin Gothic Book" panose="020B0503020102020204" pitchFamily="34" charset="0"/>
              </a:rPr>
              <a:t>Clarify Request</a:t>
            </a:r>
          </a:p>
          <a:p>
            <a:pPr marL="0" indent="0">
              <a:buNone/>
            </a:pPr>
            <a:r>
              <a:rPr lang="en-US" sz="2800" dirty="0">
                <a:latin typeface="Franklin Gothic Book" panose="020B0503020102020204" pitchFamily="34" charset="0"/>
              </a:rPr>
              <a:t>a. Talent Acquisition or People responds back to business and loops in Matt</a:t>
            </a:r>
          </a:p>
          <a:p>
            <a:pPr marL="0" indent="0">
              <a:buNone/>
            </a:pPr>
            <a:r>
              <a:rPr lang="en-US" sz="2800" dirty="0">
                <a:latin typeface="Franklin Gothic Book" panose="020B0503020102020204" pitchFamily="34" charset="0"/>
              </a:rPr>
              <a:t>b. Business clarify the desired resource need and what the hire is for (i.e. capability expansion, specific pursuit, sold work, hiring for growth, etc.)</a:t>
            </a:r>
          </a:p>
          <a:p>
            <a:pPr marL="0" indent="0">
              <a:buNone/>
            </a:pPr>
            <a:r>
              <a:rPr lang="en-US" sz="2800" dirty="0">
                <a:latin typeface="Franklin Gothic Book" panose="020B0503020102020204" pitchFamily="34" charset="0"/>
              </a:rPr>
              <a:t>c. Upon receiving this clarification, Matt may deny request right away or tell business/people team to proceed with defining the hiring need</a:t>
            </a:r>
          </a:p>
          <a:p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ADF6855-92B0-C94C-A001-0A952A637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Job opening Request </a:t>
            </a:r>
          </a:p>
        </p:txBody>
      </p:sp>
    </p:spTree>
    <p:extLst>
      <p:ext uri="{BB962C8B-B14F-4D97-AF65-F5344CB8AC3E}">
        <p14:creationId xmlns:p14="http://schemas.microsoft.com/office/powerpoint/2010/main" val="3867880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4E9B695-7DC8-7F46-875A-60AEB0F3A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i="1" dirty="0">
                <a:latin typeface="Franklin Gothic Book" panose="020B0503020102020204" pitchFamily="34" charset="0"/>
              </a:rPr>
              <a:t>Job Requisition Review - </a:t>
            </a:r>
            <a:r>
              <a:rPr lang="en-US" sz="2400" dirty="0">
                <a:latin typeface="Franklin Gothic Book" panose="020B0503020102020204" pitchFamily="34" charset="0"/>
              </a:rPr>
              <a:t>Assuming the request goes forward</a:t>
            </a:r>
          </a:p>
          <a:p>
            <a:pPr marL="0" indent="0">
              <a:buNone/>
            </a:pPr>
            <a:r>
              <a:rPr lang="en-US" sz="2400" dirty="0">
                <a:latin typeface="Franklin Gothic Book" panose="020B0503020102020204" pitchFamily="34" charset="0"/>
              </a:rPr>
              <a:t>a. Once the job posting is built out, Matt/People Team to review and determine an estimate of the final cost of the employee (and US/MX hiring profile)</a:t>
            </a:r>
          </a:p>
          <a:p>
            <a:pPr marL="0" indent="0">
              <a:buNone/>
            </a:pPr>
            <a:r>
              <a:rPr lang="en-US" sz="2400" dirty="0">
                <a:latin typeface="Franklin Gothic Book" panose="020B0503020102020204" pitchFamily="34" charset="0"/>
              </a:rPr>
              <a:t>b. This will be coupled with the continued evolution of the needs at the Company based on recent wins, project shifts, etc.</a:t>
            </a:r>
          </a:p>
          <a:p>
            <a:pPr marL="0" indent="0">
              <a:buNone/>
            </a:pPr>
            <a:r>
              <a:rPr lang="en-US" sz="2400" dirty="0">
                <a:latin typeface="Franklin Gothic Book" panose="020B0503020102020204" pitchFamily="34" charset="0"/>
              </a:rPr>
              <a:t>c. Talent Acquisition conducts a Kickoff session with the previous form filled</a:t>
            </a:r>
          </a:p>
          <a:p>
            <a:pPr marL="0" indent="0">
              <a:buNone/>
            </a:pPr>
            <a:r>
              <a:rPr lang="en-US" sz="2400" dirty="0">
                <a:latin typeface="Franklin Gothic Book" panose="020B0503020102020204" pitchFamily="34" charset="0"/>
              </a:rPr>
              <a:t>d. Upon this review, we determine to post the job and move forward or Matt goes back to business team to push back and ask questions</a:t>
            </a:r>
            <a:endParaRPr lang="es-ES" sz="2400" noProof="1">
              <a:latin typeface="Franklin Gothic Book" panose="020B0503020102020204" pitchFamily="34" charset="0"/>
            </a:endParaRPr>
          </a:p>
          <a:p>
            <a:endParaRPr lang="en-US" sz="240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ADF6855-92B0-C94C-A001-0A952A637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Job opening Request </a:t>
            </a:r>
          </a:p>
        </p:txBody>
      </p:sp>
    </p:spTree>
    <p:extLst>
      <p:ext uri="{BB962C8B-B14F-4D97-AF65-F5344CB8AC3E}">
        <p14:creationId xmlns:p14="http://schemas.microsoft.com/office/powerpoint/2010/main" val="1032395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01D3FF-7324-5348-ABD9-D405A6ED7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EE111B4D-9D16-2843-8C28-AFDAED1CE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286" b="1" i="1" dirty="0">
                <a:solidFill>
                  <a:schemeClr val="bg2"/>
                </a:solidFill>
                <a:latin typeface="Franklin Gothic Book" panose="020B0503020102020204" pitchFamily="34" charset="0"/>
                <a:ea typeface="+mn-ea"/>
                <a:cs typeface="+mn-cs"/>
              </a:rPr>
              <a:t>Standard Interview Process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2542F73-1A16-7D34-8B7C-E01C02E920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6768" y="1689465"/>
            <a:ext cx="360010" cy="41144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FCB87A4-77B4-B876-7B84-DA648AA0442C}"/>
              </a:ext>
            </a:extLst>
          </p:cNvPr>
          <p:cNvSpPr/>
          <p:nvPr/>
        </p:nvSpPr>
        <p:spPr>
          <a:xfrm>
            <a:off x="2084462" y="2332072"/>
            <a:ext cx="1604616" cy="277721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61716" tIns="61716" rIns="61716" bIns="61716" rtlCol="0" anchor="t"/>
          <a:lstStyle/>
          <a:p>
            <a:pPr algn="ctr"/>
            <a:r>
              <a:rPr lang="en-US" sz="945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Introduction Call</a:t>
            </a:r>
          </a:p>
          <a:p>
            <a:pPr algn="ctr"/>
            <a:r>
              <a:rPr lang="en-US" sz="945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(~30-45 minutes)</a:t>
            </a:r>
          </a:p>
          <a:p>
            <a:endParaRPr lang="en-US" sz="945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r>
              <a:rPr lang="en-US" sz="945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Agenda:</a:t>
            </a:r>
          </a:p>
          <a:p>
            <a:pPr marL="192872" indent="-192872">
              <a:buFont typeface="Arial" panose="020B0604020202020204" pitchFamily="34" charset="0"/>
              <a:buChar char="•"/>
            </a:pPr>
            <a:r>
              <a:rPr lang="en-US" sz="945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Overview of Interview Process</a:t>
            </a:r>
          </a:p>
          <a:p>
            <a:pPr marL="192872" indent="-192872">
              <a:buFont typeface="Arial" panose="020B0604020202020204" pitchFamily="34" charset="0"/>
              <a:buChar char="•"/>
            </a:pPr>
            <a:r>
              <a:rPr lang="en-US" sz="945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Candidate Questions</a:t>
            </a:r>
          </a:p>
          <a:p>
            <a:endParaRPr lang="en-US" sz="945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r>
              <a:rPr lang="en-US" sz="945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Facilitator: Diego</a:t>
            </a:r>
          </a:p>
          <a:p>
            <a:endParaRPr lang="en-US" sz="945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538EF5-1EC8-41F3-A7D1-C635971C5F9A}"/>
              </a:ext>
            </a:extLst>
          </p:cNvPr>
          <p:cNvSpPr/>
          <p:nvPr/>
        </p:nvSpPr>
        <p:spPr>
          <a:xfrm>
            <a:off x="3689076" y="2332072"/>
            <a:ext cx="1604616" cy="277721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61716" tIns="61716" rIns="61716" bIns="61716" rtlCol="0" anchor="t"/>
          <a:lstStyle/>
          <a:p>
            <a:pPr algn="ctr"/>
            <a:r>
              <a:rPr lang="en-US" sz="945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Technical Skills Interview</a:t>
            </a:r>
          </a:p>
          <a:p>
            <a:pPr algn="ctr"/>
            <a:r>
              <a:rPr lang="en-US" sz="945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(~30-45 minutes)</a:t>
            </a:r>
          </a:p>
          <a:p>
            <a:pPr algn="ctr"/>
            <a:endParaRPr lang="en-US" sz="945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r>
              <a:rPr lang="en-US" sz="945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Agenda:</a:t>
            </a:r>
          </a:p>
          <a:p>
            <a:pPr marL="192872" indent="-192872">
              <a:buFont typeface="Arial" panose="020B0604020202020204" pitchFamily="34" charset="0"/>
              <a:buChar char="•"/>
            </a:pPr>
            <a:r>
              <a:rPr lang="en-US" sz="945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TBD</a:t>
            </a:r>
          </a:p>
          <a:p>
            <a:endParaRPr lang="en-US" sz="945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r>
              <a:rPr lang="en-US" sz="945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Facilitator: Hiring Manager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FEB757-89B5-19B5-8E22-8C8AEBF5C137}"/>
              </a:ext>
            </a:extLst>
          </p:cNvPr>
          <p:cNvSpPr/>
          <p:nvPr/>
        </p:nvSpPr>
        <p:spPr>
          <a:xfrm>
            <a:off x="8502917" y="2332072"/>
            <a:ext cx="1604616" cy="277721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61716" tIns="61716" rIns="61716" bIns="61716" rtlCol="0" anchor="t"/>
          <a:lstStyle/>
          <a:p>
            <a:pPr algn="ctr"/>
            <a:r>
              <a:rPr lang="en-US" sz="945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Feedback Loop</a:t>
            </a:r>
          </a:p>
          <a:p>
            <a:pPr algn="ctr"/>
            <a:endParaRPr lang="en-US" sz="945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r>
              <a:rPr lang="en-US" sz="945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Either send “Thank You” email OR make offer (with call as needed)</a:t>
            </a:r>
          </a:p>
          <a:p>
            <a:pPr marL="192872" indent="-192872">
              <a:buFont typeface="Arial" panose="020B0604020202020204" pitchFamily="34" charset="0"/>
              <a:buChar char="•"/>
            </a:pPr>
            <a:endParaRPr lang="en-US" sz="945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192872" indent="-192872">
              <a:buFont typeface="Arial" panose="020B0604020202020204" pitchFamily="34" charset="0"/>
              <a:buChar char="•"/>
            </a:pPr>
            <a:endParaRPr lang="en-US" sz="945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endParaRPr lang="en-US" sz="945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r>
              <a:rPr lang="en-US" sz="945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Facilitator: Diego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6B9D8B-7A2F-3BD6-1F39-345DF852703A}"/>
              </a:ext>
            </a:extLst>
          </p:cNvPr>
          <p:cNvSpPr/>
          <p:nvPr/>
        </p:nvSpPr>
        <p:spPr>
          <a:xfrm>
            <a:off x="5293687" y="2332072"/>
            <a:ext cx="1604616" cy="277721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61716" tIns="61716" rIns="61716" bIns="61716" rtlCol="0" anchor="t"/>
          <a:lstStyle/>
          <a:p>
            <a:pPr algn="ctr"/>
            <a:r>
              <a:rPr lang="en-US" sz="945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Business Process Interview</a:t>
            </a:r>
          </a:p>
          <a:p>
            <a:pPr algn="ctr"/>
            <a:r>
              <a:rPr lang="en-US" sz="945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(~30-45 minutes)</a:t>
            </a:r>
          </a:p>
          <a:p>
            <a:pPr algn="ctr"/>
            <a:endParaRPr lang="en-US" sz="945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r>
              <a:rPr lang="en-US" sz="945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Agenda:</a:t>
            </a:r>
          </a:p>
          <a:p>
            <a:pPr marL="192872" indent="-192872">
              <a:buFont typeface="Arial" panose="020B0604020202020204" pitchFamily="34" charset="0"/>
              <a:buChar char="•"/>
            </a:pPr>
            <a:r>
              <a:rPr lang="en-US" sz="945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Sales Processes</a:t>
            </a:r>
          </a:p>
          <a:p>
            <a:pPr marL="192872" indent="-192872">
              <a:buFont typeface="Arial" panose="020B0604020202020204" pitchFamily="34" charset="0"/>
              <a:buChar char="•"/>
            </a:pPr>
            <a:r>
              <a:rPr lang="en-US" sz="945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Marketing Processes</a:t>
            </a:r>
          </a:p>
          <a:p>
            <a:pPr marL="192872" indent="-192872">
              <a:buFont typeface="Arial" panose="020B0604020202020204" pitchFamily="34" charset="0"/>
              <a:buChar char="•"/>
            </a:pPr>
            <a:r>
              <a:rPr lang="en-US" sz="945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Customer Success Processes</a:t>
            </a:r>
          </a:p>
          <a:p>
            <a:pPr marL="192872" indent="-192872">
              <a:buFont typeface="Arial" panose="020B0604020202020204" pitchFamily="34" charset="0"/>
              <a:buChar char="•"/>
            </a:pPr>
            <a:endParaRPr lang="en-US" sz="945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endParaRPr lang="en-US" sz="945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r>
              <a:rPr lang="en-US" sz="945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Facilitator: Business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73F757-BF3C-36CD-DB8C-F99C3EB08117}"/>
              </a:ext>
            </a:extLst>
          </p:cNvPr>
          <p:cNvSpPr/>
          <p:nvPr/>
        </p:nvSpPr>
        <p:spPr>
          <a:xfrm>
            <a:off x="6898302" y="2332072"/>
            <a:ext cx="1604616" cy="277721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61716" tIns="61716" rIns="61716" bIns="61716" rtlCol="0" anchor="t"/>
          <a:lstStyle/>
          <a:p>
            <a:pPr algn="ctr"/>
            <a:r>
              <a:rPr lang="en-US" sz="945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Skills Interview</a:t>
            </a:r>
          </a:p>
          <a:p>
            <a:pPr algn="ctr"/>
            <a:r>
              <a:rPr lang="en-US" sz="945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(~30-45 minutes)</a:t>
            </a:r>
          </a:p>
          <a:p>
            <a:pPr algn="ctr"/>
            <a:endParaRPr lang="en-US" sz="945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r>
              <a:rPr lang="en-US" sz="945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Agenda:</a:t>
            </a:r>
          </a:p>
          <a:p>
            <a:pPr marL="192872" indent="-192872">
              <a:buFont typeface="Arial" panose="020B0604020202020204" pitchFamily="34" charset="0"/>
              <a:buChar char="•"/>
            </a:pPr>
            <a:r>
              <a:rPr lang="en-US" sz="945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Client Relations</a:t>
            </a:r>
          </a:p>
          <a:p>
            <a:pPr marL="192872" indent="-192872">
              <a:buFont typeface="Arial" panose="020B0604020202020204" pitchFamily="34" charset="0"/>
              <a:buChar char="•"/>
            </a:pPr>
            <a:r>
              <a:rPr lang="en-US" sz="945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Presentation Skills</a:t>
            </a:r>
          </a:p>
          <a:p>
            <a:pPr marL="192872" indent="-192872">
              <a:buFont typeface="Arial" panose="020B0604020202020204" pitchFamily="34" charset="0"/>
              <a:buChar char="•"/>
            </a:pPr>
            <a:endParaRPr lang="en-US" sz="945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192872" indent="-192872">
              <a:buFont typeface="Arial" panose="020B0604020202020204" pitchFamily="34" charset="0"/>
              <a:buChar char="•"/>
            </a:pPr>
            <a:endParaRPr lang="en-US" sz="945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192872" indent="-192872">
              <a:buFont typeface="Arial" panose="020B0604020202020204" pitchFamily="34" charset="0"/>
              <a:buChar char="•"/>
            </a:pPr>
            <a:endParaRPr lang="en-US" sz="945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192872" indent="-192872">
              <a:buFont typeface="Arial" panose="020B0604020202020204" pitchFamily="34" charset="0"/>
              <a:buChar char="•"/>
            </a:pPr>
            <a:endParaRPr lang="en-US" sz="945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r>
              <a:rPr lang="en-US" sz="945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Facilitator: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EC06230-0A25-9258-EADF-FA2D6573713C}"/>
              </a:ext>
            </a:extLst>
          </p:cNvPr>
          <p:cNvCxnSpPr/>
          <p:nvPr/>
        </p:nvCxnSpPr>
        <p:spPr>
          <a:xfrm>
            <a:off x="3689077" y="1838388"/>
            <a:ext cx="0" cy="3209229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A6A154B-BECA-D614-5F80-FA4E0F2D90AC}"/>
              </a:ext>
            </a:extLst>
          </p:cNvPr>
          <p:cNvCxnSpPr/>
          <p:nvPr/>
        </p:nvCxnSpPr>
        <p:spPr>
          <a:xfrm>
            <a:off x="5306683" y="1838388"/>
            <a:ext cx="0" cy="3209229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31E4183-89CC-2B0C-91B8-880CFD023645}"/>
              </a:ext>
            </a:extLst>
          </p:cNvPr>
          <p:cNvCxnSpPr/>
          <p:nvPr/>
        </p:nvCxnSpPr>
        <p:spPr>
          <a:xfrm>
            <a:off x="6898301" y="1838388"/>
            <a:ext cx="0" cy="3209229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34C1D60-1EF1-BC63-759F-DDCC1C7AF5F6}"/>
              </a:ext>
            </a:extLst>
          </p:cNvPr>
          <p:cNvCxnSpPr/>
          <p:nvPr/>
        </p:nvCxnSpPr>
        <p:spPr>
          <a:xfrm>
            <a:off x="8502917" y="1838388"/>
            <a:ext cx="0" cy="3209229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A5B1E0A6-1027-82F2-5AFF-6A952F7C2781}"/>
              </a:ext>
            </a:extLst>
          </p:cNvPr>
          <p:cNvSpPr/>
          <p:nvPr/>
        </p:nvSpPr>
        <p:spPr>
          <a:xfrm>
            <a:off x="3689074" y="4842293"/>
            <a:ext cx="4813845" cy="3085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61716" tIns="61716" rIns="61716" bIns="61716" rtlCol="0" anchor="ctr"/>
          <a:lstStyle/>
          <a:p>
            <a:pPr algn="ctr"/>
            <a:r>
              <a:rPr lang="en-US" sz="945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If a candidate is disqualified at any point during these three interviews, proceed immediately to the end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92C3942D-60C0-DFB2-730A-2381671542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03133" y="1688179"/>
            <a:ext cx="385726" cy="41144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0942D85E-7A9A-9121-9F87-D854CF8D505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85800" y="1688179"/>
            <a:ext cx="411440" cy="41144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1BBEC1C9-02ED-4F4D-143E-811112E5101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99505" y="1689465"/>
            <a:ext cx="411440" cy="41144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B47DDB26-FCC3-7EAE-9F7A-583543850FD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494891" y="1689465"/>
            <a:ext cx="411440" cy="411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042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1EA1002-7B5B-2D43-B030-CE317EDE8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Kickoff form</a:t>
            </a:r>
            <a:br>
              <a:rPr lang="en-US" dirty="0"/>
            </a:br>
            <a:br>
              <a:rPr lang="en-US" dirty="0"/>
            </a:br>
            <a:r>
              <a:rPr lang="en-US" dirty="0">
                <a:hlinkClick r:id="rId2"/>
              </a:rPr>
              <a:t>LINK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49EC3-37E4-294C-BAE6-56E177C53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98079-21CE-E14E-9A10-1B1BB8AD3EFD}" type="datetime1">
              <a:rPr lang="en-US" smtClean="0"/>
              <a:pPr/>
              <a:t>12/8/2022</a:t>
            </a:fld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F258C5-6523-1948-A7B6-335B4E2F9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4B49115-7147-8E49-938D-7B25139FE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8175" y="822960"/>
            <a:ext cx="6474929" cy="5184648"/>
          </a:xfrm>
        </p:spPr>
        <p:txBody>
          <a:bodyPr/>
          <a:lstStyle/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Document every requisition we are posting and approving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s-MX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Better understanding of what the team needs before the launching sessions</a:t>
            </a:r>
            <a:endParaRPr lang="es-MX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Have me, the team or future TA members be prepared and gather information about roles, market insights</a:t>
            </a:r>
            <a:endParaRPr lang="es-MX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60125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chelon Template v1">
  <a:themeElements>
    <a:clrScheme name="Echelon">
      <a:dk1>
        <a:srgbClr val="000033"/>
      </a:dk1>
      <a:lt1>
        <a:srgbClr val="FFFFFF"/>
      </a:lt1>
      <a:dk2>
        <a:srgbClr val="000066"/>
      </a:dk2>
      <a:lt2>
        <a:srgbClr val="F2F2F2"/>
      </a:lt2>
      <a:accent1>
        <a:srgbClr val="000066"/>
      </a:accent1>
      <a:accent2>
        <a:srgbClr val="0000CC"/>
      </a:accent2>
      <a:accent3>
        <a:srgbClr val="E0FF00"/>
      </a:accent3>
      <a:accent4>
        <a:srgbClr val="33FF66"/>
      </a:accent4>
      <a:accent5>
        <a:srgbClr val="FFD60D"/>
      </a:accent5>
      <a:accent6>
        <a:srgbClr val="F21D1D"/>
      </a:accent6>
      <a:hlink>
        <a:srgbClr val="0000FF"/>
      </a:hlink>
      <a:folHlink>
        <a:srgbClr val="0000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lIns="91440" tIns="91440" rIns="91440" bIns="91440" rtlCol="0" anchor="ctr"/>
      <a:lstStyle>
        <a:defPPr algn="ctr">
          <a:defRPr sz="2000" dirty="0" smtClean="0">
            <a:solidFill>
              <a:schemeClr val="accent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45720" tIns="45720" rIns="45720" bIns="45720" rtlCol="0">
        <a:normAutofit/>
      </a:bodyPr>
      <a:lstStyle>
        <a:defPPr algn="l">
          <a:spcBef>
            <a:spcPts val="1800"/>
          </a:spcBef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948C5FF7F42654E8BFD9C474085E8D3" ma:contentTypeVersion="19" ma:contentTypeDescription="Create a new document." ma:contentTypeScope="" ma:versionID="913a101e64e13edbacfac83c0f93c015">
  <xsd:schema xmlns:xsd="http://www.w3.org/2001/XMLSchema" xmlns:xs="http://www.w3.org/2001/XMLSchema" xmlns:p="http://schemas.microsoft.com/office/2006/metadata/properties" xmlns:ns2="7da7bdb0-dc76-4f10-9703-507b55c992fc" xmlns:ns3="7c1b799b-9263-4874-b153-9fe32b96900c" targetNamespace="http://schemas.microsoft.com/office/2006/metadata/properties" ma:root="true" ma:fieldsID="a0fa96b220b06b9aab417f097bb1b167" ns2:_="" ns3:_="">
    <xsd:import namespace="7da7bdb0-dc76-4f10-9703-507b55c992fc"/>
    <xsd:import namespace="7c1b799b-9263-4874-b153-9fe32b96900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File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a7bdb0-dc76-4f10-9703-507b55c992f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340be32b-3948-4603-be26-8bd62e0891cc}" ma:internalName="TaxCatchAll" ma:showField="CatchAllData" ma:web="7da7bdb0-dc76-4f10-9703-507b55c992f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1b799b-9263-4874-b153-9fe32b9690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34efe893-eb4a-4167-8877-da8b418b888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Files" ma:index="24" nillable="true" ma:displayName="Files" ma:format="Hyperlink" ma:internalName="Files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Files xmlns="7c1b799b-9263-4874-b153-9fe32b96900c">
      <Url xsi:nil="true"/>
      <Description xsi:nil="true"/>
    </Files>
    <lcf76f155ced4ddcb4097134ff3c332f xmlns="7c1b799b-9263-4874-b153-9fe32b96900c">
      <Terms xmlns="http://schemas.microsoft.com/office/infopath/2007/PartnerControls"/>
    </lcf76f155ced4ddcb4097134ff3c332f>
    <TaxCatchAll xmlns="7da7bdb0-dc76-4f10-9703-507b55c992fc" xsi:nil="true"/>
  </documentManagement>
</p:properties>
</file>

<file path=customXml/itemProps1.xml><?xml version="1.0" encoding="utf-8"?>
<ds:datastoreItem xmlns:ds="http://schemas.openxmlformats.org/officeDocument/2006/customXml" ds:itemID="{FE59F831-D59E-42B0-AA48-A03347AE9CC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5BEC89A-916F-4D99-BEE5-7478C3CA9E20}"/>
</file>

<file path=customXml/itemProps3.xml><?xml version="1.0" encoding="utf-8"?>
<ds:datastoreItem xmlns:ds="http://schemas.openxmlformats.org/officeDocument/2006/customXml" ds:itemID="{E73CE127-3D48-4842-9D5B-317D644A0DC4}"/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1706</TotalTime>
  <Words>564</Words>
  <Application>Microsoft Office PowerPoint</Application>
  <PresentationFormat>Panorámica</PresentationFormat>
  <Paragraphs>106</Paragraphs>
  <Slides>8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9" baseType="lpstr">
      <vt:lpstr>Arial</vt:lpstr>
      <vt:lpstr>Calibri</vt:lpstr>
      <vt:lpstr>Franklin Gothic Book</vt:lpstr>
      <vt:lpstr>Franklin Gothic Medium</vt:lpstr>
      <vt:lpstr>Roboto</vt:lpstr>
      <vt:lpstr>Symbol</vt:lpstr>
      <vt:lpstr>System Font Regular</vt:lpstr>
      <vt:lpstr>Tw Cen MT</vt:lpstr>
      <vt:lpstr>Wingdings</vt:lpstr>
      <vt:lpstr>Wingdings 3</vt:lpstr>
      <vt:lpstr>Echelon Template v1</vt:lpstr>
      <vt:lpstr>People &amp; Talent Acquisition</vt:lpstr>
      <vt:lpstr>Excited to be here!!</vt:lpstr>
      <vt:lpstr>Hiring Strategy</vt:lpstr>
      <vt:lpstr>Presentación de PowerPoint</vt:lpstr>
      <vt:lpstr>Job opening Request </vt:lpstr>
      <vt:lpstr>Job opening Request </vt:lpstr>
      <vt:lpstr>Standard Interview Process</vt:lpstr>
      <vt:lpstr>Kickoff form  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 Hurst</dc:creator>
  <cp:lastModifiedBy>Diego Ancira</cp:lastModifiedBy>
  <cp:revision>39</cp:revision>
  <dcterms:created xsi:type="dcterms:W3CDTF">2021-03-24T16:48:25Z</dcterms:created>
  <dcterms:modified xsi:type="dcterms:W3CDTF">2022-12-08T14:37:38Z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0x010100B948C5FF7F42654E8BFD9C474085E8D3</vt:lpwstr>
  </property>
</Properties>
</file>
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3"/>
  </p:notesMasterIdLst>
  <p:sldIdLst>
    <p:sldId id="914" r:id="rId5"/>
    <p:sldId id="940" r:id="rId6"/>
    <p:sldId id="941" r:id="rId7"/>
    <p:sldId id="947" r:id="rId8"/>
    <p:sldId id="948" r:id="rId9"/>
    <p:sldId id="949" r:id="rId10"/>
    <p:sldId id="950" r:id="rId11"/>
    <p:sldId id="95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4884"/>
    <a:srgbClr val="EDFF69"/>
    <a:srgbClr val="000080"/>
    <a:srgbClr val="1A1A63"/>
    <a:srgbClr val="E0FF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A2FFB7-8CAC-4F4C-8259-48EA1F11A358}" v="3" dt="2026-06-04T18:28:20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3" autoAdjust="0"/>
    <p:restoredTop sz="96115"/>
  </p:normalViewPr>
  <p:slideViewPr>
    <p:cSldViewPr snapToGrid="0" snapToObjects="1">
      <p:cViewPr varScale="1">
        <p:scale>
          <a:sx n="70" d="100"/>
          <a:sy n="70" d="100"/>
        </p:scale>
        <p:origin x="6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 Vasquez" userId="cbe5686c-1275-4510-aaa7-4bcba531d7a2" providerId="ADAL" clId="{EC5498AA-5E20-4EED-BBAA-59BDABDE657C}"/>
    <pc:docChg chg="undo redo custSel addSld delSld modSld">
      <pc:chgData name="Sofia  Vasquez" userId="cbe5686c-1275-4510-aaa7-4bcba531d7a2" providerId="ADAL" clId="{EC5498AA-5E20-4EED-BBAA-59BDABDE657C}" dt="2026-06-04T18:28:20.698" v="3779"/>
      <pc:docMkLst>
        <pc:docMk/>
      </pc:docMkLst>
      <pc:sldChg chg="delSp modSp mod">
        <pc:chgData name="Sofia  Vasquez" userId="cbe5686c-1275-4510-aaa7-4bcba531d7a2" providerId="ADAL" clId="{EC5498AA-5E20-4EED-BBAA-59BDABDE657C}" dt="2026-06-01T22:12:58.455" v="49" actId="478"/>
        <pc:sldMkLst>
          <pc:docMk/>
          <pc:sldMk cId="3753480283" sldId="914"/>
        </pc:sldMkLst>
        <pc:spChg chg="mod">
          <ac:chgData name="Sofia  Vasquez" userId="cbe5686c-1275-4510-aaa7-4bcba531d7a2" providerId="ADAL" clId="{EC5498AA-5E20-4EED-BBAA-59BDABDE657C}" dt="2026-06-01T22:12:36.925" v="7" actId="20577"/>
          <ac:spMkLst>
            <pc:docMk/>
            <pc:sldMk cId="3753480283" sldId="914"/>
            <ac:spMk id="4" creationId="{12F0077F-DCBA-B14D-9C45-669B9262836A}"/>
          </ac:spMkLst>
        </pc:spChg>
        <pc:spChg chg="mod">
          <ac:chgData name="Sofia  Vasquez" userId="cbe5686c-1275-4510-aaa7-4bcba531d7a2" providerId="ADAL" clId="{EC5498AA-5E20-4EED-BBAA-59BDABDE657C}" dt="2026-06-01T22:12:55.710" v="48" actId="20577"/>
          <ac:spMkLst>
            <pc:docMk/>
            <pc:sldMk cId="3753480283" sldId="914"/>
            <ac:spMk id="5" creationId="{8AA1FB0A-AF8C-4F44-9EDC-E60115293536}"/>
          </ac:spMkLst>
        </pc:spChg>
      </pc:sldChg>
      <pc:sldChg chg="addSp delSp modSp new mod">
        <pc:chgData name="Sofia  Vasquez" userId="cbe5686c-1275-4510-aaa7-4bcba531d7a2" providerId="ADAL" clId="{EC5498AA-5E20-4EED-BBAA-59BDABDE657C}" dt="2026-06-02T19:50:05.110" v="3635" actId="1038"/>
        <pc:sldMkLst>
          <pc:docMk/>
          <pc:sldMk cId="1282646251" sldId="940"/>
        </pc:sldMkLst>
        <pc:spChg chg="add mod">
          <ac:chgData name="Sofia  Vasquez" userId="cbe5686c-1275-4510-aaa7-4bcba531d7a2" providerId="ADAL" clId="{EC5498AA-5E20-4EED-BBAA-59BDABDE657C}" dt="2026-06-02T15:56:46.700" v="1283" actId="207"/>
          <ac:spMkLst>
            <pc:docMk/>
            <pc:sldMk cId="1282646251" sldId="940"/>
            <ac:spMk id="5" creationId="{AC556D84-A249-C537-4C55-9BC38CFBD6D5}"/>
          </ac:spMkLst>
        </pc:spChg>
        <pc:spChg chg="add mod">
          <ac:chgData name="Sofia  Vasquez" userId="cbe5686c-1275-4510-aaa7-4bcba531d7a2" providerId="ADAL" clId="{EC5498AA-5E20-4EED-BBAA-59BDABDE657C}" dt="2026-06-02T15:45:45.322" v="1010" actId="1035"/>
          <ac:spMkLst>
            <pc:docMk/>
            <pc:sldMk cId="1282646251" sldId="940"/>
            <ac:spMk id="6" creationId="{8D3E04BD-22A6-1138-9802-6286BC89B145}"/>
          </ac:spMkLst>
        </pc:spChg>
        <pc:spChg chg="add mod">
          <ac:chgData name="Sofia  Vasquez" userId="cbe5686c-1275-4510-aaa7-4bcba531d7a2" providerId="ADAL" clId="{EC5498AA-5E20-4EED-BBAA-59BDABDE657C}" dt="2026-06-02T15:45:45.322" v="1010" actId="1035"/>
          <ac:spMkLst>
            <pc:docMk/>
            <pc:sldMk cId="1282646251" sldId="940"/>
            <ac:spMk id="7" creationId="{488032E3-B4C3-019B-5C08-70ABC9CF24BA}"/>
          </ac:spMkLst>
        </pc:spChg>
        <pc:spChg chg="mod">
          <ac:chgData name="Sofia  Vasquez" userId="cbe5686c-1275-4510-aaa7-4bcba531d7a2" providerId="ADAL" clId="{EC5498AA-5E20-4EED-BBAA-59BDABDE657C}" dt="2026-06-02T15:46:30.525" v="1015" actId="1076"/>
          <ac:spMkLst>
            <pc:docMk/>
            <pc:sldMk cId="1282646251" sldId="940"/>
            <ac:spMk id="8" creationId="{AC43E1C1-EDFF-A260-82D3-3F159636EF11}"/>
          </ac:spMkLst>
        </pc:spChg>
        <pc:spChg chg="add mod">
          <ac:chgData name="Sofia  Vasquez" userId="cbe5686c-1275-4510-aaa7-4bcba531d7a2" providerId="ADAL" clId="{EC5498AA-5E20-4EED-BBAA-59BDABDE657C}" dt="2026-06-02T15:45:45.322" v="1010" actId="1035"/>
          <ac:spMkLst>
            <pc:docMk/>
            <pc:sldMk cId="1282646251" sldId="940"/>
            <ac:spMk id="9" creationId="{47FEE9B2-83F1-06F7-3CEE-85CC27552D9A}"/>
          </ac:spMkLst>
        </pc:spChg>
        <pc:spChg chg="add mod">
          <ac:chgData name="Sofia  Vasquez" userId="cbe5686c-1275-4510-aaa7-4bcba531d7a2" providerId="ADAL" clId="{EC5498AA-5E20-4EED-BBAA-59BDABDE657C}" dt="2026-06-02T15:45:45.322" v="1010" actId="1035"/>
          <ac:spMkLst>
            <pc:docMk/>
            <pc:sldMk cId="1282646251" sldId="940"/>
            <ac:spMk id="10" creationId="{8CBF1C87-F838-EF23-9FFB-B94E0F396DE8}"/>
          </ac:spMkLst>
        </pc:spChg>
        <pc:spChg chg="mod">
          <ac:chgData name="Sofia  Vasquez" userId="cbe5686c-1275-4510-aaa7-4bcba531d7a2" providerId="ADAL" clId="{EC5498AA-5E20-4EED-BBAA-59BDABDE657C}" dt="2026-06-02T15:43:23.890" v="909" actId="1036"/>
          <ac:spMkLst>
            <pc:docMk/>
            <pc:sldMk cId="1282646251" sldId="940"/>
            <ac:spMk id="11" creationId="{70D6A0C6-1FCD-FD73-8022-7469AC3E3ADC}"/>
          </ac:spMkLst>
        </pc:spChg>
        <pc:spChg chg="mod">
          <ac:chgData name="Sofia  Vasquez" userId="cbe5686c-1275-4510-aaa7-4bcba531d7a2" providerId="ADAL" clId="{EC5498AA-5E20-4EED-BBAA-59BDABDE657C}" dt="2026-06-02T15:43:34.868" v="911" actId="14100"/>
          <ac:spMkLst>
            <pc:docMk/>
            <pc:sldMk cId="1282646251" sldId="940"/>
            <ac:spMk id="13" creationId="{5F22E809-CCFD-02BA-C35E-FD099C60FAB3}"/>
          </ac:spMkLst>
        </pc:spChg>
        <pc:spChg chg="add mod">
          <ac:chgData name="Sofia  Vasquez" userId="cbe5686c-1275-4510-aaa7-4bcba531d7a2" providerId="ADAL" clId="{EC5498AA-5E20-4EED-BBAA-59BDABDE657C}" dt="2026-06-02T15:45:45.322" v="1010" actId="1035"/>
          <ac:spMkLst>
            <pc:docMk/>
            <pc:sldMk cId="1282646251" sldId="940"/>
            <ac:spMk id="14" creationId="{D6618B90-0992-1E0F-E0CA-C58E01D3B303}"/>
          </ac:spMkLst>
        </pc:spChg>
        <pc:spChg chg="add mod">
          <ac:chgData name="Sofia  Vasquez" userId="cbe5686c-1275-4510-aaa7-4bcba531d7a2" providerId="ADAL" clId="{EC5498AA-5E20-4EED-BBAA-59BDABDE657C}" dt="2026-06-02T19:49:54.827" v="3626" actId="1038"/>
          <ac:spMkLst>
            <pc:docMk/>
            <pc:sldMk cId="1282646251" sldId="940"/>
            <ac:spMk id="15" creationId="{428AE155-20B2-7DF9-FA3E-1193DFEB4D7C}"/>
          </ac:spMkLst>
        </pc:spChg>
        <pc:spChg chg="add mod">
          <ac:chgData name="Sofia  Vasquez" userId="cbe5686c-1275-4510-aaa7-4bcba531d7a2" providerId="ADAL" clId="{EC5498AA-5E20-4EED-BBAA-59BDABDE657C}" dt="2026-06-02T15:45:45.322" v="1010" actId="1035"/>
          <ac:spMkLst>
            <pc:docMk/>
            <pc:sldMk cId="1282646251" sldId="940"/>
            <ac:spMk id="16" creationId="{383DE46F-D753-D578-3401-03ECAC00E4C4}"/>
          </ac:spMkLst>
        </pc:spChg>
        <pc:spChg chg="add mod">
          <ac:chgData name="Sofia  Vasquez" userId="cbe5686c-1275-4510-aaa7-4bcba531d7a2" providerId="ADAL" clId="{EC5498AA-5E20-4EED-BBAA-59BDABDE657C}" dt="2026-06-02T15:45:45.322" v="1010" actId="1035"/>
          <ac:spMkLst>
            <pc:docMk/>
            <pc:sldMk cId="1282646251" sldId="940"/>
            <ac:spMk id="17" creationId="{A0917590-E5EA-F3B5-42C8-3CD0AEA37869}"/>
          </ac:spMkLst>
        </pc:spChg>
        <pc:spChg chg="mod">
          <ac:chgData name="Sofia  Vasquez" userId="cbe5686c-1275-4510-aaa7-4bcba531d7a2" providerId="ADAL" clId="{EC5498AA-5E20-4EED-BBAA-59BDABDE657C}" dt="2026-06-02T15:55:57.703" v="1277" actId="20577"/>
          <ac:spMkLst>
            <pc:docMk/>
            <pc:sldMk cId="1282646251" sldId="940"/>
            <ac:spMk id="18" creationId="{A62C22E8-DE31-B2EC-9B45-E002E946FAB9}"/>
          </ac:spMkLst>
        </pc:spChg>
        <pc:spChg chg="mod">
          <ac:chgData name="Sofia  Vasquez" userId="cbe5686c-1275-4510-aaa7-4bcba531d7a2" providerId="ADAL" clId="{EC5498AA-5E20-4EED-BBAA-59BDABDE657C}" dt="2026-06-02T15:43:02.606" v="885" actId="1036"/>
          <ac:spMkLst>
            <pc:docMk/>
            <pc:sldMk cId="1282646251" sldId="940"/>
            <ac:spMk id="19" creationId="{C61B925F-33A3-FB1D-7F4A-7B76281A7E41}"/>
          </ac:spMkLst>
        </pc:spChg>
        <pc:spChg chg="add mod">
          <ac:chgData name="Sofia  Vasquez" userId="cbe5686c-1275-4510-aaa7-4bcba531d7a2" providerId="ADAL" clId="{EC5498AA-5E20-4EED-BBAA-59BDABDE657C}" dt="2026-06-02T19:50:05.110" v="3635" actId="1038"/>
          <ac:spMkLst>
            <pc:docMk/>
            <pc:sldMk cId="1282646251" sldId="940"/>
            <ac:spMk id="20" creationId="{090782D8-C109-D092-615E-40157481EC7E}"/>
          </ac:spMkLst>
        </pc:spChg>
        <pc:spChg chg="add mod">
          <ac:chgData name="Sofia  Vasquez" userId="cbe5686c-1275-4510-aaa7-4bcba531d7a2" providerId="ADAL" clId="{EC5498AA-5E20-4EED-BBAA-59BDABDE657C}" dt="2026-06-02T15:53:49.776" v="1187" actId="20577"/>
          <ac:spMkLst>
            <pc:docMk/>
            <pc:sldMk cId="1282646251" sldId="940"/>
            <ac:spMk id="22" creationId="{C1B956B3-4E77-A0C1-BF42-F10DD6483A04}"/>
          </ac:spMkLst>
        </pc:spChg>
        <pc:spChg chg="mod">
          <ac:chgData name="Sofia  Vasquez" userId="cbe5686c-1275-4510-aaa7-4bcba531d7a2" providerId="ADAL" clId="{EC5498AA-5E20-4EED-BBAA-59BDABDE657C}" dt="2026-06-02T15:54:59.338" v="1191" actId="20577"/>
          <ac:spMkLst>
            <pc:docMk/>
            <pc:sldMk cId="1282646251" sldId="940"/>
            <ac:spMk id="23" creationId="{97CDE89B-F59B-A429-7035-5225AE5441F7}"/>
          </ac:spMkLst>
        </pc:spChg>
        <pc:spChg chg="add mod">
          <ac:chgData name="Sofia  Vasquez" userId="cbe5686c-1275-4510-aaa7-4bcba531d7a2" providerId="ADAL" clId="{EC5498AA-5E20-4EED-BBAA-59BDABDE657C}" dt="2026-06-02T15:45:47.577" v="1011"/>
          <ac:spMkLst>
            <pc:docMk/>
            <pc:sldMk cId="1282646251" sldId="940"/>
            <ac:spMk id="25" creationId="{D15D85A7-B8F5-A242-11F4-7B975F5AAD10}"/>
          </ac:spMkLst>
        </pc:spChg>
        <pc:spChg chg="add mod">
          <ac:chgData name="Sofia  Vasquez" userId="cbe5686c-1275-4510-aaa7-4bcba531d7a2" providerId="ADAL" clId="{EC5498AA-5E20-4EED-BBAA-59BDABDE657C}" dt="2026-06-02T15:45:54.427" v="1012"/>
          <ac:spMkLst>
            <pc:docMk/>
            <pc:sldMk cId="1282646251" sldId="940"/>
            <ac:spMk id="26" creationId="{3D130EB6-EBD7-8873-1772-368CE5AE70F8}"/>
          </ac:spMkLst>
        </pc:spChg>
        <pc:picChg chg="add mod">
          <ac:chgData name="Sofia  Vasquez" userId="cbe5686c-1275-4510-aaa7-4bcba531d7a2" providerId="ADAL" clId="{EC5498AA-5E20-4EED-BBAA-59BDABDE657C}" dt="2026-06-02T15:47:57.016" v="1095" actId="207"/>
          <ac:picMkLst>
            <pc:docMk/>
            <pc:sldMk cId="1282646251" sldId="940"/>
            <ac:picMk id="30" creationId="{80CBA058-6A72-364D-88FE-95AC40A5ED0C}"/>
          </ac:picMkLst>
        </pc:picChg>
        <pc:picChg chg="add mod">
          <ac:chgData name="Sofia  Vasquez" userId="cbe5686c-1275-4510-aaa7-4bcba531d7a2" providerId="ADAL" clId="{EC5498AA-5E20-4EED-BBAA-59BDABDE657C}" dt="2026-06-02T15:50:13.425" v="1135" actId="1038"/>
          <ac:picMkLst>
            <pc:docMk/>
            <pc:sldMk cId="1282646251" sldId="940"/>
            <ac:picMk id="32" creationId="{2798AFF4-DBB8-6F5A-0036-1EB3237D1192}"/>
          </ac:picMkLst>
        </pc:picChg>
        <pc:picChg chg="add mod">
          <ac:chgData name="Sofia  Vasquez" userId="cbe5686c-1275-4510-aaa7-4bcba531d7a2" providerId="ADAL" clId="{EC5498AA-5E20-4EED-BBAA-59BDABDE657C}" dt="2026-06-02T15:51:06.006" v="1138" actId="207"/>
          <ac:picMkLst>
            <pc:docMk/>
            <pc:sldMk cId="1282646251" sldId="940"/>
            <ac:picMk id="34" creationId="{E72E9017-FB56-DE3C-343C-42A1D6BC417D}"/>
          </ac:picMkLst>
        </pc:picChg>
        <pc:picChg chg="add mod">
          <ac:chgData name="Sofia  Vasquez" userId="cbe5686c-1275-4510-aaa7-4bcba531d7a2" providerId="ADAL" clId="{EC5498AA-5E20-4EED-BBAA-59BDABDE657C}" dt="2026-06-02T15:51:40.108" v="1141" actId="207"/>
          <ac:picMkLst>
            <pc:docMk/>
            <pc:sldMk cId="1282646251" sldId="940"/>
            <ac:picMk id="36" creationId="{6FA601C1-6EA8-BDB0-3E72-F861B99DDF82}"/>
          </ac:picMkLst>
        </pc:picChg>
      </pc:sldChg>
      <pc:sldChg chg="addSp delSp modSp new mod">
        <pc:chgData name="Sofia  Vasquez" userId="cbe5686c-1275-4510-aaa7-4bcba531d7a2" providerId="ADAL" clId="{EC5498AA-5E20-4EED-BBAA-59BDABDE657C}" dt="2026-06-02T16:34:32.428" v="2716" actId="1037"/>
        <pc:sldMkLst>
          <pc:docMk/>
          <pc:sldMk cId="1628690132" sldId="941"/>
        </pc:sldMkLst>
        <pc:spChg chg="mod">
          <ac:chgData name="Sofia  Vasquez" userId="cbe5686c-1275-4510-aaa7-4bcba531d7a2" providerId="ADAL" clId="{EC5498AA-5E20-4EED-BBAA-59BDABDE657C}" dt="2026-06-02T16:21:05.215" v="2162" actId="2711"/>
          <ac:spMkLst>
            <pc:docMk/>
            <pc:sldMk cId="1628690132" sldId="941"/>
            <ac:spMk id="4" creationId="{337EC008-A832-9B97-E1DE-76634AE76C5C}"/>
          </ac:spMkLst>
        </pc:spChg>
        <pc:spChg chg="add mod">
          <ac:chgData name="Sofia  Vasquez" userId="cbe5686c-1275-4510-aaa7-4bcba531d7a2" providerId="ADAL" clId="{EC5498AA-5E20-4EED-BBAA-59BDABDE657C}" dt="2026-06-02T16:34:32.428" v="2716" actId="1037"/>
          <ac:spMkLst>
            <pc:docMk/>
            <pc:sldMk cId="1628690132" sldId="941"/>
            <ac:spMk id="74" creationId="{A05254ED-7821-E6C8-6A5B-9406383B0CDC}"/>
          </ac:spMkLst>
        </pc:spChg>
        <pc:spChg chg="add mod">
          <ac:chgData name="Sofia  Vasquez" userId="cbe5686c-1275-4510-aaa7-4bcba531d7a2" providerId="ADAL" clId="{EC5498AA-5E20-4EED-BBAA-59BDABDE657C}" dt="2026-06-02T16:34:32.428" v="2716" actId="1037"/>
          <ac:spMkLst>
            <pc:docMk/>
            <pc:sldMk cId="1628690132" sldId="941"/>
            <ac:spMk id="75" creationId="{EAEF376C-1E25-61CF-E91A-1A41ACB67E59}"/>
          </ac:spMkLst>
        </pc:spChg>
        <pc:spChg chg="mod">
          <ac:chgData name="Sofia  Vasquez" userId="cbe5686c-1275-4510-aaa7-4bcba531d7a2" providerId="ADAL" clId="{EC5498AA-5E20-4EED-BBAA-59BDABDE657C}" dt="2026-06-02T16:34:32.428" v="2716" actId="1037"/>
          <ac:spMkLst>
            <pc:docMk/>
            <pc:sldMk cId="1628690132" sldId="941"/>
            <ac:spMk id="76" creationId="{216987E6-439E-B451-4F0E-B8B725ABAA70}"/>
          </ac:spMkLst>
        </pc:spChg>
        <pc:spChg chg="add mod">
          <ac:chgData name="Sofia  Vasquez" userId="cbe5686c-1275-4510-aaa7-4bcba531d7a2" providerId="ADAL" clId="{EC5498AA-5E20-4EED-BBAA-59BDABDE657C}" dt="2026-06-02T16:34:32.428" v="2716" actId="1037"/>
          <ac:spMkLst>
            <pc:docMk/>
            <pc:sldMk cId="1628690132" sldId="941"/>
            <ac:spMk id="77" creationId="{93639FE9-A09C-0F41-26F4-9CFE46A61A1B}"/>
          </ac:spMkLst>
        </pc:spChg>
        <pc:spChg chg="add mod">
          <ac:chgData name="Sofia  Vasquez" userId="cbe5686c-1275-4510-aaa7-4bcba531d7a2" providerId="ADAL" clId="{EC5498AA-5E20-4EED-BBAA-59BDABDE657C}" dt="2026-06-02T16:34:14.108" v="2682" actId="1038"/>
          <ac:spMkLst>
            <pc:docMk/>
            <pc:sldMk cId="1628690132" sldId="941"/>
            <ac:spMk id="78" creationId="{C4B106EC-6EC4-A1F3-C03E-6895D046BEE4}"/>
          </ac:spMkLst>
        </pc:spChg>
        <pc:spChg chg="mod">
          <ac:chgData name="Sofia  Vasquez" userId="cbe5686c-1275-4510-aaa7-4bcba531d7a2" providerId="ADAL" clId="{EC5498AA-5E20-4EED-BBAA-59BDABDE657C}" dt="2026-06-02T16:34:14.108" v="2682" actId="1038"/>
          <ac:spMkLst>
            <pc:docMk/>
            <pc:sldMk cId="1628690132" sldId="941"/>
            <ac:spMk id="79" creationId="{FCC72646-F570-E536-5575-704937012F22}"/>
          </ac:spMkLst>
        </pc:spChg>
        <pc:spChg chg="mod">
          <ac:chgData name="Sofia  Vasquez" userId="cbe5686c-1275-4510-aaa7-4bcba531d7a2" providerId="ADAL" clId="{EC5498AA-5E20-4EED-BBAA-59BDABDE657C}" dt="2026-06-02T16:34:14.108" v="2682" actId="1038"/>
          <ac:spMkLst>
            <pc:docMk/>
            <pc:sldMk cId="1628690132" sldId="941"/>
            <ac:spMk id="81" creationId="{875E0ED9-9F69-D8F1-D790-A173EE3EBD0F}"/>
          </ac:spMkLst>
        </pc:spChg>
        <pc:spChg chg="add mod">
          <ac:chgData name="Sofia  Vasquez" userId="cbe5686c-1275-4510-aaa7-4bcba531d7a2" providerId="ADAL" clId="{EC5498AA-5E20-4EED-BBAA-59BDABDE657C}" dt="2026-06-02T16:34:14.108" v="2682" actId="1038"/>
          <ac:spMkLst>
            <pc:docMk/>
            <pc:sldMk cId="1628690132" sldId="941"/>
            <ac:spMk id="82" creationId="{2CAFD0D8-5757-11F7-1F3C-80C8B65207A8}"/>
          </ac:spMkLst>
        </pc:spChg>
        <pc:spChg chg="mod">
          <ac:chgData name="Sofia  Vasquez" userId="cbe5686c-1275-4510-aaa7-4bcba531d7a2" providerId="ADAL" clId="{EC5498AA-5E20-4EED-BBAA-59BDABDE657C}" dt="2026-06-02T16:34:14.108" v="2682" actId="1038"/>
          <ac:spMkLst>
            <pc:docMk/>
            <pc:sldMk cId="1628690132" sldId="941"/>
            <ac:spMk id="83" creationId="{2D1C3D7E-05C0-5BFC-4CE6-541329C20007}"/>
          </ac:spMkLst>
        </pc:spChg>
        <pc:spChg chg="mod">
          <ac:chgData name="Sofia  Vasquez" userId="cbe5686c-1275-4510-aaa7-4bcba531d7a2" providerId="ADAL" clId="{EC5498AA-5E20-4EED-BBAA-59BDABDE657C}" dt="2026-06-02T16:13:50.503" v="1987" actId="164"/>
          <ac:spMkLst>
            <pc:docMk/>
            <pc:sldMk cId="1628690132" sldId="941"/>
            <ac:spMk id="84" creationId="{284CE648-39E3-DE47-584D-31BB2D59ECDA}"/>
          </ac:spMkLst>
        </pc:spChg>
        <pc:spChg chg="add mod">
          <ac:chgData name="Sofia  Vasquez" userId="cbe5686c-1275-4510-aaa7-4bcba531d7a2" providerId="ADAL" clId="{EC5498AA-5E20-4EED-BBAA-59BDABDE657C}" dt="2026-06-02T16:22:16.335" v="2173" actId="2085"/>
          <ac:spMkLst>
            <pc:docMk/>
            <pc:sldMk cId="1628690132" sldId="941"/>
            <ac:spMk id="85" creationId="{8DABD6D6-1E85-9BE8-9EBB-36F0EAD2581D}"/>
          </ac:spMkLst>
        </pc:spChg>
        <pc:spChg chg="mod">
          <ac:chgData name="Sofia  Vasquez" userId="cbe5686c-1275-4510-aaa7-4bcba531d7a2" providerId="ADAL" clId="{EC5498AA-5E20-4EED-BBAA-59BDABDE657C}" dt="2026-06-02T16:21:18.047" v="2165" actId="255"/>
          <ac:spMkLst>
            <pc:docMk/>
            <pc:sldMk cId="1628690132" sldId="941"/>
            <ac:spMk id="87" creationId="{629ABAC6-FE84-283F-F66C-1BAFCDE89D48}"/>
          </ac:spMkLst>
        </pc:spChg>
        <pc:spChg chg="add mod">
          <ac:chgData name="Sofia  Vasquez" userId="cbe5686c-1275-4510-aaa7-4bcba531d7a2" providerId="ADAL" clId="{EC5498AA-5E20-4EED-BBAA-59BDABDE657C}" dt="2026-06-02T16:21:05.215" v="2162" actId="2711"/>
          <ac:spMkLst>
            <pc:docMk/>
            <pc:sldMk cId="1628690132" sldId="941"/>
            <ac:spMk id="88" creationId="{CC13E96C-771B-2D25-77A5-8823D3B94E67}"/>
          </ac:spMkLst>
        </pc:spChg>
        <pc:spChg chg="add mod">
          <ac:chgData name="Sofia  Vasquez" userId="cbe5686c-1275-4510-aaa7-4bcba531d7a2" providerId="ADAL" clId="{EC5498AA-5E20-4EED-BBAA-59BDABDE657C}" dt="2026-06-02T16:20:49.608" v="2160" actId="255"/>
          <ac:spMkLst>
            <pc:docMk/>
            <pc:sldMk cId="1628690132" sldId="941"/>
            <ac:spMk id="89" creationId="{DF943856-9E66-53E7-B859-E44A97D637D5}"/>
          </ac:spMkLst>
        </pc:spChg>
        <pc:spChg chg="mod">
          <ac:chgData name="Sofia  Vasquez" userId="cbe5686c-1275-4510-aaa7-4bcba531d7a2" providerId="ADAL" clId="{EC5498AA-5E20-4EED-BBAA-59BDABDE657C}" dt="2026-06-02T16:14:13.827" v="1991" actId="164"/>
          <ac:spMkLst>
            <pc:docMk/>
            <pc:sldMk cId="1628690132" sldId="941"/>
            <ac:spMk id="90" creationId="{EF710C1C-AB1D-4687-D585-86CE68D52B74}"/>
          </ac:spMkLst>
        </pc:spChg>
        <pc:spChg chg="mod">
          <ac:chgData name="Sofia  Vasquez" userId="cbe5686c-1275-4510-aaa7-4bcba531d7a2" providerId="ADAL" clId="{EC5498AA-5E20-4EED-BBAA-59BDABDE657C}" dt="2026-06-02T16:22:24.587" v="2175" actId="2085"/>
          <ac:spMkLst>
            <pc:docMk/>
            <pc:sldMk cId="1628690132" sldId="941"/>
            <ac:spMk id="91" creationId="{A6D5DC60-E910-EC55-0545-E11351001329}"/>
          </ac:spMkLst>
        </pc:spChg>
        <pc:spChg chg="mod">
          <ac:chgData name="Sofia  Vasquez" userId="cbe5686c-1275-4510-aaa7-4bcba531d7a2" providerId="ADAL" clId="{EC5498AA-5E20-4EED-BBAA-59BDABDE657C}" dt="2026-06-02T16:21:23.587" v="2166" actId="255"/>
          <ac:spMkLst>
            <pc:docMk/>
            <pc:sldMk cId="1628690132" sldId="941"/>
            <ac:spMk id="93" creationId="{55610A63-F636-C9F3-F40A-8CEAE3EA5848}"/>
          </ac:spMkLst>
        </pc:spChg>
        <pc:spChg chg="add mod">
          <ac:chgData name="Sofia  Vasquez" userId="cbe5686c-1275-4510-aaa7-4bcba531d7a2" providerId="ADAL" clId="{EC5498AA-5E20-4EED-BBAA-59BDABDE657C}" dt="2026-06-02T16:21:05.215" v="2162" actId="2711"/>
          <ac:spMkLst>
            <pc:docMk/>
            <pc:sldMk cId="1628690132" sldId="941"/>
            <ac:spMk id="94" creationId="{07B98573-C4B0-2B41-FFEE-E6E5E30C6981}"/>
          </ac:spMkLst>
        </pc:spChg>
        <pc:spChg chg="mod">
          <ac:chgData name="Sofia  Vasquez" userId="cbe5686c-1275-4510-aaa7-4bcba531d7a2" providerId="ADAL" clId="{EC5498AA-5E20-4EED-BBAA-59BDABDE657C}" dt="2026-06-02T16:24:55.015" v="2219" actId="20577"/>
          <ac:spMkLst>
            <pc:docMk/>
            <pc:sldMk cId="1628690132" sldId="941"/>
            <ac:spMk id="95" creationId="{1C96CF72-09FA-075A-CDCF-3BB5B766F674}"/>
          </ac:spMkLst>
        </pc:spChg>
        <pc:grpChg chg="add mod">
          <ac:chgData name="Sofia  Vasquez" userId="cbe5686c-1275-4510-aaa7-4bcba531d7a2" providerId="ADAL" clId="{EC5498AA-5E20-4EED-BBAA-59BDABDE657C}" dt="2026-06-02T16:34:14.108" v="2682" actId="1038"/>
          <ac:grpSpMkLst>
            <pc:docMk/>
            <pc:sldMk cId="1628690132" sldId="941"/>
            <ac:grpSpMk id="97" creationId="{EEB86D3B-7F31-8BDA-C7B4-0FEFEBBE4A03}"/>
          </ac:grpSpMkLst>
        </pc:grpChg>
        <pc:grpChg chg="add mod">
          <ac:chgData name="Sofia  Vasquez" userId="cbe5686c-1275-4510-aaa7-4bcba531d7a2" providerId="ADAL" clId="{EC5498AA-5E20-4EED-BBAA-59BDABDE657C}" dt="2026-06-02T16:34:14.108" v="2682" actId="1038"/>
          <ac:grpSpMkLst>
            <pc:docMk/>
            <pc:sldMk cId="1628690132" sldId="941"/>
            <ac:grpSpMk id="98" creationId="{415E9356-D326-823F-3295-AB9864792740}"/>
          </ac:grpSpMkLst>
        </pc:grpChg>
        <pc:picChg chg="mod">
          <ac:chgData name="Sofia  Vasquez" userId="cbe5686c-1275-4510-aaa7-4bcba531d7a2" providerId="ADAL" clId="{EC5498AA-5E20-4EED-BBAA-59BDABDE657C}" dt="2026-06-02T16:34:14.108" v="2682" actId="1038"/>
          <ac:picMkLst>
            <pc:docMk/>
            <pc:sldMk cId="1628690132" sldId="941"/>
            <ac:picMk id="80" creationId="{D54F7734-DA0F-C441-C41D-6A16F712C60B}"/>
          </ac:picMkLst>
        </pc:picChg>
        <pc:picChg chg="mod">
          <ac:chgData name="Sofia  Vasquez" userId="cbe5686c-1275-4510-aaa7-4bcba531d7a2" providerId="ADAL" clId="{EC5498AA-5E20-4EED-BBAA-59BDABDE657C}" dt="2026-06-02T16:19:42.360" v="2150"/>
          <ac:picMkLst>
            <pc:docMk/>
            <pc:sldMk cId="1628690132" sldId="941"/>
            <ac:picMk id="86" creationId="{932A0C16-769D-F91D-A91D-4E5FA6E9E385}"/>
          </ac:picMkLst>
        </pc:picChg>
        <pc:picChg chg="mod">
          <ac:chgData name="Sofia  Vasquez" userId="cbe5686c-1275-4510-aaa7-4bcba531d7a2" providerId="ADAL" clId="{EC5498AA-5E20-4EED-BBAA-59BDABDE657C}" dt="2026-06-02T16:19:37.223" v="2149" actId="2085"/>
          <ac:picMkLst>
            <pc:docMk/>
            <pc:sldMk cId="1628690132" sldId="941"/>
            <ac:picMk id="92" creationId="{0425F84B-09E9-3AD0-7271-3B873DB64E4D}"/>
          </ac:picMkLst>
        </pc:picChg>
      </pc:sldChg>
      <pc:sldChg chg="addSp delSp modSp add mod">
        <pc:chgData name="Sofia  Vasquez" userId="cbe5686c-1275-4510-aaa7-4bcba531d7a2" providerId="ADAL" clId="{EC5498AA-5E20-4EED-BBAA-59BDABDE657C}" dt="2026-06-02T21:54:29.655" v="3703" actId="20577"/>
        <pc:sldMkLst>
          <pc:docMk/>
          <pc:sldMk cId="3260218946" sldId="947"/>
        </pc:sldMkLst>
        <pc:spChg chg="mod">
          <ac:chgData name="Sofia  Vasquez" userId="cbe5686c-1275-4510-aaa7-4bcba531d7a2" providerId="ADAL" clId="{EC5498AA-5E20-4EED-BBAA-59BDABDE657C}" dt="2026-06-02T16:34:43.186" v="2746" actId="1038"/>
          <ac:spMkLst>
            <pc:docMk/>
            <pc:sldMk cId="3260218946" sldId="947"/>
            <ac:spMk id="74" creationId="{D17556E9-5416-727C-9389-91E8C08D73EE}"/>
          </ac:spMkLst>
        </pc:spChg>
        <pc:spChg chg="mod">
          <ac:chgData name="Sofia  Vasquez" userId="cbe5686c-1275-4510-aaa7-4bcba531d7a2" providerId="ADAL" clId="{EC5498AA-5E20-4EED-BBAA-59BDABDE657C}" dt="2026-06-02T16:34:43.186" v="2746" actId="1038"/>
          <ac:spMkLst>
            <pc:docMk/>
            <pc:sldMk cId="3260218946" sldId="947"/>
            <ac:spMk id="75" creationId="{C931FA36-4CBE-9172-63DD-247E5997E0DD}"/>
          </ac:spMkLst>
        </pc:spChg>
        <pc:spChg chg="mod">
          <ac:chgData name="Sofia  Vasquez" userId="cbe5686c-1275-4510-aaa7-4bcba531d7a2" providerId="ADAL" clId="{EC5498AA-5E20-4EED-BBAA-59BDABDE657C}" dt="2026-06-02T16:34:43.186" v="2746" actId="1038"/>
          <ac:spMkLst>
            <pc:docMk/>
            <pc:sldMk cId="3260218946" sldId="947"/>
            <ac:spMk id="76" creationId="{D2431A75-A700-10E7-9519-69B8BFB6E035}"/>
          </ac:spMkLst>
        </pc:spChg>
        <pc:spChg chg="mod">
          <ac:chgData name="Sofia  Vasquez" userId="cbe5686c-1275-4510-aaa7-4bcba531d7a2" providerId="ADAL" clId="{EC5498AA-5E20-4EED-BBAA-59BDABDE657C}" dt="2026-06-02T16:34:04.198" v="2653" actId="1037"/>
          <ac:spMkLst>
            <pc:docMk/>
            <pc:sldMk cId="3260218946" sldId="947"/>
            <ac:spMk id="78" creationId="{EE94A5C2-C502-01FC-8505-58FA3C27B8B8}"/>
          </ac:spMkLst>
        </pc:spChg>
        <pc:spChg chg="mod">
          <ac:chgData name="Sofia  Vasquez" userId="cbe5686c-1275-4510-aaa7-4bcba531d7a2" providerId="ADAL" clId="{EC5498AA-5E20-4EED-BBAA-59BDABDE657C}" dt="2026-06-02T16:34:04.198" v="2653" actId="1037"/>
          <ac:spMkLst>
            <pc:docMk/>
            <pc:sldMk cId="3260218946" sldId="947"/>
            <ac:spMk id="79" creationId="{ADEC9388-265A-EC23-68CB-6E2CF971BB23}"/>
          </ac:spMkLst>
        </pc:spChg>
        <pc:spChg chg="mod">
          <ac:chgData name="Sofia  Vasquez" userId="cbe5686c-1275-4510-aaa7-4bcba531d7a2" providerId="ADAL" clId="{EC5498AA-5E20-4EED-BBAA-59BDABDE657C}" dt="2026-06-02T16:34:04.198" v="2653" actId="1037"/>
          <ac:spMkLst>
            <pc:docMk/>
            <pc:sldMk cId="3260218946" sldId="947"/>
            <ac:spMk id="81" creationId="{6950D84B-8D06-3F1D-F691-2C8B6A0C2BF3}"/>
          </ac:spMkLst>
        </pc:spChg>
        <pc:spChg chg="mod">
          <ac:chgData name="Sofia  Vasquez" userId="cbe5686c-1275-4510-aaa7-4bcba531d7a2" providerId="ADAL" clId="{EC5498AA-5E20-4EED-BBAA-59BDABDE657C}" dt="2026-06-02T16:34:04.198" v="2653" actId="1037"/>
          <ac:spMkLst>
            <pc:docMk/>
            <pc:sldMk cId="3260218946" sldId="947"/>
            <ac:spMk id="82" creationId="{40D3950F-243A-44C2-880D-4C1F5A1DF925}"/>
          </ac:spMkLst>
        </pc:spChg>
        <pc:spChg chg="mod">
          <ac:chgData name="Sofia  Vasquez" userId="cbe5686c-1275-4510-aaa7-4bcba531d7a2" providerId="ADAL" clId="{EC5498AA-5E20-4EED-BBAA-59BDABDE657C}" dt="2026-06-02T21:54:29.655" v="3703" actId="20577"/>
          <ac:spMkLst>
            <pc:docMk/>
            <pc:sldMk cId="3260218946" sldId="947"/>
            <ac:spMk id="83" creationId="{BEC9F90D-FC25-8FEB-6A87-478583C45C1C}"/>
          </ac:spMkLst>
        </pc:spChg>
        <pc:spChg chg="mod">
          <ac:chgData name="Sofia  Vasquez" userId="cbe5686c-1275-4510-aaa7-4bcba531d7a2" providerId="ADAL" clId="{EC5498AA-5E20-4EED-BBAA-59BDABDE657C}" dt="2026-06-02T16:25:22.867" v="2236" actId="20577"/>
          <ac:spMkLst>
            <pc:docMk/>
            <pc:sldMk cId="3260218946" sldId="947"/>
            <ac:spMk id="87" creationId="{B2F83216-8DA5-26E2-B3BE-B41BBB9AF6AB}"/>
          </ac:spMkLst>
        </pc:spChg>
        <pc:spChg chg="mod">
          <ac:chgData name="Sofia  Vasquez" userId="cbe5686c-1275-4510-aaa7-4bcba531d7a2" providerId="ADAL" clId="{EC5498AA-5E20-4EED-BBAA-59BDABDE657C}" dt="2026-06-02T16:42:56.695" v="2979" actId="6549"/>
          <ac:spMkLst>
            <pc:docMk/>
            <pc:sldMk cId="3260218946" sldId="947"/>
            <ac:spMk id="89" creationId="{6211D4DB-7D9F-5D4E-5C20-CA1C07633822}"/>
          </ac:spMkLst>
        </pc:spChg>
        <pc:spChg chg="mod">
          <ac:chgData name="Sofia  Vasquez" userId="cbe5686c-1275-4510-aaa7-4bcba531d7a2" providerId="ADAL" clId="{EC5498AA-5E20-4EED-BBAA-59BDABDE657C}" dt="2026-06-02T16:32:45.721" v="2523" actId="20577"/>
          <ac:spMkLst>
            <pc:docMk/>
            <pc:sldMk cId="3260218946" sldId="947"/>
            <ac:spMk id="93" creationId="{C07D6887-4766-2E90-3DA6-39AC9EDD7B1F}"/>
          </ac:spMkLst>
        </pc:spChg>
        <pc:spChg chg="mod">
          <ac:chgData name="Sofia  Vasquez" userId="cbe5686c-1275-4510-aaa7-4bcba531d7a2" providerId="ADAL" clId="{EC5498AA-5E20-4EED-BBAA-59BDABDE657C}" dt="2026-06-02T16:41:27.682" v="2963" actId="20578"/>
          <ac:spMkLst>
            <pc:docMk/>
            <pc:sldMk cId="3260218946" sldId="947"/>
            <ac:spMk id="95" creationId="{265E5826-AA4E-0BEB-684E-709AF16B119D}"/>
          </ac:spMkLst>
        </pc:spChg>
        <pc:grpChg chg="mod">
          <ac:chgData name="Sofia  Vasquez" userId="cbe5686c-1275-4510-aaa7-4bcba531d7a2" providerId="ADAL" clId="{EC5498AA-5E20-4EED-BBAA-59BDABDE657C}" dt="2026-06-02T16:34:04.198" v="2653" actId="1037"/>
          <ac:grpSpMkLst>
            <pc:docMk/>
            <pc:sldMk cId="3260218946" sldId="947"/>
            <ac:grpSpMk id="97" creationId="{9BC1157B-79F6-705A-363B-E22283D22D9F}"/>
          </ac:grpSpMkLst>
        </pc:grpChg>
        <pc:grpChg chg="mod">
          <ac:chgData name="Sofia  Vasquez" userId="cbe5686c-1275-4510-aaa7-4bcba531d7a2" providerId="ADAL" clId="{EC5498AA-5E20-4EED-BBAA-59BDABDE657C}" dt="2026-06-02T16:34:04.198" v="2653" actId="1037"/>
          <ac:grpSpMkLst>
            <pc:docMk/>
            <pc:sldMk cId="3260218946" sldId="947"/>
            <ac:grpSpMk id="98" creationId="{037C1E50-3996-518B-7997-B174ACFAEC93}"/>
          </ac:grpSpMkLst>
        </pc:grpChg>
        <pc:picChg chg="add mod">
          <ac:chgData name="Sofia  Vasquez" userId="cbe5686c-1275-4510-aaa7-4bcba531d7a2" providerId="ADAL" clId="{EC5498AA-5E20-4EED-BBAA-59BDABDE657C}" dt="2026-06-02T16:34:04.198" v="2653" actId="1037"/>
          <ac:picMkLst>
            <pc:docMk/>
            <pc:sldMk cId="3260218946" sldId="947"/>
            <ac:picMk id="2" creationId="{6D5A2064-580A-976B-CA6B-D11DB4906593}"/>
          </ac:picMkLst>
        </pc:picChg>
        <pc:picChg chg="mod">
          <ac:chgData name="Sofia  Vasquez" userId="cbe5686c-1275-4510-aaa7-4bcba531d7a2" providerId="ADAL" clId="{EC5498AA-5E20-4EED-BBAA-59BDABDE657C}" dt="2026-06-02T16:34:04.198" v="2653" actId="1037"/>
          <ac:picMkLst>
            <pc:docMk/>
            <pc:sldMk cId="3260218946" sldId="947"/>
            <ac:picMk id="80" creationId="{008E7736-6F03-F8EC-E656-A1480B5F11C1}"/>
          </ac:picMkLst>
        </pc:picChg>
      </pc:sldChg>
      <pc:sldChg chg="addSp delSp modSp add mod">
        <pc:chgData name="Sofia  Vasquez" userId="cbe5686c-1275-4510-aaa7-4bcba531d7a2" providerId="ADAL" clId="{EC5498AA-5E20-4EED-BBAA-59BDABDE657C}" dt="2026-06-04T18:22:27.995" v="3751" actId="20577"/>
        <pc:sldMkLst>
          <pc:docMk/>
          <pc:sldMk cId="786866537" sldId="948"/>
        </pc:sldMkLst>
        <pc:spChg chg="mod">
          <ac:chgData name="Sofia  Vasquez" userId="cbe5686c-1275-4510-aaa7-4bcba531d7a2" providerId="ADAL" clId="{EC5498AA-5E20-4EED-BBAA-59BDABDE657C}" dt="2026-06-02T17:52:13.998" v="2985" actId="20577"/>
          <ac:spMkLst>
            <pc:docMk/>
            <pc:sldMk cId="786866537" sldId="948"/>
            <ac:spMk id="75" creationId="{AE21344E-C403-57B5-B526-B2C53811A43D}"/>
          </ac:spMkLst>
        </pc:spChg>
        <pc:spChg chg="mod">
          <ac:chgData name="Sofia  Vasquez" userId="cbe5686c-1275-4510-aaa7-4bcba531d7a2" providerId="ADAL" clId="{EC5498AA-5E20-4EED-BBAA-59BDABDE657C}" dt="2026-06-02T17:52:20.005" v="3000" actId="20577"/>
          <ac:spMkLst>
            <pc:docMk/>
            <pc:sldMk cId="786866537" sldId="948"/>
            <ac:spMk id="76" creationId="{690D7BD5-6182-DA83-73D3-2CB14C2C2558}"/>
          </ac:spMkLst>
        </pc:spChg>
        <pc:spChg chg="mod">
          <ac:chgData name="Sofia  Vasquez" userId="cbe5686c-1275-4510-aaa7-4bcba531d7a2" providerId="ADAL" clId="{EC5498AA-5E20-4EED-BBAA-59BDABDE657C}" dt="2026-06-02T19:40:20.323" v="3506" actId="20577"/>
          <ac:spMkLst>
            <pc:docMk/>
            <pc:sldMk cId="786866537" sldId="948"/>
            <ac:spMk id="81" creationId="{A380D9F9-F185-EA57-401B-C32DF6AF2138}"/>
          </ac:spMkLst>
        </pc:spChg>
        <pc:spChg chg="mod">
          <ac:chgData name="Sofia  Vasquez" userId="cbe5686c-1275-4510-aaa7-4bcba531d7a2" providerId="ADAL" clId="{EC5498AA-5E20-4EED-BBAA-59BDABDE657C}" dt="2026-06-02T18:45:19.443" v="3286"/>
          <ac:spMkLst>
            <pc:docMk/>
            <pc:sldMk cId="786866537" sldId="948"/>
            <ac:spMk id="83" creationId="{73A576DA-625D-4712-9638-089106E243C9}"/>
          </ac:spMkLst>
        </pc:spChg>
        <pc:spChg chg="mod">
          <ac:chgData name="Sofia  Vasquez" userId="cbe5686c-1275-4510-aaa7-4bcba531d7a2" providerId="ADAL" clId="{EC5498AA-5E20-4EED-BBAA-59BDABDE657C}" dt="2026-06-02T17:56:11.152" v="3112" actId="20577"/>
          <ac:spMkLst>
            <pc:docMk/>
            <pc:sldMk cId="786866537" sldId="948"/>
            <ac:spMk id="87" creationId="{395252A0-E852-850B-3D0B-88F2CEEE1FF4}"/>
          </ac:spMkLst>
        </pc:spChg>
        <pc:spChg chg="mod">
          <ac:chgData name="Sofia  Vasquez" userId="cbe5686c-1275-4510-aaa7-4bcba531d7a2" providerId="ADAL" clId="{EC5498AA-5E20-4EED-BBAA-59BDABDE657C}" dt="2026-06-02T22:46:39.075" v="3721" actId="20577"/>
          <ac:spMkLst>
            <pc:docMk/>
            <pc:sldMk cId="786866537" sldId="948"/>
            <ac:spMk id="89" creationId="{72FEE25B-4B5C-1301-C0CF-3D5A2B72B536}"/>
          </ac:spMkLst>
        </pc:spChg>
        <pc:spChg chg="mod">
          <ac:chgData name="Sofia  Vasquez" userId="cbe5686c-1275-4510-aaa7-4bcba531d7a2" providerId="ADAL" clId="{EC5498AA-5E20-4EED-BBAA-59BDABDE657C}" dt="2026-06-02T17:57:28.506" v="3134" actId="20577"/>
          <ac:spMkLst>
            <pc:docMk/>
            <pc:sldMk cId="786866537" sldId="948"/>
            <ac:spMk id="93" creationId="{0EB313F9-7869-80D3-3F32-DC73FDF6E596}"/>
          </ac:spMkLst>
        </pc:spChg>
        <pc:spChg chg="mod">
          <ac:chgData name="Sofia  Vasquez" userId="cbe5686c-1275-4510-aaa7-4bcba531d7a2" providerId="ADAL" clId="{EC5498AA-5E20-4EED-BBAA-59BDABDE657C}" dt="2026-06-04T18:22:27.995" v="3751" actId="20577"/>
          <ac:spMkLst>
            <pc:docMk/>
            <pc:sldMk cId="786866537" sldId="948"/>
            <ac:spMk id="95" creationId="{39C2CBF8-A93F-8E07-8CED-FE76378455B5}"/>
          </ac:spMkLst>
        </pc:spChg>
        <pc:picChg chg="add mod">
          <ac:chgData name="Sofia  Vasquez" userId="cbe5686c-1275-4510-aaa7-4bcba531d7a2" providerId="ADAL" clId="{EC5498AA-5E20-4EED-BBAA-59BDABDE657C}" dt="2026-06-02T17:56:29.208" v="3116"/>
          <ac:picMkLst>
            <pc:docMk/>
            <pc:sldMk cId="786866537" sldId="948"/>
            <ac:picMk id="3" creationId="{BE0FFCC7-58F1-2B97-3E04-B34DD5B0F1EA}"/>
          </ac:picMkLst>
        </pc:picChg>
        <pc:picChg chg="add mod">
          <ac:chgData name="Sofia  Vasquez" userId="cbe5686c-1275-4510-aaa7-4bcba531d7a2" providerId="ADAL" clId="{EC5498AA-5E20-4EED-BBAA-59BDABDE657C}" dt="2026-06-02T17:57:49.788" v="3138" actId="1076"/>
          <ac:picMkLst>
            <pc:docMk/>
            <pc:sldMk cId="786866537" sldId="948"/>
            <ac:picMk id="5" creationId="{24FD8B30-43EC-90EA-5AD4-E87464F13E15}"/>
          </ac:picMkLst>
        </pc:picChg>
        <pc:picChg chg="add mod">
          <ac:chgData name="Sofia  Vasquez" userId="cbe5686c-1275-4510-aaa7-4bcba531d7a2" providerId="ADAL" clId="{EC5498AA-5E20-4EED-BBAA-59BDABDE657C}" dt="2026-06-02T19:40:35.675" v="3514" actId="1037"/>
          <ac:picMkLst>
            <pc:docMk/>
            <pc:sldMk cId="786866537" sldId="948"/>
            <ac:picMk id="6" creationId="{C70F06D0-EFAD-105B-EDCB-FEC6326E0F20}"/>
          </ac:picMkLst>
        </pc:picChg>
      </pc:sldChg>
      <pc:sldChg chg="addSp delSp modSp add mod">
        <pc:chgData name="Sofia  Vasquez" userId="cbe5686c-1275-4510-aaa7-4bcba531d7a2" providerId="ADAL" clId="{EC5498AA-5E20-4EED-BBAA-59BDABDE657C}" dt="2026-06-04T18:28:20.698" v="3779"/>
        <pc:sldMkLst>
          <pc:docMk/>
          <pc:sldMk cId="644821598" sldId="949"/>
        </pc:sldMkLst>
        <pc:spChg chg="add mod">
          <ac:chgData name="Sofia  Vasquez" userId="cbe5686c-1275-4510-aaa7-4bcba531d7a2" providerId="ADAL" clId="{EC5498AA-5E20-4EED-BBAA-59BDABDE657C}" dt="2026-06-04T18:27:48.425" v="3755"/>
          <ac:spMkLst>
            <pc:docMk/>
            <pc:sldMk cId="644821598" sldId="949"/>
            <ac:spMk id="2" creationId="{9B55DDAD-DEFF-9CAF-4D46-8C1115544F00}"/>
          </ac:spMkLst>
        </pc:spChg>
        <pc:spChg chg="add mod">
          <ac:chgData name="Sofia  Vasquez" userId="cbe5686c-1275-4510-aaa7-4bcba531d7a2" providerId="ADAL" clId="{EC5498AA-5E20-4EED-BBAA-59BDABDE657C}" dt="2026-06-04T18:27:48.425" v="3755"/>
          <ac:spMkLst>
            <pc:docMk/>
            <pc:sldMk cId="644821598" sldId="949"/>
            <ac:spMk id="3" creationId="{AEADC1CF-18DF-8AA0-3049-4AA51F904E9D}"/>
          </ac:spMkLst>
        </pc:spChg>
        <pc:spChg chg="add mod">
          <ac:chgData name="Sofia  Vasquez" userId="cbe5686c-1275-4510-aaa7-4bcba531d7a2" providerId="ADAL" clId="{EC5498AA-5E20-4EED-BBAA-59BDABDE657C}" dt="2026-06-04T18:28:13.343" v="3777" actId="20577"/>
          <ac:spMkLst>
            <pc:docMk/>
            <pc:sldMk cId="644821598" sldId="949"/>
            <ac:spMk id="8" creationId="{74CC1CEF-0F94-6C72-CD18-AF704336D3CA}"/>
          </ac:spMkLst>
        </pc:spChg>
        <pc:spChg chg="add mod">
          <ac:chgData name="Sofia  Vasquez" userId="cbe5686c-1275-4510-aaa7-4bcba531d7a2" providerId="ADAL" clId="{EC5498AA-5E20-4EED-BBAA-59BDABDE657C}" dt="2026-06-04T18:27:48.425" v="3755"/>
          <ac:spMkLst>
            <pc:docMk/>
            <pc:sldMk cId="644821598" sldId="949"/>
            <ac:spMk id="9" creationId="{CCFBC000-CA1A-4AF4-70D1-0AEF5A163D37}"/>
          </ac:spMkLst>
        </pc:spChg>
        <pc:spChg chg="add mod">
          <ac:chgData name="Sofia  Vasquez" userId="cbe5686c-1275-4510-aaa7-4bcba531d7a2" providerId="ADAL" clId="{EC5498AA-5E20-4EED-BBAA-59BDABDE657C}" dt="2026-06-04T18:28:20.698" v="3779"/>
          <ac:spMkLst>
            <pc:docMk/>
            <pc:sldMk cId="644821598" sldId="949"/>
            <ac:spMk id="10" creationId="{8573672D-4595-C41B-3ED3-51A072A6E3C7}"/>
          </ac:spMkLst>
        </pc:spChg>
        <pc:spChg chg="mod">
          <ac:chgData name="Sofia  Vasquez" userId="cbe5686c-1275-4510-aaa7-4bcba531d7a2" providerId="ADAL" clId="{EC5498AA-5E20-4EED-BBAA-59BDABDE657C}" dt="2026-06-02T18:39:46.811" v="3148" actId="20577"/>
          <ac:spMkLst>
            <pc:docMk/>
            <pc:sldMk cId="644821598" sldId="949"/>
            <ac:spMk id="75" creationId="{F2DE114F-5301-4587-EEEE-A221EF888217}"/>
          </ac:spMkLst>
        </pc:spChg>
        <pc:spChg chg="mod">
          <ac:chgData name="Sofia  Vasquez" userId="cbe5686c-1275-4510-aaa7-4bcba531d7a2" providerId="ADAL" clId="{EC5498AA-5E20-4EED-BBAA-59BDABDE657C}" dt="2026-06-02T18:52:16.780" v="3418" actId="20577"/>
          <ac:spMkLst>
            <pc:docMk/>
            <pc:sldMk cId="644821598" sldId="949"/>
            <ac:spMk id="76" creationId="{B3CC497D-AAF6-DD64-31E3-2686BB007F69}"/>
          </ac:spMkLst>
        </pc:spChg>
        <pc:spChg chg="mod">
          <ac:chgData name="Sofia  Vasquez" userId="cbe5686c-1275-4510-aaa7-4bcba531d7a2" providerId="ADAL" clId="{EC5498AA-5E20-4EED-BBAA-59BDABDE657C}" dt="2026-06-04T18:27:42.011" v="3754" actId="1076"/>
          <ac:spMkLst>
            <pc:docMk/>
            <pc:sldMk cId="644821598" sldId="949"/>
            <ac:spMk id="78" creationId="{4061F945-45AE-EA71-D44E-EECF6BADA422}"/>
          </ac:spMkLst>
        </pc:spChg>
        <pc:spChg chg="mod">
          <ac:chgData name="Sofia  Vasquez" userId="cbe5686c-1275-4510-aaa7-4bcba531d7a2" providerId="ADAL" clId="{EC5498AA-5E20-4EED-BBAA-59BDABDE657C}" dt="2026-06-04T18:27:42.011" v="3754" actId="1076"/>
          <ac:spMkLst>
            <pc:docMk/>
            <pc:sldMk cId="644821598" sldId="949"/>
            <ac:spMk id="79" creationId="{C82945BD-F729-53C3-D33E-0A20D3FC24A6}"/>
          </ac:spMkLst>
        </pc:spChg>
        <pc:spChg chg="mod">
          <ac:chgData name="Sofia  Vasquez" userId="cbe5686c-1275-4510-aaa7-4bcba531d7a2" providerId="ADAL" clId="{EC5498AA-5E20-4EED-BBAA-59BDABDE657C}" dt="2026-06-04T18:27:42.011" v="3754" actId="1076"/>
          <ac:spMkLst>
            <pc:docMk/>
            <pc:sldMk cId="644821598" sldId="949"/>
            <ac:spMk id="81" creationId="{526BDAA0-0DE4-AE64-9CCA-0148EC2C6E42}"/>
          </ac:spMkLst>
        </pc:spChg>
        <pc:spChg chg="mod">
          <ac:chgData name="Sofia  Vasquez" userId="cbe5686c-1275-4510-aaa7-4bcba531d7a2" providerId="ADAL" clId="{EC5498AA-5E20-4EED-BBAA-59BDABDE657C}" dt="2026-06-04T18:27:42.011" v="3754" actId="1076"/>
          <ac:spMkLst>
            <pc:docMk/>
            <pc:sldMk cId="644821598" sldId="949"/>
            <ac:spMk id="82" creationId="{2AEC57FE-1F10-78F8-633E-023D5C0ABBC9}"/>
          </ac:spMkLst>
        </pc:spChg>
        <pc:spChg chg="mod">
          <ac:chgData name="Sofia  Vasquez" userId="cbe5686c-1275-4510-aaa7-4bcba531d7a2" providerId="ADAL" clId="{EC5498AA-5E20-4EED-BBAA-59BDABDE657C}" dt="2026-06-04T18:28:18.199" v="3778" actId="21"/>
          <ac:spMkLst>
            <pc:docMk/>
            <pc:sldMk cId="644821598" sldId="949"/>
            <ac:spMk id="83" creationId="{296A632F-A235-CB40-BDA3-7A72F873E115}"/>
          </ac:spMkLst>
        </pc:spChg>
        <pc:spChg chg="mod">
          <ac:chgData name="Sofia  Vasquez" userId="cbe5686c-1275-4510-aaa7-4bcba531d7a2" providerId="ADAL" clId="{EC5498AA-5E20-4EED-BBAA-59BDABDE657C}" dt="2026-06-02T18:47:01.971" v="3315" actId="20577"/>
          <ac:spMkLst>
            <pc:docMk/>
            <pc:sldMk cId="644821598" sldId="949"/>
            <ac:spMk id="87" creationId="{9E8E50B1-FFE5-BE0C-6AE7-48643A5D3EB0}"/>
          </ac:spMkLst>
        </pc:spChg>
        <pc:spChg chg="mod">
          <ac:chgData name="Sofia  Vasquez" userId="cbe5686c-1275-4510-aaa7-4bcba531d7a2" providerId="ADAL" clId="{EC5498AA-5E20-4EED-BBAA-59BDABDE657C}" dt="2026-06-02T18:50:24.165" v="3383" actId="21"/>
          <ac:spMkLst>
            <pc:docMk/>
            <pc:sldMk cId="644821598" sldId="949"/>
            <ac:spMk id="89" creationId="{7E4E46EA-72A2-070B-4F41-7CE6E3FF5AB8}"/>
          </ac:spMkLst>
        </pc:spChg>
        <pc:spChg chg="mod">
          <ac:chgData name="Sofia  Vasquez" userId="cbe5686c-1275-4510-aaa7-4bcba531d7a2" providerId="ADAL" clId="{EC5498AA-5E20-4EED-BBAA-59BDABDE657C}" dt="2026-06-02T18:49:50.929" v="3382"/>
          <ac:spMkLst>
            <pc:docMk/>
            <pc:sldMk cId="644821598" sldId="949"/>
            <ac:spMk id="93" creationId="{11B4B8A9-3112-62F2-1535-A9A48B736FFA}"/>
          </ac:spMkLst>
        </pc:spChg>
        <pc:spChg chg="mod">
          <ac:chgData name="Sofia  Vasquez" userId="cbe5686c-1275-4510-aaa7-4bcba531d7a2" providerId="ADAL" clId="{EC5498AA-5E20-4EED-BBAA-59BDABDE657C}" dt="2026-06-02T18:49:41.687" v="3380"/>
          <ac:spMkLst>
            <pc:docMk/>
            <pc:sldMk cId="644821598" sldId="949"/>
            <ac:spMk id="95" creationId="{CFDE07EA-955A-BE01-9E72-76E6AA52F9F0}"/>
          </ac:spMkLst>
        </pc:spChg>
        <pc:grpChg chg="mod">
          <ac:chgData name="Sofia  Vasquez" userId="cbe5686c-1275-4510-aaa7-4bcba531d7a2" providerId="ADAL" clId="{EC5498AA-5E20-4EED-BBAA-59BDABDE657C}" dt="2026-06-04T18:27:42.011" v="3754" actId="1076"/>
          <ac:grpSpMkLst>
            <pc:docMk/>
            <pc:sldMk cId="644821598" sldId="949"/>
            <ac:grpSpMk id="97" creationId="{97C55BFF-827B-C7C7-B3B9-6462581F0044}"/>
          </ac:grpSpMkLst>
        </pc:grpChg>
        <pc:grpChg chg="add del">
          <ac:chgData name="Sofia  Vasquez" userId="cbe5686c-1275-4510-aaa7-4bcba531d7a2" providerId="ADAL" clId="{EC5498AA-5E20-4EED-BBAA-59BDABDE657C}" dt="2026-06-04T18:26:30.064" v="3752" actId="21"/>
          <ac:grpSpMkLst>
            <pc:docMk/>
            <pc:sldMk cId="644821598" sldId="949"/>
            <ac:grpSpMk id="98" creationId="{4265D0D8-E727-27AC-7620-A194F7F6B9FC}"/>
          </ac:grpSpMkLst>
        </pc:grpChg>
        <pc:picChg chg="add del">
          <ac:chgData name="Sofia  Vasquez" userId="cbe5686c-1275-4510-aaa7-4bcba531d7a2" providerId="ADAL" clId="{EC5498AA-5E20-4EED-BBAA-59BDABDE657C}" dt="2026-06-04T18:26:30.064" v="3752" actId="21"/>
          <ac:picMkLst>
            <pc:docMk/>
            <pc:sldMk cId="644821598" sldId="949"/>
            <ac:picMk id="5" creationId="{09BEF76B-7613-5BC2-D35C-51DE6235A42E}"/>
          </ac:picMkLst>
        </pc:picChg>
        <pc:picChg chg="add mod">
          <ac:chgData name="Sofia  Vasquez" userId="cbe5686c-1275-4510-aaa7-4bcba531d7a2" providerId="ADAL" clId="{EC5498AA-5E20-4EED-BBAA-59BDABDE657C}" dt="2026-06-04T18:27:42.011" v="3754" actId="1076"/>
          <ac:picMkLst>
            <pc:docMk/>
            <pc:sldMk cId="644821598" sldId="949"/>
            <ac:picMk id="6" creationId="{4803C8C1-C675-F44C-7A60-349E27972A99}"/>
          </ac:picMkLst>
        </pc:picChg>
        <pc:picChg chg="add mod">
          <ac:chgData name="Sofia  Vasquez" userId="cbe5686c-1275-4510-aaa7-4bcba531d7a2" providerId="ADAL" clId="{EC5498AA-5E20-4EED-BBAA-59BDABDE657C}" dt="2026-06-04T18:27:42.011" v="3754" actId="1076"/>
          <ac:picMkLst>
            <pc:docMk/>
            <pc:sldMk cId="644821598" sldId="949"/>
            <ac:picMk id="7" creationId="{6F4DD386-897C-DCB0-B599-E3241E3AE766}"/>
          </ac:picMkLst>
        </pc:picChg>
        <pc:picChg chg="add del mod">
          <ac:chgData name="Sofia  Vasquez" userId="cbe5686c-1275-4510-aaa7-4bcba531d7a2" providerId="ADAL" clId="{EC5498AA-5E20-4EED-BBAA-59BDABDE657C}" dt="2026-06-04T18:28:07.886" v="3766" actId="478"/>
          <ac:picMkLst>
            <pc:docMk/>
            <pc:sldMk cId="644821598" sldId="949"/>
            <ac:picMk id="11" creationId="{AA848864-2A1E-2A31-662D-89C90FAAA4F4}"/>
          </ac:picMkLst>
        </pc:picChg>
        <pc:picChg chg="add mod">
          <ac:chgData name="Sofia  Vasquez" userId="cbe5686c-1275-4510-aaa7-4bcba531d7a2" providerId="ADAL" clId="{EC5498AA-5E20-4EED-BBAA-59BDABDE657C}" dt="2026-06-04T18:28:08.443" v="3767"/>
          <ac:picMkLst>
            <pc:docMk/>
            <pc:sldMk cId="644821598" sldId="949"/>
            <ac:picMk id="12" creationId="{2D030A33-FBFC-29AD-80B9-916F6395552B}"/>
          </ac:picMkLst>
        </pc:picChg>
      </pc:sldChg>
      <pc:sldChg chg="addSp delSp modSp add del mod">
        <pc:chgData name="Sofia  Vasquez" userId="cbe5686c-1275-4510-aaa7-4bcba531d7a2" providerId="ADAL" clId="{EC5498AA-5E20-4EED-BBAA-59BDABDE657C}" dt="2026-06-02T19:42:42.611" v="3566" actId="47"/>
        <pc:sldMkLst>
          <pc:docMk/>
          <pc:sldMk cId="1535177517" sldId="950"/>
        </pc:sldMkLst>
        <pc:spChg chg="mod">
          <ac:chgData name="Sofia  Vasquez" userId="cbe5686c-1275-4510-aaa7-4bcba531d7a2" providerId="ADAL" clId="{EC5498AA-5E20-4EED-BBAA-59BDABDE657C}" dt="2026-06-02T18:50:55.850" v="3390" actId="20577"/>
          <ac:spMkLst>
            <pc:docMk/>
            <pc:sldMk cId="1535177517" sldId="950"/>
            <ac:spMk id="75" creationId="{9FC0DC71-FD3A-401F-543B-7595CF70C62F}"/>
          </ac:spMkLst>
        </pc:spChg>
        <pc:spChg chg="mod">
          <ac:chgData name="Sofia  Vasquez" userId="cbe5686c-1275-4510-aaa7-4bcba531d7a2" providerId="ADAL" clId="{EC5498AA-5E20-4EED-BBAA-59BDABDE657C}" dt="2026-06-02T18:51:12.183" v="3410" actId="20577"/>
          <ac:spMkLst>
            <pc:docMk/>
            <pc:sldMk cId="1535177517" sldId="950"/>
            <ac:spMk id="76" creationId="{41A68795-A13A-2447-699A-A5C0D8061BCF}"/>
          </ac:spMkLst>
        </pc:spChg>
        <pc:spChg chg="mod">
          <ac:chgData name="Sofia  Vasquez" userId="cbe5686c-1275-4510-aaa7-4bcba531d7a2" providerId="ADAL" clId="{EC5498AA-5E20-4EED-BBAA-59BDABDE657C}" dt="2026-06-02T19:41:11.836" v="3526" actId="20577"/>
          <ac:spMkLst>
            <pc:docMk/>
            <pc:sldMk cId="1535177517" sldId="950"/>
            <ac:spMk id="81" creationId="{A85FAFFC-7E6C-6580-E4FB-BBADC4815749}"/>
          </ac:spMkLst>
        </pc:spChg>
        <pc:spChg chg="mod">
          <ac:chgData name="Sofia  Vasquez" userId="cbe5686c-1275-4510-aaa7-4bcba531d7a2" providerId="ADAL" clId="{EC5498AA-5E20-4EED-BBAA-59BDABDE657C}" dt="2026-06-02T18:55:13.578" v="3444" actId="21"/>
          <ac:spMkLst>
            <pc:docMk/>
            <pc:sldMk cId="1535177517" sldId="950"/>
            <ac:spMk id="83" creationId="{7A3A0686-A44B-1089-7F88-D2FF4A763D2B}"/>
          </ac:spMkLst>
        </pc:spChg>
        <pc:spChg chg="mod">
          <ac:chgData name="Sofia  Vasquez" userId="cbe5686c-1275-4510-aaa7-4bcba531d7a2" providerId="ADAL" clId="{EC5498AA-5E20-4EED-BBAA-59BDABDE657C}" dt="2026-06-02T18:55:37.852" v="3455"/>
          <ac:spMkLst>
            <pc:docMk/>
            <pc:sldMk cId="1535177517" sldId="950"/>
            <ac:spMk id="84" creationId="{38CEDFBF-9250-D91A-020B-E34FBE4B2092}"/>
          </ac:spMkLst>
        </pc:spChg>
        <pc:spChg chg="mod">
          <ac:chgData name="Sofia  Vasquez" userId="cbe5686c-1275-4510-aaa7-4bcba531d7a2" providerId="ADAL" clId="{EC5498AA-5E20-4EED-BBAA-59BDABDE657C}" dt="2026-06-02T18:55:37.852" v="3455"/>
          <ac:spMkLst>
            <pc:docMk/>
            <pc:sldMk cId="1535177517" sldId="950"/>
            <ac:spMk id="85" creationId="{1036C25A-2291-633E-6E10-C6F3BBD2B993}"/>
          </ac:spMkLst>
        </pc:spChg>
        <pc:spChg chg="mod">
          <ac:chgData name="Sofia  Vasquez" userId="cbe5686c-1275-4510-aaa7-4bcba531d7a2" providerId="ADAL" clId="{EC5498AA-5E20-4EED-BBAA-59BDABDE657C}" dt="2026-06-02T18:55:37.852" v="3455"/>
          <ac:spMkLst>
            <pc:docMk/>
            <pc:sldMk cId="1535177517" sldId="950"/>
            <ac:spMk id="87" creationId="{0689B8E7-A4D7-7CDF-6946-7F40AB805EAC}"/>
          </ac:spMkLst>
        </pc:spChg>
        <pc:spChg chg="mod">
          <ac:chgData name="Sofia  Vasquez" userId="cbe5686c-1275-4510-aaa7-4bcba531d7a2" providerId="ADAL" clId="{EC5498AA-5E20-4EED-BBAA-59BDABDE657C}" dt="2026-06-02T18:55:37.852" v="3455"/>
          <ac:spMkLst>
            <pc:docMk/>
            <pc:sldMk cId="1535177517" sldId="950"/>
            <ac:spMk id="88" creationId="{CD12F3A2-5C04-2DAC-C9A6-5E6443F85C3E}"/>
          </ac:spMkLst>
        </pc:spChg>
        <pc:spChg chg="mod">
          <ac:chgData name="Sofia  Vasquez" userId="cbe5686c-1275-4510-aaa7-4bcba531d7a2" providerId="ADAL" clId="{EC5498AA-5E20-4EED-BBAA-59BDABDE657C}" dt="2026-06-02T18:55:50.410" v="3457" actId="20577"/>
          <ac:spMkLst>
            <pc:docMk/>
            <pc:sldMk cId="1535177517" sldId="950"/>
            <ac:spMk id="89" creationId="{ED543F22-97C5-43A1-FCAC-96580DDA62FD}"/>
          </ac:spMkLst>
        </pc:spChg>
        <pc:spChg chg="mod">
          <ac:chgData name="Sofia  Vasquez" userId="cbe5686c-1275-4510-aaa7-4bcba531d7a2" providerId="ADAL" clId="{EC5498AA-5E20-4EED-BBAA-59BDABDE657C}" dt="2026-06-02T19:42:13.493" v="3560" actId="207"/>
          <ac:spMkLst>
            <pc:docMk/>
            <pc:sldMk cId="1535177517" sldId="950"/>
            <ac:spMk id="93" creationId="{82B6A655-830C-4F2D-45BA-8DC053DF2B3E}"/>
          </ac:spMkLst>
        </pc:spChg>
        <pc:spChg chg="mod">
          <ac:chgData name="Sofia  Vasquez" userId="cbe5686c-1275-4510-aaa7-4bcba531d7a2" providerId="ADAL" clId="{EC5498AA-5E20-4EED-BBAA-59BDABDE657C}" dt="2026-06-02T18:55:41.510" v="3456"/>
          <ac:spMkLst>
            <pc:docMk/>
            <pc:sldMk cId="1535177517" sldId="950"/>
            <ac:spMk id="95" creationId="{F7FBA9E3-5E72-0E82-F802-DC7D5908C5CB}"/>
          </ac:spMkLst>
        </pc:spChg>
        <pc:grpChg chg="mod">
          <ac:chgData name="Sofia  Vasquez" userId="cbe5686c-1275-4510-aaa7-4bcba531d7a2" providerId="ADAL" clId="{EC5498AA-5E20-4EED-BBAA-59BDABDE657C}" dt="2026-06-02T18:55:37.852" v="3455"/>
          <ac:grpSpMkLst>
            <pc:docMk/>
            <pc:sldMk cId="1535177517" sldId="950"/>
            <ac:grpSpMk id="97" creationId="{483EB7C8-36E0-77C3-B731-F0F812283F2B}"/>
          </ac:grpSpMkLst>
        </pc:grpChg>
        <pc:picChg chg="add mod">
          <ac:chgData name="Sofia  Vasquez" userId="cbe5686c-1275-4510-aaa7-4bcba531d7a2" providerId="ADAL" clId="{EC5498AA-5E20-4EED-BBAA-59BDABDE657C}" dt="2026-06-02T19:42:07.552" v="3559" actId="1076"/>
          <ac:picMkLst>
            <pc:docMk/>
            <pc:sldMk cId="1535177517" sldId="950"/>
            <ac:picMk id="9" creationId="{AE12A8E3-FC17-58FE-F7DB-755AD1A2ABCC}"/>
          </ac:picMkLst>
        </pc:picChg>
      </pc:sldChg>
      <pc:sldChg chg="addSp delSp modSp add mod">
        <pc:chgData name="Sofia  Vasquez" userId="cbe5686c-1275-4510-aaa7-4bcba531d7a2" providerId="ADAL" clId="{EC5498AA-5E20-4EED-BBAA-59BDABDE657C}" dt="2026-06-02T19:49:05.022" v="3618" actId="14100"/>
        <pc:sldMkLst>
          <pc:docMk/>
          <pc:sldMk cId="3619296452" sldId="951"/>
        </pc:sldMkLst>
        <pc:spChg chg="mod">
          <ac:chgData name="Sofia  Vasquez" userId="cbe5686c-1275-4510-aaa7-4bcba531d7a2" providerId="ADAL" clId="{EC5498AA-5E20-4EED-BBAA-59BDABDE657C}" dt="2026-06-02T19:43:08.133" v="3575" actId="20577"/>
          <ac:spMkLst>
            <pc:docMk/>
            <pc:sldMk cId="3619296452" sldId="951"/>
            <ac:spMk id="75" creationId="{B2394EC1-F15F-CB18-4EDF-C7C3EDD64DEC}"/>
          </ac:spMkLst>
        </pc:spChg>
        <pc:spChg chg="mod">
          <ac:chgData name="Sofia  Vasquez" userId="cbe5686c-1275-4510-aaa7-4bcba531d7a2" providerId="ADAL" clId="{EC5498AA-5E20-4EED-BBAA-59BDABDE657C}" dt="2026-06-02T19:43:37.023" v="3580"/>
          <ac:spMkLst>
            <pc:docMk/>
            <pc:sldMk cId="3619296452" sldId="951"/>
            <ac:spMk id="76" creationId="{8297FF3D-EE70-E6B7-D3A3-4A1BA079ABD3}"/>
          </ac:spMkLst>
        </pc:spChg>
        <pc:spChg chg="mod">
          <ac:chgData name="Sofia  Vasquez" userId="cbe5686c-1275-4510-aaa7-4bcba531d7a2" providerId="ADAL" clId="{EC5498AA-5E20-4EED-BBAA-59BDABDE657C}" dt="2026-06-02T19:44:06.954" v="3582"/>
          <ac:spMkLst>
            <pc:docMk/>
            <pc:sldMk cId="3619296452" sldId="951"/>
            <ac:spMk id="81" creationId="{F87DB0AF-307D-3859-8F7F-E91F65B3ADF8}"/>
          </ac:spMkLst>
        </pc:spChg>
        <pc:spChg chg="mod">
          <ac:chgData name="Sofia  Vasquez" userId="cbe5686c-1275-4510-aaa7-4bcba531d7a2" providerId="ADAL" clId="{EC5498AA-5E20-4EED-BBAA-59BDABDE657C}" dt="2026-06-02T19:49:05.022" v="3618" actId="14100"/>
          <ac:spMkLst>
            <pc:docMk/>
            <pc:sldMk cId="3619296452" sldId="951"/>
            <ac:spMk id="83" creationId="{B6C8C9D6-587C-8605-2C1E-94E39D5009DB}"/>
          </ac:spMkLst>
        </pc:spChg>
        <pc:spChg chg="mod">
          <ac:chgData name="Sofia  Vasquez" userId="cbe5686c-1275-4510-aaa7-4bcba531d7a2" providerId="ADAL" clId="{EC5498AA-5E20-4EED-BBAA-59BDABDE657C}" dt="2026-06-02T19:45:47.282" v="3589"/>
          <ac:spMkLst>
            <pc:docMk/>
            <pc:sldMk cId="3619296452" sldId="951"/>
            <ac:spMk id="87" creationId="{A0F1F704-442E-154B-8BBA-C026222AF040}"/>
          </ac:spMkLst>
        </pc:spChg>
        <pc:spChg chg="mod">
          <ac:chgData name="Sofia  Vasquez" userId="cbe5686c-1275-4510-aaa7-4bcba531d7a2" providerId="ADAL" clId="{EC5498AA-5E20-4EED-BBAA-59BDABDE657C}" dt="2026-06-02T19:45:57.073" v="3591"/>
          <ac:spMkLst>
            <pc:docMk/>
            <pc:sldMk cId="3619296452" sldId="951"/>
            <ac:spMk id="89" creationId="{BC62408C-98E5-EEA2-93FD-A8470D843410}"/>
          </ac:spMkLst>
        </pc:spChg>
        <pc:spChg chg="mod">
          <ac:chgData name="Sofia  Vasquez" userId="cbe5686c-1275-4510-aaa7-4bcba531d7a2" providerId="ADAL" clId="{EC5498AA-5E20-4EED-BBAA-59BDABDE657C}" dt="2026-06-02T19:47:01.401" v="3597" actId="20577"/>
          <ac:spMkLst>
            <pc:docMk/>
            <pc:sldMk cId="3619296452" sldId="951"/>
            <ac:spMk id="93" creationId="{E4CBD6E1-38AB-0BE6-FB4C-2B26B72C2571}"/>
          </ac:spMkLst>
        </pc:spChg>
        <pc:spChg chg="mod">
          <ac:chgData name="Sofia  Vasquez" userId="cbe5686c-1275-4510-aaa7-4bcba531d7a2" providerId="ADAL" clId="{EC5498AA-5E20-4EED-BBAA-59BDABDE657C}" dt="2026-06-02T19:47:19.207" v="3600" actId="20577"/>
          <ac:spMkLst>
            <pc:docMk/>
            <pc:sldMk cId="3619296452" sldId="951"/>
            <ac:spMk id="95" creationId="{99E37CA6-58E8-D3BC-2DDC-C7333A3F504D}"/>
          </ac:spMkLst>
        </pc:spChg>
        <pc:picChg chg="add mod">
          <ac:chgData name="Sofia  Vasquez" userId="cbe5686c-1275-4510-aaa7-4bcba531d7a2" providerId="ADAL" clId="{EC5498AA-5E20-4EED-BBAA-59BDABDE657C}" dt="2026-06-02T19:47:45.976" v="3604" actId="1076"/>
          <ac:picMkLst>
            <pc:docMk/>
            <pc:sldMk cId="3619296452" sldId="951"/>
            <ac:picMk id="2" creationId="{EF3F0D38-0EE3-0712-9F37-0B582971D60F}"/>
          </ac:picMkLst>
        </pc:picChg>
        <pc:picChg chg="add mod">
          <ac:chgData name="Sofia  Vasquez" userId="cbe5686c-1275-4510-aaa7-4bcba531d7a2" providerId="ADAL" clId="{EC5498AA-5E20-4EED-BBAA-59BDABDE657C}" dt="2026-06-02T19:48:22.524" v="3609"/>
          <ac:picMkLst>
            <pc:docMk/>
            <pc:sldMk cId="3619296452" sldId="951"/>
            <ac:picMk id="3" creationId="{225F346A-57BC-97A6-E85A-DE7E80F8B150}"/>
          </ac:picMkLst>
        </pc:picChg>
        <pc:picChg chg="add mod">
          <ac:chgData name="Sofia  Vasquez" userId="cbe5686c-1275-4510-aaa7-4bcba531d7a2" providerId="ADAL" clId="{EC5498AA-5E20-4EED-BBAA-59BDABDE657C}" dt="2026-06-02T19:48:54.366" v="3617"/>
          <ac:picMkLst>
            <pc:docMk/>
            <pc:sldMk cId="3619296452" sldId="951"/>
            <ac:picMk id="5" creationId="{1A0F592A-DB30-678B-1F03-4EE30393EE05}"/>
          </ac:picMkLst>
        </pc:picChg>
      </pc:sldChg>
      <pc:sldMasterChg chg="delSldLayout">
        <pc:chgData name="Sofia  Vasquez" userId="cbe5686c-1275-4510-aaa7-4bcba531d7a2" providerId="ADAL" clId="{EC5498AA-5E20-4EED-BBAA-59BDABDE657C}" dt="2026-06-02T16:12:37.849" v="1900" actId="47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3C170-A009-4046-835C-5D7754DB02C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397C3-CED0-9A45-8798-632767E5E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6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276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472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13049-9DCF-9365-A7CE-56298084E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44BFF-E237-4B18-D0F6-E1A586719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5E941-D7DD-32DD-31EE-82D3F27F2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88B72-C886-F729-6BF9-88F82C766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61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F7EBD-56CA-B264-4928-AD2B49A4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596EB-8B1A-E3A0-95F5-E3E3BA55A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55168-C949-8536-1CA9-618CAFFAF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2CEA4-771C-0295-3DC8-2AA704E88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26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4A9FB-950F-7983-4383-8C9624428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F8E83-A7F0-CC85-91A1-77FD8B950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4C3E64-DD02-018A-4BEA-AF6944EB8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88E93-EC22-5A45-7D78-040667A60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74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4515E-B735-84CF-97F0-90DA54DE2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E8636-C68E-8BA1-BA37-F567B4E32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6BADC-37F0-47F5-2141-BB96700BC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05622-C61D-008E-934C-638AF577E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04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9012-F181-AD47-1656-5383122C6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5EA88-691A-CD68-A9AD-15EB0A267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75B60-432E-DD34-B9C2-2F1451E39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82FC4-32A9-96AD-7C83-7E8BAE310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1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C703B3-6D81-8B4F-A4B3-A3D17AF3D741}"/>
              </a:ext>
            </a:extLst>
          </p:cNvPr>
          <p:cNvSpPr/>
          <p:nvPr userDrawn="1"/>
        </p:nvSpPr>
        <p:spPr>
          <a:xfrm>
            <a:off x="0" y="0"/>
            <a:ext cx="12192000" cy="308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6400" y="6200152"/>
            <a:ext cx="1043609" cy="274320"/>
          </a:xfr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33798079-21CE-E14E-9A10-1B1BB8AD3EFD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49279" y="6200152"/>
            <a:ext cx="4738580" cy="274320"/>
          </a:xfrm>
        </p:spPr>
        <p:txBody>
          <a:bodyPr/>
          <a:lstStyle>
            <a:lvl1pPr>
              <a:defRPr sz="1100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65" y="7000857"/>
            <a:ext cx="829235" cy="274320"/>
          </a:xfrm>
        </p:spPr>
        <p:txBody>
          <a:bodyPr/>
          <a:lstStyle>
            <a:lvl1pPr>
              <a:defRPr sz="11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0C3D38-DC09-2A42-9A06-A7C24D63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3283440"/>
            <a:ext cx="5901458" cy="1463040"/>
          </a:xfrm>
        </p:spPr>
        <p:txBody>
          <a:bodyPr anchor="b">
            <a:normAutofit/>
          </a:bodyPr>
          <a:lstStyle>
            <a:lvl1pPr algn="l">
              <a:defRPr sz="4000" spc="200" baseline="0"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E5B16B8-349A-8D41-84DA-A8F8EFD0F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4875777"/>
            <a:ext cx="5901458" cy="1195077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spc="5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40CCCDE-1036-904C-9085-AAD80BB65D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8317" y="901880"/>
            <a:ext cx="3691835" cy="13115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C703B3-6D81-8B4F-A4B3-A3D17AF3D741}"/>
              </a:ext>
            </a:extLst>
          </p:cNvPr>
          <p:cNvSpPr/>
          <p:nvPr userDrawn="1"/>
        </p:nvSpPr>
        <p:spPr>
          <a:xfrm>
            <a:off x="0" y="0"/>
            <a:ext cx="12192000" cy="308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6400" y="6200152"/>
            <a:ext cx="1043609" cy="274320"/>
          </a:xfr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33798079-21CE-E14E-9A10-1B1BB8AD3EFD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49279" y="6200152"/>
            <a:ext cx="4738580" cy="274320"/>
          </a:xfrm>
        </p:spPr>
        <p:txBody>
          <a:bodyPr/>
          <a:lstStyle>
            <a:lvl1pPr>
              <a:defRPr sz="1100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65" y="7000857"/>
            <a:ext cx="829235" cy="274320"/>
          </a:xfrm>
        </p:spPr>
        <p:txBody>
          <a:bodyPr/>
          <a:lstStyle>
            <a:lvl1pPr>
              <a:defRPr sz="11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0C3D38-DC09-2A42-9A06-A7C24D63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3283440"/>
            <a:ext cx="5901458" cy="1463040"/>
          </a:xfrm>
        </p:spPr>
        <p:txBody>
          <a:bodyPr anchor="b">
            <a:normAutofit/>
          </a:bodyPr>
          <a:lstStyle>
            <a:lvl1pPr algn="l">
              <a:defRPr sz="4000" spc="200" baseline="0"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E5B16B8-349A-8D41-84DA-A8F8EFD0F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4875777"/>
            <a:ext cx="5901458" cy="1195077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spc="5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40CCCDE-1036-904C-9085-AAD80BB65D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8317" y="901880"/>
            <a:ext cx="3691835" cy="131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0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65" y="7000857"/>
            <a:ext cx="829235" cy="274320"/>
          </a:xfrm>
        </p:spPr>
        <p:txBody>
          <a:bodyPr/>
          <a:lstStyle>
            <a:lvl1pPr>
              <a:defRPr sz="11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491B4B-3B3E-4342-8628-6ABAD70D8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3283440"/>
            <a:ext cx="5901458" cy="1463040"/>
          </a:xfrm>
        </p:spPr>
        <p:txBody>
          <a:bodyPr anchor="b">
            <a:normAutofit/>
          </a:bodyPr>
          <a:lstStyle>
            <a:lvl1pPr algn="l">
              <a:defRPr sz="4000" spc="200" baseline="0">
                <a:solidFill>
                  <a:schemeClr val="bg1"/>
                </a:solidFill>
                <a:highlight>
                  <a:srgbClr val="0000FF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5A8C4D-E89F-D043-BDA0-DA7177B0C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4875777"/>
            <a:ext cx="5901458" cy="1195077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2CB70E9-E9A7-114D-9906-DCD7F39EAF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8317" y="901880"/>
            <a:ext cx="3691835" cy="1311573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7AE81B3-FF7A-A24A-9F96-73EB3A05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0" y="6200152"/>
            <a:ext cx="1043609" cy="274320"/>
          </a:xfrm>
        </p:spPr>
        <p:txBody>
          <a:bodyPr/>
          <a:lstStyle>
            <a:lvl1pPr algn="l">
              <a:defRPr sz="1100">
                <a:solidFill>
                  <a:schemeClr val="accent3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2806FF6-0A1D-F04F-9483-CDD60AEE9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9279" y="6200152"/>
            <a:ext cx="4738580" cy="274320"/>
          </a:xfrm>
        </p:spPr>
        <p:txBody>
          <a:bodyPr/>
          <a:lstStyle>
            <a:lvl1pPr>
              <a:defRPr sz="1100" spc="100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55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65" y="7000857"/>
            <a:ext cx="829235" cy="274320"/>
          </a:xfrm>
        </p:spPr>
        <p:txBody>
          <a:bodyPr/>
          <a:lstStyle>
            <a:lvl1pPr>
              <a:defRPr sz="11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23CBB5-1DF7-DE45-8773-7EBE770E4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3283440"/>
            <a:ext cx="5901458" cy="1463040"/>
          </a:xfrm>
        </p:spPr>
        <p:txBody>
          <a:bodyPr anchor="b">
            <a:normAutofit/>
          </a:bodyPr>
          <a:lstStyle>
            <a:lvl1pPr algn="l">
              <a:defRPr sz="4000" spc="200" baseline="0"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B675473-8CA2-7A4E-A728-D94DEA9CF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4875777"/>
            <a:ext cx="5901458" cy="1195077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spc="5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33750E5-BE37-5143-981C-9ECAAC37DD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8317" y="901880"/>
            <a:ext cx="3691835" cy="1311573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365C2C8-D78E-A44C-B784-DB97E810EB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0" y="6200152"/>
            <a:ext cx="1043609" cy="274320"/>
          </a:xfr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33798079-21CE-E14E-9A10-1B1BB8AD3EFD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051A1F1-6992-5E48-B6E6-54E102D6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9279" y="6200152"/>
            <a:ext cx="4738580" cy="274320"/>
          </a:xfrm>
        </p:spPr>
        <p:txBody>
          <a:bodyPr/>
          <a:lstStyle>
            <a:lvl1pPr>
              <a:defRPr sz="1100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86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9" y="914400"/>
            <a:ext cx="11469189" cy="5029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1B1520D-6D96-4141-9ED7-D3EC26EB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3429000"/>
            <a:ext cx="5730239" cy="1463040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728216"/>
            <a:ext cx="5730240" cy="1704703"/>
          </a:xfrm>
        </p:spPr>
        <p:txBody>
          <a:bodyPr anchor="b">
            <a:noAutofit/>
          </a:bodyPr>
          <a:lstStyle>
            <a:lvl1pPr algn="l">
              <a:defRPr sz="3600" b="0" spc="200" baseline="0"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1322F-7C1C-8D41-BA42-73A90B3995D9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Al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3429000"/>
            <a:ext cx="5730239" cy="1463040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728216"/>
            <a:ext cx="5730240" cy="1704703"/>
          </a:xfrm>
        </p:spPr>
        <p:txBody>
          <a:bodyPr anchor="b">
            <a:noAutofit/>
          </a:bodyPr>
          <a:lstStyle>
            <a:lvl1pPr algn="l">
              <a:defRPr sz="3600" b="0" spc="200" baseline="0"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9AD4-3577-2D4A-9737-804159C52116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054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3429000"/>
            <a:ext cx="5730239" cy="1463040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728216"/>
            <a:ext cx="5730240" cy="1704703"/>
          </a:xfrm>
        </p:spPr>
        <p:txBody>
          <a:bodyPr anchor="b">
            <a:noAutofit/>
          </a:bodyPr>
          <a:lstStyle>
            <a:lvl1pPr algn="l">
              <a:defRPr sz="3600" b="0" spc="200" baseline="0">
                <a:solidFill>
                  <a:schemeClr val="bg1"/>
                </a:solidFill>
                <a:highlight>
                  <a:srgbClr val="0000FF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542966D-F481-5B45-9AEF-3DAD617D7000}" type="datetime1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D294AA-D57F-4142-B450-9FAC4F3E5E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2857" y="6117336"/>
            <a:ext cx="1818571" cy="48463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379218C-52E7-744B-910E-40E58DEA4329}"/>
              </a:ext>
            </a:extLst>
          </p:cNvPr>
          <p:cNvSpPr/>
          <p:nvPr userDrawn="1"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39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1188720"/>
            <a:ext cx="5413247" cy="449291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1188720"/>
            <a:ext cx="5821680" cy="449291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5383-D5A8-CB4D-B221-8D1B4A1CDC9E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00F5549-3EFD-CA41-9DB0-887AECF3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59" y="1188720"/>
            <a:ext cx="5413249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759" y="2011680"/>
            <a:ext cx="5413249" cy="3613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1188720"/>
            <a:ext cx="582011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000" b="0" kern="1200" cap="none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011680"/>
            <a:ext cx="5820110" cy="3613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9839-7139-0445-8DA4-CE99F11AD909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67E5-96C8-4F49-8D65-1751A5E8BB3A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4FF58BD-94FD-4145-99DE-3D4A7FE3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B414-0BAA-254F-A54B-9A4CBE4CF7B4}" type="datetime1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F8845C5-6F15-3D4F-8DFF-601DD428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D799134-C32D-AF49-8F06-9E3AC37A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391886"/>
            <a:ext cx="4754880" cy="2939143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F9E4D61-0EC8-F34A-AAF0-46B58482D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0" y="822960"/>
            <a:ext cx="5208104" cy="5184648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SzPct val="75000"/>
              <a:buFont typeface="System Font Regular"/>
              <a:buChar char="ᐳ"/>
              <a:defRPr sz="2000"/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6E7116C-40C4-B641-902C-1EE8E0BCB11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365760" y="3305775"/>
            <a:ext cx="4754880" cy="2701833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418011"/>
            <a:ext cx="4754880" cy="2899955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b="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1640899-E2D9-DA41-AA37-718B84FCC2C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365760" y="3305775"/>
            <a:ext cx="4754880" cy="2701833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9C3C5A8-CEFD-4A4D-9359-2461B4DBC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0" y="822960"/>
            <a:ext cx="5208104" cy="5184648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SzPct val="75000"/>
              <a:buFont typeface="System Font Regular"/>
              <a:buChar char="ᐳ"/>
              <a:defRPr sz="2000"/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51554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418012"/>
            <a:ext cx="11460480" cy="2312126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dirty="0"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" y="3016158"/>
            <a:ext cx="4754880" cy="300364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272F885-FA0C-5C49-A259-7073DDB3583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00" y="3016158"/>
            <a:ext cx="5208104" cy="2991449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SzPct val="75000"/>
              <a:buFont typeface="System Font Regular"/>
              <a:buChar char="ᐳ"/>
              <a:defRPr sz="2000"/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76139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418012"/>
            <a:ext cx="11460480" cy="2312126"/>
          </a:xfrm>
        </p:spPr>
        <p:txBody>
          <a:bodyPr anchor="ctr">
            <a:noAutofit/>
          </a:bodyPr>
          <a:lstStyle>
            <a:lvl1pPr mar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cap="none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" y="3016158"/>
            <a:ext cx="4754880" cy="300364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B3459E-89A6-724B-B92A-4E12CDAB759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00" y="3016158"/>
            <a:ext cx="5208104" cy="2991449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SzPct val="75000"/>
              <a:buFont typeface="System Font Regular"/>
              <a:buChar char="ᐳ"/>
              <a:defRPr sz="2000"/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93134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AA8ED9-F8A1-174E-8CFE-FB9D67D60B3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15000" y="822960"/>
            <a:ext cx="5208104" cy="5184648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75000"/>
              <a:buFont typeface="System Font Regular"/>
              <a:buChar char="ᐳ"/>
              <a:defRPr sz="2000">
                <a:solidFill>
                  <a:schemeClr val="bg1"/>
                </a:solidFill>
              </a:defRPr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391886"/>
            <a:ext cx="4754880" cy="2939143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b="0">
                <a:solidFill>
                  <a:schemeClr val="bg1"/>
                </a:solidFill>
                <a:highlight>
                  <a:srgbClr val="0000FF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6E7116C-40C4-B641-902C-1EE8E0BCB11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365760" y="3305775"/>
            <a:ext cx="4754880" cy="2701833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75C5F62-92D1-2845-B9F0-EB6F987F54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2857" y="6117336"/>
            <a:ext cx="1818571" cy="48463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4980071-7FFE-9D46-AB99-522A62949432}"/>
              </a:ext>
            </a:extLst>
          </p:cNvPr>
          <p:cNvSpPr/>
          <p:nvPr userDrawn="1"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5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418011"/>
            <a:ext cx="4754880" cy="2899955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b="0" cap="none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1640899-E2D9-DA41-AA37-718B84FCC2C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365760" y="3305775"/>
            <a:ext cx="4754880" cy="2701833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048E4BB-2B4D-0945-99A1-8FC05E69E7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2857" y="6117336"/>
            <a:ext cx="1818571" cy="48463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0AD4428-C8EB-334E-8488-6CC1B5B75F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15000" y="822960"/>
            <a:ext cx="5208104" cy="5184648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75000"/>
              <a:buFont typeface="System Font Regular"/>
              <a:buChar char="ᐳ"/>
              <a:defRPr sz="2000">
                <a:solidFill>
                  <a:schemeClr val="bg1"/>
                </a:solidFill>
              </a:defRPr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13E108-E6E0-9240-8652-D74A7DF20D84}"/>
              </a:ext>
            </a:extLst>
          </p:cNvPr>
          <p:cNvSpPr/>
          <p:nvPr userDrawn="1"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53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418012"/>
            <a:ext cx="11460480" cy="2312126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b="0" dirty="0">
                <a:solidFill>
                  <a:schemeClr val="bg1"/>
                </a:solidFill>
                <a:highlight>
                  <a:srgbClr val="0000FF"/>
                </a:highlight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" y="3016158"/>
            <a:ext cx="4754880" cy="300364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771E889-FA3D-3647-A17C-4DC71C16B1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2857" y="6117336"/>
            <a:ext cx="1818571" cy="48463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7E71193-22B5-6D4E-8015-637F86CD64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15000" y="3003966"/>
            <a:ext cx="5208104" cy="3003641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75000"/>
              <a:buFont typeface="System Font Regular"/>
              <a:buChar char="ᐳ"/>
              <a:defRPr sz="2000">
                <a:solidFill>
                  <a:schemeClr val="bg1"/>
                </a:solidFill>
              </a:defRPr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0BD037-AEB3-1E47-A9BC-5CFCA747ABFD}"/>
              </a:ext>
            </a:extLst>
          </p:cNvPr>
          <p:cNvSpPr/>
          <p:nvPr userDrawn="1"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8861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418012"/>
            <a:ext cx="11460480" cy="2312126"/>
          </a:xfrm>
        </p:spPr>
        <p:txBody>
          <a:bodyPr anchor="ctr">
            <a:noAutofit/>
          </a:bodyPr>
          <a:lstStyle>
            <a:lvl1pPr mar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cap="none" spc="0" baseline="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" y="3016158"/>
            <a:ext cx="4754880" cy="300364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1DB362E-FF63-4942-A4B3-F70C224A78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2857" y="6117336"/>
            <a:ext cx="1818571" cy="48463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1470CD-9FFF-D348-B4A6-7646E8C6DDB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15000" y="3003966"/>
            <a:ext cx="5208104" cy="3003641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75000"/>
              <a:buFont typeface="System Font Regular"/>
              <a:buChar char="ᐳ"/>
              <a:defRPr sz="2000">
                <a:solidFill>
                  <a:schemeClr val="bg1"/>
                </a:solidFill>
              </a:defRPr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E7334F-3FA0-594B-8074-A9C80DBB0962}"/>
              </a:ext>
            </a:extLst>
          </p:cNvPr>
          <p:cNvSpPr/>
          <p:nvPr userDrawn="1"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536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65760" y="332462"/>
            <a:ext cx="8724900" cy="579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400"/>
            </a:lvl1pPr>
          </a:lstStyle>
          <a:p>
            <a:pPr marL="0" lvl="0" indent="0">
              <a:lnSpc>
                <a:spcPct val="11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3207E-6432-BF48-94AB-98FAA05DEDE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F66B414-0BAA-254F-A54B-9A4CBE4CF7B4}" type="datetime1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C6E52-E3D3-F048-893B-E66A24ECA9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AD13E-C264-3C44-919D-FFC8D02515D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2530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023F6B-8ED6-8D4C-8831-2877786E7E6A}"/>
              </a:ext>
            </a:extLst>
          </p:cNvPr>
          <p:cNvSpPr txBox="1"/>
          <p:nvPr userDrawn="1"/>
        </p:nvSpPr>
        <p:spPr>
          <a:xfrm>
            <a:off x="7030360" y="4739261"/>
            <a:ext cx="1915589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200" i="1" spc="150" baseline="0" dirty="0">
                <a:solidFill>
                  <a:schemeClr val="accent6"/>
                </a:solidFill>
                <a:latin typeface="+mj-lt"/>
              </a:rPr>
              <a:t>ECHELON</a:t>
            </a:r>
            <a:r>
              <a:rPr lang="en-US" sz="1200" i="1" spc="150" baseline="0" dirty="0">
                <a:solidFill>
                  <a:schemeClr val="accent6"/>
                </a:solidFill>
              </a:rPr>
              <a:t>CYBER.COM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4299CBA-498A-9B4E-B589-1A3DC40670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41700" y="3520228"/>
            <a:ext cx="4211054" cy="14960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0BC911-98F3-3B4D-98DD-F57533B6C7C2}"/>
              </a:ext>
            </a:extLst>
          </p:cNvPr>
          <p:cNvSpPr/>
          <p:nvPr userDrawn="1"/>
        </p:nvSpPr>
        <p:spPr>
          <a:xfrm>
            <a:off x="0" y="0"/>
            <a:ext cx="12192000" cy="16784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066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Al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2854B46-0FC9-6548-A7E0-D71F2960F606}"/>
              </a:ext>
            </a:extLst>
          </p:cNvPr>
          <p:cNvSpPr txBox="1"/>
          <p:nvPr userDrawn="1"/>
        </p:nvSpPr>
        <p:spPr>
          <a:xfrm>
            <a:off x="7030360" y="4739261"/>
            <a:ext cx="1915589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200" i="1" spc="150" baseline="0" dirty="0">
                <a:solidFill>
                  <a:schemeClr val="accent6"/>
                </a:solidFill>
                <a:latin typeface="+mj-lt"/>
              </a:rPr>
              <a:t>ECHELON</a:t>
            </a:r>
            <a:r>
              <a:rPr lang="en-US" sz="1200" i="1" spc="150" baseline="0" dirty="0">
                <a:solidFill>
                  <a:schemeClr val="accent6"/>
                </a:solidFill>
              </a:rPr>
              <a:t>CYBER.COM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3365B32-99EB-DE4B-BE0C-74A9317151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41700" y="3520228"/>
            <a:ext cx="4211054" cy="14960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96D8E30-22E2-004C-9FD6-21113F5133F5}"/>
              </a:ext>
            </a:extLst>
          </p:cNvPr>
          <p:cNvSpPr/>
          <p:nvPr userDrawn="1"/>
        </p:nvSpPr>
        <p:spPr>
          <a:xfrm>
            <a:off x="0" y="0"/>
            <a:ext cx="12192000" cy="1678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08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234834"/>
            <a:ext cx="11887200" cy="2743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59" y="914400"/>
            <a:ext cx="11469189" cy="502920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3748" y="6419635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fld id="{2F66B414-0BAA-254F-A54B-9A4CBE4CF7B4}" type="datetime1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38574" y="6419635"/>
            <a:ext cx="56791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 cap="all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448" y="6419088"/>
            <a:ext cx="48683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1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59AC75E-4507-C64E-B252-F6F9A543E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112857" y="6117336"/>
            <a:ext cx="1818571" cy="4846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7115A7-3AED-3D48-A200-10C4D563DB7D}"/>
              </a:ext>
            </a:extLst>
          </p:cNvPr>
          <p:cNvSpPr/>
          <p:nvPr userDrawn="1"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59" r:id="rId3"/>
    <p:sldLayoutId id="2147483658" r:id="rId4"/>
    <p:sldLayoutId id="2147483650" r:id="rId5"/>
    <p:sldLayoutId id="2147483651" r:id="rId6"/>
    <p:sldLayoutId id="2147483662" r:id="rId7"/>
    <p:sldLayoutId id="214748366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1" r:id="rId21"/>
    <p:sldLayoutId id="2147483657" r:id="rId22"/>
    <p:sldLayoutId id="2147483660" r:id="rId23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1800" b="0" i="0" kern="1200" cap="all" spc="1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Font typeface="Wingdings 3" pitchFamily="18" charset="2"/>
        <a:buChar char="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SzPct val="75000"/>
        <a:buFont typeface="System Font Regular"/>
        <a:buChar char="ᐳ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hyperlink" Target="mailto:tlbsupport@thelaunchbox.com" TargetMode="Externa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Lauren.darby@echeloncyber.com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mailto:Karla.oros@echeloncyber.co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microsoft.com/office/2007/relationships/hdphoto" Target="../media/hdphoto2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C7165C-FEEF-A943-928B-3BF0874D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0077F-DCBA-B14D-9C45-669B92628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1156" y="2947736"/>
            <a:ext cx="8009263" cy="146304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First 90 Days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A1FB0A-AF8C-4F44-9EDC-E60115293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1155" y="4707925"/>
            <a:ext cx="6070295" cy="1195077"/>
          </a:xfrm>
        </p:spPr>
        <p:txBody>
          <a:bodyPr/>
          <a:lstStyle/>
          <a:p>
            <a:r>
              <a:rPr lang="en-US" dirty="0"/>
              <a:t>New Hire Onboarding Guide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80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CEF35-2D0E-8BBD-A5B4-5BA1DC83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C556D84-A249-C537-4C55-9BC38CFBD6D5}"/>
              </a:ext>
            </a:extLst>
          </p:cNvPr>
          <p:cNvSpPr/>
          <p:nvPr/>
        </p:nvSpPr>
        <p:spPr>
          <a:xfrm>
            <a:off x="375313" y="1549027"/>
            <a:ext cx="11470944" cy="996286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8D3E04BD-22A6-1138-9802-6286BC89B145}"/>
              </a:ext>
            </a:extLst>
          </p:cNvPr>
          <p:cNvSpPr/>
          <p:nvPr/>
        </p:nvSpPr>
        <p:spPr>
          <a:xfrm>
            <a:off x="370744" y="2571245"/>
            <a:ext cx="2540007" cy="3616657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488032E3-B4C3-019B-5C08-70ABC9CF24BA}"/>
              </a:ext>
            </a:extLst>
          </p:cNvPr>
          <p:cNvSpPr/>
          <p:nvPr/>
        </p:nvSpPr>
        <p:spPr>
          <a:xfrm>
            <a:off x="3099429" y="2571244"/>
            <a:ext cx="2582369" cy="3616657"/>
          </a:xfrm>
          <a:prstGeom prst="chevron">
            <a:avLst>
              <a:gd name="adj" fmla="val 0"/>
            </a:avLst>
          </a:prstGeom>
          <a:solidFill>
            <a:srgbClr val="000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C43E1C1-EDFF-A260-82D3-3F159636EF11}"/>
              </a:ext>
            </a:extLst>
          </p:cNvPr>
          <p:cNvSpPr/>
          <p:nvPr/>
        </p:nvSpPr>
        <p:spPr>
          <a:xfrm>
            <a:off x="5830708" y="2571245"/>
            <a:ext cx="2630907" cy="3616657"/>
          </a:xfrm>
          <a:prstGeom prst="chevron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7FEE9B2-83F1-06F7-3CEE-85CC27552D9A}"/>
              </a:ext>
            </a:extLst>
          </p:cNvPr>
          <p:cNvSpPr/>
          <p:nvPr/>
        </p:nvSpPr>
        <p:spPr>
          <a:xfrm>
            <a:off x="8659497" y="2571245"/>
            <a:ext cx="2570333" cy="3616657"/>
          </a:xfrm>
          <a:prstGeom prst="chevron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CBF1C87-F838-EF23-9FFB-B94E0F396DE8}"/>
              </a:ext>
            </a:extLst>
          </p:cNvPr>
          <p:cNvSpPr/>
          <p:nvPr/>
        </p:nvSpPr>
        <p:spPr>
          <a:xfrm>
            <a:off x="496095" y="1873843"/>
            <a:ext cx="2178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Pre-Day 1</a:t>
            </a:r>
            <a:endParaRPr lang="en-US" dirty="0">
              <a:latin typeface="+mj-lt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0D6A0C6-1FCD-FD73-8022-7469AC3E3ADC}"/>
              </a:ext>
            </a:extLst>
          </p:cNvPr>
          <p:cNvSpPr/>
          <p:nvPr/>
        </p:nvSpPr>
        <p:spPr>
          <a:xfrm>
            <a:off x="693991" y="279233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</a:rPr>
              <a:t>Before you start</a:t>
            </a:r>
            <a:endParaRPr lang="en-US" sz="11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F22E809-CCFD-02BA-C35E-FD099C60FAB3}"/>
              </a:ext>
            </a:extLst>
          </p:cNvPr>
          <p:cNvSpPr/>
          <p:nvPr/>
        </p:nvSpPr>
        <p:spPr>
          <a:xfrm>
            <a:off x="548639" y="3384651"/>
            <a:ext cx="2133146" cy="1992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Equipment, access, and paperwork set up before your first morning.</a:t>
            </a:r>
            <a:br>
              <a:rPr lang="en-US" sz="1200" dirty="0">
                <a:solidFill>
                  <a:schemeClr val="bg2">
                    <a:lumMod val="10000"/>
                  </a:schemeClr>
                </a:solidFill>
              </a:rPr>
            </a:br>
            <a:br>
              <a:rPr lang="en-US" sz="12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We’ll handle this piece for you!</a:t>
            </a: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D6618B90-0992-1E0F-E0CA-C58E01D3B303}"/>
              </a:ext>
            </a:extLst>
          </p:cNvPr>
          <p:cNvSpPr/>
          <p:nvPr/>
        </p:nvSpPr>
        <p:spPr>
          <a:xfrm>
            <a:off x="3307542" y="1826755"/>
            <a:ext cx="2045498" cy="467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latin typeface="+mj-lt"/>
              </a:rPr>
              <a:t>Day 1–5</a:t>
            </a: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428AE155-20B2-7DF9-FA3E-1193DFEB4D7C}"/>
              </a:ext>
            </a:extLst>
          </p:cNvPr>
          <p:cNvSpPr/>
          <p:nvPr/>
        </p:nvSpPr>
        <p:spPr>
          <a:xfrm>
            <a:off x="3421030" y="2792339"/>
            <a:ext cx="1931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1"/>
                </a:solidFill>
              </a:rPr>
              <a:t>First week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Text 23">
            <a:extLst>
              <a:ext uri="{FF2B5EF4-FFF2-40B4-BE49-F238E27FC236}">
                <a16:creationId xmlns:a16="http://schemas.microsoft.com/office/drawing/2014/main" id="{383DE46F-D753-D578-3401-03ECAC00E4C4}"/>
              </a:ext>
            </a:extLst>
          </p:cNvPr>
          <p:cNvSpPr/>
          <p:nvPr/>
        </p:nvSpPr>
        <p:spPr>
          <a:xfrm>
            <a:off x="6083960" y="1839045"/>
            <a:ext cx="2046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+mj-lt"/>
              </a:rPr>
              <a:t>Day</a:t>
            </a: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6–60</a:t>
            </a:r>
            <a:endParaRPr lang="en-US" sz="1500" dirty="0"/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A0917590-E5EA-F3B5-42C8-3CD0AEA37869}"/>
              </a:ext>
            </a:extLst>
          </p:cNvPr>
          <p:cNvSpPr/>
          <p:nvPr/>
        </p:nvSpPr>
        <p:spPr>
          <a:xfrm>
            <a:off x="6134664" y="2702263"/>
            <a:ext cx="1956073" cy="31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</a:rPr>
              <a:t>Build context</a:t>
            </a:r>
            <a:endParaRPr lang="en-US" sz="1000" dirty="0"/>
          </a:p>
        </p:txBody>
      </p:sp>
      <p:sp>
        <p:nvSpPr>
          <p:cNvPr id="18" name="Text 26">
            <a:extLst>
              <a:ext uri="{FF2B5EF4-FFF2-40B4-BE49-F238E27FC236}">
                <a16:creationId xmlns:a16="http://schemas.microsoft.com/office/drawing/2014/main" id="{A62C22E8-DE31-B2EC-9B45-E002E946FAB9}"/>
              </a:ext>
            </a:extLst>
          </p:cNvPr>
          <p:cNvSpPr/>
          <p:nvPr/>
        </p:nvSpPr>
        <p:spPr>
          <a:xfrm>
            <a:off x="6134664" y="3384651"/>
            <a:ext cx="2046482" cy="16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Practice overviews, setting your first goals, meet other new hires and a have your 30-day Check-in with People Ops.</a:t>
            </a:r>
          </a:p>
        </p:txBody>
      </p:sp>
      <p:sp>
        <p:nvSpPr>
          <p:cNvPr id="19" name="Text 31">
            <a:extLst>
              <a:ext uri="{FF2B5EF4-FFF2-40B4-BE49-F238E27FC236}">
                <a16:creationId xmlns:a16="http://schemas.microsoft.com/office/drawing/2014/main" id="{C61B925F-33A3-FB1D-7F4A-7B76281A7E41}"/>
              </a:ext>
            </a:extLst>
          </p:cNvPr>
          <p:cNvSpPr/>
          <p:nvPr/>
        </p:nvSpPr>
        <p:spPr>
          <a:xfrm>
            <a:off x="9073824" y="186701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+mj-lt"/>
              </a:rPr>
              <a:t>Day</a:t>
            </a: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61–90</a:t>
            </a:r>
            <a:endParaRPr lang="en-US" sz="1500" dirty="0"/>
          </a:p>
        </p:txBody>
      </p:sp>
      <p:sp>
        <p:nvSpPr>
          <p:cNvPr id="20" name="Text 32">
            <a:extLst>
              <a:ext uri="{FF2B5EF4-FFF2-40B4-BE49-F238E27FC236}">
                <a16:creationId xmlns:a16="http://schemas.microsoft.com/office/drawing/2014/main" id="{090782D8-C109-D092-615E-40157481EC7E}"/>
              </a:ext>
            </a:extLst>
          </p:cNvPr>
          <p:cNvSpPr/>
          <p:nvPr/>
        </p:nvSpPr>
        <p:spPr>
          <a:xfrm>
            <a:off x="9074842" y="2702263"/>
            <a:ext cx="1783080" cy="318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</a:rPr>
              <a:t>Own it</a:t>
            </a:r>
            <a:endParaRPr lang="en-US" sz="1000" dirty="0"/>
          </a:p>
        </p:txBody>
      </p:sp>
      <p:sp>
        <p:nvSpPr>
          <p:cNvPr id="22" name="Text 34">
            <a:extLst>
              <a:ext uri="{FF2B5EF4-FFF2-40B4-BE49-F238E27FC236}">
                <a16:creationId xmlns:a16="http://schemas.microsoft.com/office/drawing/2014/main" id="{C1B956B3-4E77-A0C1-BF42-F10DD6483A04}"/>
              </a:ext>
            </a:extLst>
          </p:cNvPr>
          <p:cNvSpPr/>
          <p:nvPr/>
        </p:nvSpPr>
        <p:spPr>
          <a:xfrm>
            <a:off x="9073824" y="3384651"/>
            <a:ext cx="1691640" cy="603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Independent delivery, alignment calls, 90-day review, and onboarding close-out.</a:t>
            </a: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97CDE89B-F59B-A429-7035-5225AE5441F7}"/>
              </a:ext>
            </a:extLst>
          </p:cNvPr>
          <p:cNvSpPr/>
          <p:nvPr/>
        </p:nvSpPr>
        <p:spPr>
          <a:xfrm>
            <a:off x="3433558" y="3447431"/>
            <a:ext cx="1931315" cy="200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Understand our culture and business, compliance docs, key intro calls, meet your new hire buddy and your first real task.</a:t>
            </a: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D15D85A7-B8F5-A242-11F4-7B975F5AAD10}"/>
              </a:ext>
            </a:extLst>
          </p:cNvPr>
          <p:cNvSpPr/>
          <p:nvPr/>
        </p:nvSpPr>
        <p:spPr>
          <a:xfrm>
            <a:off x="411480" y="1188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</a:rPr>
              <a:t>Four phases. One clear path.</a:t>
            </a:r>
            <a:endParaRPr lang="en-US" sz="1300" dirty="0"/>
          </a:p>
        </p:txBody>
      </p:sp>
      <p:sp>
        <p:nvSpPr>
          <p:cNvPr id="26" name="Title 143">
            <a:extLst>
              <a:ext uri="{FF2B5EF4-FFF2-40B4-BE49-F238E27FC236}">
                <a16:creationId xmlns:a16="http://schemas.microsoft.com/office/drawing/2014/main" id="{3D130EB6-EBD7-8873-1772-368CE5AE7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44" y="538268"/>
            <a:ext cx="11668856" cy="530352"/>
          </a:xfrm>
        </p:spPr>
        <p:txBody>
          <a:bodyPr>
            <a:noAutofit/>
          </a:bodyPr>
          <a:lstStyle/>
          <a:p>
            <a:r>
              <a:rPr lang="en-US" sz="3600" dirty="0"/>
              <a:t>Your Onboarding Journey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30" name="Graphic 29" descr="Computer with solid fill">
            <a:extLst>
              <a:ext uri="{FF2B5EF4-FFF2-40B4-BE49-F238E27FC236}">
                <a16:creationId xmlns:a16="http://schemas.microsoft.com/office/drawing/2014/main" id="{80CBA058-6A72-364D-88FE-95AC40A5ED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8012" y="4698241"/>
            <a:ext cx="914400" cy="914400"/>
          </a:xfrm>
          <a:prstGeom prst="rect">
            <a:avLst/>
          </a:prstGeom>
        </p:spPr>
      </p:pic>
      <p:pic>
        <p:nvPicPr>
          <p:cNvPr id="32" name="Graphic 31" descr="Online meeting with solid fill">
            <a:extLst>
              <a:ext uri="{FF2B5EF4-FFF2-40B4-BE49-F238E27FC236}">
                <a16:creationId xmlns:a16="http://schemas.microsoft.com/office/drawing/2014/main" id="{2798AFF4-DBB8-6F5A-0036-1EB3237D11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7727" y="4749427"/>
            <a:ext cx="914400" cy="914400"/>
          </a:xfrm>
          <a:prstGeom prst="rect">
            <a:avLst/>
          </a:prstGeom>
        </p:spPr>
      </p:pic>
      <p:pic>
        <p:nvPicPr>
          <p:cNvPr id="34" name="Graphic 33" descr="Office worker female with solid fill">
            <a:extLst>
              <a:ext uri="{FF2B5EF4-FFF2-40B4-BE49-F238E27FC236}">
                <a16:creationId xmlns:a16="http://schemas.microsoft.com/office/drawing/2014/main" id="{E72E9017-FB56-DE3C-343C-42A1D6BC41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3447" y="4694829"/>
            <a:ext cx="914400" cy="914400"/>
          </a:xfrm>
          <a:prstGeom prst="rect">
            <a:avLst/>
          </a:prstGeom>
        </p:spPr>
      </p:pic>
      <p:pic>
        <p:nvPicPr>
          <p:cNvPr id="36" name="Graphic 35" descr="Race Flag with solid fill">
            <a:extLst>
              <a:ext uri="{FF2B5EF4-FFF2-40B4-BE49-F238E27FC236}">
                <a16:creationId xmlns:a16="http://schemas.microsoft.com/office/drawing/2014/main" id="{6FA601C1-6EA8-BDB0-3E72-F861B99DD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91070" y="463103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46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EC008-A832-9B97-E1DE-76634AE7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</a:t>
            </a:fld>
            <a:endParaRPr lang="en-US" dirty="0"/>
          </a:p>
        </p:txBody>
      </p:sp>
      <p:sp>
        <p:nvSpPr>
          <p:cNvPr id="74" name="Shape 0">
            <a:extLst>
              <a:ext uri="{FF2B5EF4-FFF2-40B4-BE49-F238E27FC236}">
                <a16:creationId xmlns:a16="http://schemas.microsoft.com/office/drawing/2014/main" id="{A05254ED-7821-E6C8-6A5B-9406383B0CDC}"/>
              </a:ext>
            </a:extLst>
          </p:cNvPr>
          <p:cNvSpPr/>
          <p:nvPr/>
        </p:nvSpPr>
        <p:spPr>
          <a:xfrm>
            <a:off x="855038" y="320040"/>
            <a:ext cx="1371600" cy="256032"/>
          </a:xfrm>
          <a:prstGeom prst="rect">
            <a:avLst/>
          </a:prstGeom>
          <a:solidFill>
            <a:srgbClr val="000080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75" name="Text 1">
            <a:extLst>
              <a:ext uri="{FF2B5EF4-FFF2-40B4-BE49-F238E27FC236}">
                <a16:creationId xmlns:a16="http://schemas.microsoft.com/office/drawing/2014/main" id="{EAEF376C-1E25-61CF-E91A-1A41ACB67E59}"/>
              </a:ext>
            </a:extLst>
          </p:cNvPr>
          <p:cNvSpPr/>
          <p:nvPr/>
        </p:nvSpPr>
        <p:spPr>
          <a:xfrm>
            <a:off x="855038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900" b="1" dirty="0">
                <a:solidFill>
                  <a:srgbClr val="FFFFFF"/>
                </a:solidFill>
                <a:latin typeface="+mj-lt"/>
              </a:rPr>
              <a:t>PRE-DAY 1</a:t>
            </a:r>
            <a:endParaRPr lang="en-US" sz="9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76" name="Text 2">
            <a:extLst>
              <a:ext uri="{FF2B5EF4-FFF2-40B4-BE49-F238E27FC236}">
                <a16:creationId xmlns:a16="http://schemas.microsoft.com/office/drawing/2014/main" id="{216987E6-439E-B451-4F0E-B8B725ABAA70}"/>
              </a:ext>
            </a:extLst>
          </p:cNvPr>
          <p:cNvSpPr/>
          <p:nvPr/>
        </p:nvSpPr>
        <p:spPr>
          <a:xfrm>
            <a:off x="855038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3000" b="1" dirty="0">
                <a:solidFill>
                  <a:srgbClr val="000080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BEFORE YOU ARRIVE</a:t>
            </a:r>
            <a:endParaRPr lang="en-US" sz="3000" dirty="0">
              <a:solidFill>
                <a:srgbClr val="000080"/>
              </a:solidFill>
              <a:latin typeface="+mj-lt"/>
            </a:endParaRPr>
          </a:p>
        </p:txBody>
      </p:sp>
      <p:sp>
        <p:nvSpPr>
          <p:cNvPr id="77" name="Text 3">
            <a:extLst>
              <a:ext uri="{FF2B5EF4-FFF2-40B4-BE49-F238E27FC236}">
                <a16:creationId xmlns:a16="http://schemas.microsoft.com/office/drawing/2014/main" id="{93639FE9-A09C-0F41-26F4-9CFE46A61A1B}"/>
              </a:ext>
            </a:extLst>
          </p:cNvPr>
          <p:cNvSpPr/>
          <p:nvPr/>
        </p:nvSpPr>
        <p:spPr>
          <a:xfrm>
            <a:off x="855038" y="1115568"/>
            <a:ext cx="8321040" cy="26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300" i="1" dirty="0">
                <a:solidFill>
                  <a:srgbClr val="555555"/>
                </a:solidFill>
                <a:latin typeface="+mj-lt"/>
              </a:rPr>
              <a:t>Before you start, we’ll have these ready for you.</a:t>
            </a:r>
            <a:endParaRPr lang="en-US" sz="13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78" name="Shape 4">
            <a:extLst>
              <a:ext uri="{FF2B5EF4-FFF2-40B4-BE49-F238E27FC236}">
                <a16:creationId xmlns:a16="http://schemas.microsoft.com/office/drawing/2014/main" id="{C4B106EC-6EC4-A1F3-C03E-6895D046BEE4}"/>
              </a:ext>
            </a:extLst>
          </p:cNvPr>
          <p:cNvSpPr/>
          <p:nvPr/>
        </p:nvSpPr>
        <p:spPr>
          <a:xfrm>
            <a:off x="773151" y="1925015"/>
            <a:ext cx="3220053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79" name="Shape 5">
            <a:extLst>
              <a:ext uri="{FF2B5EF4-FFF2-40B4-BE49-F238E27FC236}">
                <a16:creationId xmlns:a16="http://schemas.microsoft.com/office/drawing/2014/main" id="{FCC72646-F570-E536-5575-704937012F22}"/>
              </a:ext>
            </a:extLst>
          </p:cNvPr>
          <p:cNvSpPr/>
          <p:nvPr/>
        </p:nvSpPr>
        <p:spPr>
          <a:xfrm>
            <a:off x="773151" y="1925015"/>
            <a:ext cx="3220053" cy="54863"/>
          </a:xfrm>
          <a:prstGeom prst="rect">
            <a:avLst/>
          </a:prstGeom>
          <a:solidFill>
            <a:srgbClr val="EDFF69"/>
          </a:solidFill>
          <a:ln w="12700">
            <a:noFill/>
            <a:prstDash val="solid"/>
          </a:ln>
        </p:spPr>
        <p:txBody>
          <a:bodyPr/>
          <a:lstStyle/>
          <a:p>
            <a:pPr defTabSz="914400"/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pic>
        <p:nvPicPr>
          <p:cNvPr id="80" name="Image 0" descr="preencoded.png">
            <a:extLst>
              <a:ext uri="{FF2B5EF4-FFF2-40B4-BE49-F238E27FC236}">
                <a16:creationId xmlns:a16="http://schemas.microsoft.com/office/drawing/2014/main" id="{D54F7734-DA0F-C441-C41D-6A16F712C60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7744" y="2089607"/>
            <a:ext cx="421566" cy="320040"/>
          </a:xfrm>
          <a:prstGeom prst="rect">
            <a:avLst/>
          </a:prstGeom>
        </p:spPr>
      </p:pic>
      <p:sp>
        <p:nvSpPr>
          <p:cNvPr id="81" name="Text 6">
            <a:extLst>
              <a:ext uri="{FF2B5EF4-FFF2-40B4-BE49-F238E27FC236}">
                <a16:creationId xmlns:a16="http://schemas.microsoft.com/office/drawing/2014/main" id="{875E0ED9-9F69-D8F1-D790-A173EE3EBD0F}"/>
              </a:ext>
            </a:extLst>
          </p:cNvPr>
          <p:cNvSpPr/>
          <p:nvPr/>
        </p:nvSpPr>
        <p:spPr>
          <a:xfrm>
            <a:off x="1523902" y="2043887"/>
            <a:ext cx="2447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600" b="1" dirty="0">
                <a:solidFill>
                  <a:srgbClr val="1A1A63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Paperwork</a:t>
            </a:r>
            <a:endParaRPr lang="en-US" sz="1600" dirty="0">
              <a:solidFill>
                <a:srgbClr val="1A1A63"/>
              </a:solidFill>
              <a:latin typeface="+mj-lt"/>
            </a:endParaRPr>
          </a:p>
        </p:txBody>
      </p:sp>
      <p:sp>
        <p:nvSpPr>
          <p:cNvPr id="82" name="Shape 7">
            <a:extLst>
              <a:ext uri="{FF2B5EF4-FFF2-40B4-BE49-F238E27FC236}">
                <a16:creationId xmlns:a16="http://schemas.microsoft.com/office/drawing/2014/main" id="{2CAFD0D8-5757-11F7-1F3C-80C8B65207A8}"/>
              </a:ext>
            </a:extLst>
          </p:cNvPr>
          <p:cNvSpPr/>
          <p:nvPr/>
        </p:nvSpPr>
        <p:spPr>
          <a:xfrm flipV="1">
            <a:off x="1003954" y="2491944"/>
            <a:ext cx="2640668" cy="18287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83" name="Text 8">
            <a:extLst>
              <a:ext uri="{FF2B5EF4-FFF2-40B4-BE49-F238E27FC236}">
                <a16:creationId xmlns:a16="http://schemas.microsoft.com/office/drawing/2014/main" id="{2D1C3D7E-05C0-5BFC-4CE6-541329C20007}"/>
              </a:ext>
            </a:extLst>
          </p:cNvPr>
          <p:cNvSpPr/>
          <p:nvPr/>
        </p:nvSpPr>
        <p:spPr>
          <a:xfrm>
            <a:off x="937743" y="2743605"/>
            <a:ext cx="2515147" cy="247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defTabSz="914400">
              <a:spcAft>
                <a:spcPts val="3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555555"/>
                </a:solidFill>
                <a:latin typeface="+mj-lt"/>
              </a:rPr>
              <a:t>You’ll receive a request to upload your documents and fill in some paperwork from BambooHR. Please make sure to complete it by the end of your first day.</a:t>
            </a:r>
            <a:endParaRPr lang="en-US" sz="120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EB86D3B-7F31-8BDA-C7B4-0FEFEBBE4A03}"/>
              </a:ext>
            </a:extLst>
          </p:cNvPr>
          <p:cNvGrpSpPr/>
          <p:nvPr/>
        </p:nvGrpSpPr>
        <p:grpSpPr>
          <a:xfrm>
            <a:off x="4490938" y="1939482"/>
            <a:ext cx="3220053" cy="3383280"/>
            <a:chOff x="4515364" y="1508760"/>
            <a:chExt cx="2697480" cy="3383280"/>
          </a:xfrm>
        </p:grpSpPr>
        <p:sp>
          <p:nvSpPr>
            <p:cNvPr id="84" name="Shape 9">
              <a:extLst>
                <a:ext uri="{FF2B5EF4-FFF2-40B4-BE49-F238E27FC236}">
                  <a16:creationId xmlns:a16="http://schemas.microsoft.com/office/drawing/2014/main" id="{284CE648-39E3-DE47-584D-31BB2D59ECDA}"/>
                </a:ext>
              </a:extLst>
            </p:cNvPr>
            <p:cNvSpPr/>
            <p:nvPr/>
          </p:nvSpPr>
          <p:spPr>
            <a:xfrm>
              <a:off x="4515364" y="1508760"/>
              <a:ext cx="2697480" cy="33832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8E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5" name="Shape 10">
              <a:extLst>
                <a:ext uri="{FF2B5EF4-FFF2-40B4-BE49-F238E27FC236}">
                  <a16:creationId xmlns:a16="http://schemas.microsoft.com/office/drawing/2014/main" id="{8DABD6D6-1E85-9BE8-9EBB-36F0EAD2581D}"/>
                </a:ext>
              </a:extLst>
            </p:cNvPr>
            <p:cNvSpPr/>
            <p:nvPr/>
          </p:nvSpPr>
          <p:spPr>
            <a:xfrm>
              <a:off x="4515364" y="1508760"/>
              <a:ext cx="2697480" cy="54864"/>
            </a:xfrm>
            <a:prstGeom prst="rect">
              <a:avLst/>
            </a:prstGeom>
            <a:solidFill>
              <a:srgbClr val="EDFF69"/>
            </a:solidFill>
            <a:ln w="12700">
              <a:noFill/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pic>
          <p:nvPicPr>
            <p:cNvPr id="86" name="Image 1" descr="preencoded.png">
              <a:extLst>
                <a:ext uri="{FF2B5EF4-FFF2-40B4-BE49-F238E27FC236}">
                  <a16:creationId xmlns:a16="http://schemas.microsoft.com/office/drawing/2014/main" id="{932A0C16-769D-F91D-A91D-4E5FA6E9E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679956" y="1673352"/>
              <a:ext cx="320040" cy="320040"/>
            </a:xfrm>
            <a:prstGeom prst="rect">
              <a:avLst/>
            </a:prstGeom>
          </p:spPr>
        </p:pic>
        <p:sp>
          <p:nvSpPr>
            <p:cNvPr id="87" name="Text 11">
              <a:extLst>
                <a:ext uri="{FF2B5EF4-FFF2-40B4-BE49-F238E27FC236}">
                  <a16:creationId xmlns:a16="http://schemas.microsoft.com/office/drawing/2014/main" id="{629ABAC6-FE84-283F-F66C-1BAFCDE89D48}"/>
                </a:ext>
              </a:extLst>
            </p:cNvPr>
            <p:cNvSpPr/>
            <p:nvPr/>
          </p:nvSpPr>
          <p:spPr>
            <a:xfrm>
              <a:off x="5297832" y="1627632"/>
              <a:ext cx="1777851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400"/>
              <a:r>
                <a:rPr lang="en-US" sz="1600" b="1" dirty="0">
                  <a:solidFill>
                    <a:srgbClr val="1A1A63"/>
                  </a:solidFill>
                  <a:latin typeface="+mj-lt"/>
                  <a:ea typeface="Arial Black" pitchFamily="34" charset="-122"/>
                  <a:cs typeface="Arial Black" pitchFamily="34" charset="-120"/>
                </a:rPr>
                <a:t>Access &amp; Equipment</a:t>
              </a:r>
              <a:endParaRPr lang="en-US" sz="1600" dirty="0">
                <a:solidFill>
                  <a:srgbClr val="1A1A63"/>
                </a:solidFill>
                <a:latin typeface="+mj-lt"/>
              </a:endParaRPr>
            </a:p>
          </p:txBody>
        </p:sp>
        <p:sp>
          <p:nvSpPr>
            <p:cNvPr id="88" name="Shape 12">
              <a:extLst>
                <a:ext uri="{FF2B5EF4-FFF2-40B4-BE49-F238E27FC236}">
                  <a16:creationId xmlns:a16="http://schemas.microsoft.com/office/drawing/2014/main" id="{CC13E96C-771B-2D25-77A5-8823D3B94E67}"/>
                </a:ext>
              </a:extLst>
            </p:cNvPr>
            <p:cNvSpPr/>
            <p:nvPr/>
          </p:nvSpPr>
          <p:spPr>
            <a:xfrm>
              <a:off x="4679956" y="2103120"/>
              <a:ext cx="2368296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9" name="Text 13">
              <a:extLst>
                <a:ext uri="{FF2B5EF4-FFF2-40B4-BE49-F238E27FC236}">
                  <a16:creationId xmlns:a16="http://schemas.microsoft.com/office/drawing/2014/main" id="{DF943856-9E66-53E7-B859-E44A97D637D5}"/>
                </a:ext>
              </a:extLst>
            </p:cNvPr>
            <p:cNvSpPr/>
            <p:nvPr/>
          </p:nvSpPr>
          <p:spPr>
            <a:xfrm>
              <a:off x="4679956" y="2312882"/>
              <a:ext cx="2368296" cy="24877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r>
                <a:rPr lang="en-US" sz="1200" dirty="0">
                  <a:solidFill>
                    <a:srgbClr val="555555"/>
                  </a:solidFill>
                  <a:latin typeface="+mj-lt"/>
                </a:rPr>
                <a:t>Our IT team will get your equipment and access to our internal tools ready. </a:t>
              </a:r>
            </a:p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r>
                <a:rPr lang="en-US" sz="1200" dirty="0">
                  <a:solidFill>
                    <a:srgbClr val="555555"/>
                  </a:solidFill>
                  <a:latin typeface="+mj-lt"/>
                </a:rPr>
                <a:t>They’ll contact you to coordinate laptop shipment or in-person hand-on.</a:t>
              </a:r>
            </a:p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endParaRPr lang="en-US" sz="1200" dirty="0">
                <a:solidFill>
                  <a:srgbClr val="555555"/>
                </a:solidFill>
                <a:latin typeface="+mj-lt"/>
              </a:endParaRPr>
            </a:p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endParaRPr lang="en-US" sz="120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15E9356-D326-823F-3295-AB9864792740}"/>
              </a:ext>
            </a:extLst>
          </p:cNvPr>
          <p:cNvGrpSpPr/>
          <p:nvPr/>
        </p:nvGrpSpPr>
        <p:grpSpPr>
          <a:xfrm>
            <a:off x="8144601" y="1925015"/>
            <a:ext cx="3220053" cy="3383280"/>
            <a:chOff x="8510067" y="1508760"/>
            <a:chExt cx="2697480" cy="3383280"/>
          </a:xfrm>
        </p:grpSpPr>
        <p:sp>
          <p:nvSpPr>
            <p:cNvPr id="90" name="Shape 14">
              <a:extLst>
                <a:ext uri="{FF2B5EF4-FFF2-40B4-BE49-F238E27FC236}">
                  <a16:creationId xmlns:a16="http://schemas.microsoft.com/office/drawing/2014/main" id="{EF710C1C-AB1D-4687-D585-86CE68D52B74}"/>
                </a:ext>
              </a:extLst>
            </p:cNvPr>
            <p:cNvSpPr/>
            <p:nvPr/>
          </p:nvSpPr>
          <p:spPr>
            <a:xfrm>
              <a:off x="8510067" y="1508760"/>
              <a:ext cx="2697480" cy="33832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8E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1" name="Shape 15">
              <a:extLst>
                <a:ext uri="{FF2B5EF4-FFF2-40B4-BE49-F238E27FC236}">
                  <a16:creationId xmlns:a16="http://schemas.microsoft.com/office/drawing/2014/main" id="{A6D5DC60-E910-EC55-0545-E11351001329}"/>
                </a:ext>
              </a:extLst>
            </p:cNvPr>
            <p:cNvSpPr/>
            <p:nvPr/>
          </p:nvSpPr>
          <p:spPr>
            <a:xfrm>
              <a:off x="8510067" y="1508760"/>
              <a:ext cx="2697480" cy="54864"/>
            </a:xfrm>
            <a:prstGeom prst="rect">
              <a:avLst/>
            </a:prstGeom>
            <a:solidFill>
              <a:srgbClr val="EDFF69"/>
            </a:solidFill>
            <a:ln w="12700">
              <a:noFill/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pic>
          <p:nvPicPr>
            <p:cNvPr id="92" name="Image 2" descr="preencoded.png">
              <a:extLst>
                <a:ext uri="{FF2B5EF4-FFF2-40B4-BE49-F238E27FC236}">
                  <a16:creationId xmlns:a16="http://schemas.microsoft.com/office/drawing/2014/main" id="{0425F84B-09E9-3AD0-7271-3B873DB64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674659" y="1673352"/>
              <a:ext cx="320040" cy="320040"/>
            </a:xfrm>
            <a:prstGeom prst="rect">
              <a:avLst/>
            </a:prstGeom>
            <a:ln>
              <a:noFill/>
            </a:ln>
          </p:spPr>
        </p:pic>
        <p:sp>
          <p:nvSpPr>
            <p:cNvPr id="93" name="Text 16">
              <a:extLst>
                <a:ext uri="{FF2B5EF4-FFF2-40B4-BE49-F238E27FC236}">
                  <a16:creationId xmlns:a16="http://schemas.microsoft.com/office/drawing/2014/main" id="{55610A63-F636-C9F3-F40A-8CEAE3EA5848}"/>
                </a:ext>
              </a:extLst>
            </p:cNvPr>
            <p:cNvSpPr/>
            <p:nvPr/>
          </p:nvSpPr>
          <p:spPr>
            <a:xfrm>
              <a:off x="9305552" y="1627632"/>
              <a:ext cx="176483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400"/>
              <a:r>
                <a:rPr lang="en-US" sz="1600" b="1" dirty="0">
                  <a:solidFill>
                    <a:srgbClr val="1A1A63"/>
                  </a:solidFill>
                  <a:latin typeface="+mj-lt"/>
                  <a:ea typeface="Arial Black" pitchFamily="34" charset="-122"/>
                  <a:cs typeface="Arial Black" pitchFamily="34" charset="-120"/>
                </a:rPr>
                <a:t>Get Ready</a:t>
              </a:r>
              <a:endParaRPr lang="en-US" sz="1600" dirty="0">
                <a:solidFill>
                  <a:srgbClr val="1A1A63"/>
                </a:solidFill>
                <a:latin typeface="+mj-lt"/>
              </a:endParaRPr>
            </a:p>
          </p:txBody>
        </p:sp>
        <p:sp>
          <p:nvSpPr>
            <p:cNvPr id="94" name="Shape 17">
              <a:extLst>
                <a:ext uri="{FF2B5EF4-FFF2-40B4-BE49-F238E27FC236}">
                  <a16:creationId xmlns:a16="http://schemas.microsoft.com/office/drawing/2014/main" id="{07B98573-C4B0-2B41-FFEE-E6E5E30C6981}"/>
                </a:ext>
              </a:extLst>
            </p:cNvPr>
            <p:cNvSpPr/>
            <p:nvPr/>
          </p:nvSpPr>
          <p:spPr>
            <a:xfrm>
              <a:off x="8674659" y="2103120"/>
              <a:ext cx="2368296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5" name="Text 18">
              <a:extLst>
                <a:ext uri="{FF2B5EF4-FFF2-40B4-BE49-F238E27FC236}">
                  <a16:creationId xmlns:a16="http://schemas.microsoft.com/office/drawing/2014/main" id="{1C96CF72-09FA-075A-CDCF-3BB5B766F674}"/>
                </a:ext>
              </a:extLst>
            </p:cNvPr>
            <p:cNvSpPr/>
            <p:nvPr/>
          </p:nvSpPr>
          <p:spPr>
            <a:xfrm>
              <a:off x="8674659" y="2327350"/>
              <a:ext cx="2368296" cy="2473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r>
                <a:rPr lang="en-US" sz="1200" dirty="0">
                  <a:solidFill>
                    <a:srgbClr val="555555"/>
                  </a:solidFill>
                  <a:latin typeface="+mj-lt"/>
                </a:rPr>
                <a:t>Review day 1 and week 1 agenda</a:t>
              </a:r>
              <a:endParaRPr lang="en-US" sz="1200" dirty="0">
                <a:solidFill>
                  <a:prstClr val="black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8690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F59CE-4246-2C68-A10B-53E870BD5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C3CCF-71B7-478A-2B28-FBFA98DC3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</a:t>
            </a:fld>
            <a:endParaRPr lang="en-US" dirty="0"/>
          </a:p>
        </p:txBody>
      </p:sp>
      <p:sp>
        <p:nvSpPr>
          <p:cNvPr id="74" name="Shape 0">
            <a:extLst>
              <a:ext uri="{FF2B5EF4-FFF2-40B4-BE49-F238E27FC236}">
                <a16:creationId xmlns:a16="http://schemas.microsoft.com/office/drawing/2014/main" id="{D17556E9-5416-727C-9389-91E8C08D73EE}"/>
              </a:ext>
            </a:extLst>
          </p:cNvPr>
          <p:cNvSpPr/>
          <p:nvPr/>
        </p:nvSpPr>
        <p:spPr>
          <a:xfrm>
            <a:off x="820913" y="320040"/>
            <a:ext cx="1371600" cy="256032"/>
          </a:xfrm>
          <a:prstGeom prst="rect">
            <a:avLst/>
          </a:prstGeom>
          <a:solidFill>
            <a:srgbClr val="000080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75" name="Text 1">
            <a:extLst>
              <a:ext uri="{FF2B5EF4-FFF2-40B4-BE49-F238E27FC236}">
                <a16:creationId xmlns:a16="http://schemas.microsoft.com/office/drawing/2014/main" id="{C931FA36-4CBE-9172-63DD-247E5997E0DD}"/>
              </a:ext>
            </a:extLst>
          </p:cNvPr>
          <p:cNvSpPr/>
          <p:nvPr/>
        </p:nvSpPr>
        <p:spPr>
          <a:xfrm>
            <a:off x="820913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900" b="1" dirty="0">
                <a:solidFill>
                  <a:srgbClr val="FFFFFF"/>
                </a:solidFill>
                <a:latin typeface="+mj-lt"/>
              </a:rPr>
              <a:t>DAY 1</a:t>
            </a:r>
            <a:endParaRPr lang="en-US" sz="9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76" name="Text 2">
            <a:extLst>
              <a:ext uri="{FF2B5EF4-FFF2-40B4-BE49-F238E27FC236}">
                <a16:creationId xmlns:a16="http://schemas.microsoft.com/office/drawing/2014/main" id="{D2431A75-A700-10E7-9519-69B8BFB6E035}"/>
              </a:ext>
            </a:extLst>
          </p:cNvPr>
          <p:cNvSpPr/>
          <p:nvPr/>
        </p:nvSpPr>
        <p:spPr>
          <a:xfrm>
            <a:off x="820913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3000" b="1" dirty="0">
                <a:solidFill>
                  <a:srgbClr val="000080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DAY 1 CHECKLIST</a:t>
            </a:r>
            <a:endParaRPr lang="en-US" sz="3000" dirty="0">
              <a:solidFill>
                <a:srgbClr val="000080"/>
              </a:solidFill>
              <a:latin typeface="+mj-lt"/>
            </a:endParaRPr>
          </a:p>
        </p:txBody>
      </p:sp>
      <p:sp>
        <p:nvSpPr>
          <p:cNvPr id="78" name="Shape 4">
            <a:extLst>
              <a:ext uri="{FF2B5EF4-FFF2-40B4-BE49-F238E27FC236}">
                <a16:creationId xmlns:a16="http://schemas.microsoft.com/office/drawing/2014/main" id="{EE94A5C2-C502-01FC-8505-58FA3C27B8B8}"/>
              </a:ext>
            </a:extLst>
          </p:cNvPr>
          <p:cNvSpPr/>
          <p:nvPr/>
        </p:nvSpPr>
        <p:spPr>
          <a:xfrm>
            <a:off x="814093" y="1925015"/>
            <a:ext cx="3220053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79" name="Shape 5">
            <a:extLst>
              <a:ext uri="{FF2B5EF4-FFF2-40B4-BE49-F238E27FC236}">
                <a16:creationId xmlns:a16="http://schemas.microsoft.com/office/drawing/2014/main" id="{ADEC9388-265A-EC23-68CB-6E2CF971BB23}"/>
              </a:ext>
            </a:extLst>
          </p:cNvPr>
          <p:cNvSpPr/>
          <p:nvPr/>
        </p:nvSpPr>
        <p:spPr>
          <a:xfrm>
            <a:off x="814093" y="1925015"/>
            <a:ext cx="3220053" cy="54863"/>
          </a:xfrm>
          <a:prstGeom prst="rect">
            <a:avLst/>
          </a:prstGeom>
          <a:solidFill>
            <a:srgbClr val="EDFF69"/>
          </a:solidFill>
          <a:ln w="12700">
            <a:noFill/>
            <a:prstDash val="solid"/>
          </a:ln>
        </p:spPr>
        <p:txBody>
          <a:bodyPr/>
          <a:lstStyle/>
          <a:p>
            <a:pPr defTabSz="914400"/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pic>
        <p:nvPicPr>
          <p:cNvPr id="80" name="Image 0" descr="preencoded.png">
            <a:extLst>
              <a:ext uri="{FF2B5EF4-FFF2-40B4-BE49-F238E27FC236}">
                <a16:creationId xmlns:a16="http://schemas.microsoft.com/office/drawing/2014/main" id="{008E7736-6F03-F8EC-E656-A1480B5F11C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8686" y="2089607"/>
            <a:ext cx="421566" cy="320040"/>
          </a:xfrm>
          <a:prstGeom prst="rect">
            <a:avLst/>
          </a:prstGeom>
        </p:spPr>
      </p:pic>
      <p:sp>
        <p:nvSpPr>
          <p:cNvPr id="81" name="Text 6">
            <a:extLst>
              <a:ext uri="{FF2B5EF4-FFF2-40B4-BE49-F238E27FC236}">
                <a16:creationId xmlns:a16="http://schemas.microsoft.com/office/drawing/2014/main" id="{6950D84B-8D06-3F1D-F691-2C8B6A0C2BF3}"/>
              </a:ext>
            </a:extLst>
          </p:cNvPr>
          <p:cNvSpPr/>
          <p:nvPr/>
        </p:nvSpPr>
        <p:spPr>
          <a:xfrm>
            <a:off x="1564844" y="2043887"/>
            <a:ext cx="2447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600" b="1" dirty="0">
                <a:solidFill>
                  <a:srgbClr val="1A1A63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Admin and Compliance</a:t>
            </a:r>
            <a:endParaRPr lang="en-US" sz="1600" dirty="0">
              <a:solidFill>
                <a:srgbClr val="1A1A63"/>
              </a:solidFill>
              <a:latin typeface="+mj-lt"/>
            </a:endParaRPr>
          </a:p>
        </p:txBody>
      </p:sp>
      <p:sp>
        <p:nvSpPr>
          <p:cNvPr id="82" name="Shape 7">
            <a:extLst>
              <a:ext uri="{FF2B5EF4-FFF2-40B4-BE49-F238E27FC236}">
                <a16:creationId xmlns:a16="http://schemas.microsoft.com/office/drawing/2014/main" id="{40D3950F-243A-44C2-880D-4C1F5A1DF925}"/>
              </a:ext>
            </a:extLst>
          </p:cNvPr>
          <p:cNvSpPr/>
          <p:nvPr/>
        </p:nvSpPr>
        <p:spPr>
          <a:xfrm flipV="1">
            <a:off x="1044896" y="2491944"/>
            <a:ext cx="2640668" cy="18287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83" name="Text 8">
            <a:extLst>
              <a:ext uri="{FF2B5EF4-FFF2-40B4-BE49-F238E27FC236}">
                <a16:creationId xmlns:a16="http://schemas.microsoft.com/office/drawing/2014/main" id="{BEC9F90D-FC25-8FEB-6A87-478583C45C1C}"/>
              </a:ext>
            </a:extLst>
          </p:cNvPr>
          <p:cNvSpPr/>
          <p:nvPr/>
        </p:nvSpPr>
        <p:spPr>
          <a:xfrm>
            <a:off x="978685" y="2743605"/>
            <a:ext cx="2515147" cy="247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Upload the documents requested via BambooHR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Login to BambooHR and Set up direct deposit information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Sign employee handbook acknowledgment</a:t>
            </a:r>
            <a:endParaRPr lang="en-US" sz="1200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BC1157B-79F6-705A-363B-E22283D22D9F}"/>
              </a:ext>
            </a:extLst>
          </p:cNvPr>
          <p:cNvGrpSpPr/>
          <p:nvPr/>
        </p:nvGrpSpPr>
        <p:grpSpPr>
          <a:xfrm>
            <a:off x="4531880" y="1939482"/>
            <a:ext cx="3220053" cy="3383280"/>
            <a:chOff x="4515364" y="1508760"/>
            <a:chExt cx="2697480" cy="3383280"/>
          </a:xfrm>
        </p:grpSpPr>
        <p:sp>
          <p:nvSpPr>
            <p:cNvPr id="84" name="Shape 9">
              <a:extLst>
                <a:ext uri="{FF2B5EF4-FFF2-40B4-BE49-F238E27FC236}">
                  <a16:creationId xmlns:a16="http://schemas.microsoft.com/office/drawing/2014/main" id="{A9035C17-0481-BAAA-3D96-14AA3AF01251}"/>
                </a:ext>
              </a:extLst>
            </p:cNvPr>
            <p:cNvSpPr/>
            <p:nvPr/>
          </p:nvSpPr>
          <p:spPr>
            <a:xfrm>
              <a:off x="4515364" y="1508760"/>
              <a:ext cx="2697480" cy="33832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8E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5" name="Shape 10">
              <a:extLst>
                <a:ext uri="{FF2B5EF4-FFF2-40B4-BE49-F238E27FC236}">
                  <a16:creationId xmlns:a16="http://schemas.microsoft.com/office/drawing/2014/main" id="{CBA5C29A-DFF6-CB3B-BA35-FF8E8A5D203B}"/>
                </a:ext>
              </a:extLst>
            </p:cNvPr>
            <p:cNvSpPr/>
            <p:nvPr/>
          </p:nvSpPr>
          <p:spPr>
            <a:xfrm>
              <a:off x="4515364" y="1508760"/>
              <a:ext cx="2697480" cy="54864"/>
            </a:xfrm>
            <a:prstGeom prst="rect">
              <a:avLst/>
            </a:prstGeom>
            <a:solidFill>
              <a:srgbClr val="EDFF69"/>
            </a:solidFill>
            <a:ln w="12700">
              <a:noFill/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pic>
          <p:nvPicPr>
            <p:cNvPr id="86" name="Image 1" descr="preencoded.png">
              <a:extLst>
                <a:ext uri="{FF2B5EF4-FFF2-40B4-BE49-F238E27FC236}">
                  <a16:creationId xmlns:a16="http://schemas.microsoft.com/office/drawing/2014/main" id="{C2459575-79A3-4FE1-56CD-A657AE635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679956" y="1673352"/>
              <a:ext cx="320040" cy="320040"/>
            </a:xfrm>
            <a:prstGeom prst="rect">
              <a:avLst/>
            </a:prstGeom>
          </p:spPr>
        </p:pic>
        <p:sp>
          <p:nvSpPr>
            <p:cNvPr id="87" name="Text 11">
              <a:extLst>
                <a:ext uri="{FF2B5EF4-FFF2-40B4-BE49-F238E27FC236}">
                  <a16:creationId xmlns:a16="http://schemas.microsoft.com/office/drawing/2014/main" id="{B2F83216-8DA5-26E2-B3BE-B41BBB9AF6AB}"/>
                </a:ext>
              </a:extLst>
            </p:cNvPr>
            <p:cNvSpPr/>
            <p:nvPr/>
          </p:nvSpPr>
          <p:spPr>
            <a:xfrm>
              <a:off x="5297832" y="1627632"/>
              <a:ext cx="1777851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400"/>
              <a:r>
                <a:rPr lang="en-US" sz="1600" b="1" dirty="0">
                  <a:solidFill>
                    <a:srgbClr val="1A1A63"/>
                  </a:solidFill>
                  <a:latin typeface="+mj-lt"/>
                  <a:ea typeface="Arial Black" pitchFamily="34" charset="-122"/>
                  <a:cs typeface="Arial Black" pitchFamily="34" charset="-120"/>
                </a:rPr>
                <a:t>Access and Tools</a:t>
              </a:r>
              <a:endParaRPr lang="en-US" sz="1600" dirty="0">
                <a:solidFill>
                  <a:srgbClr val="1A1A63"/>
                </a:solidFill>
                <a:latin typeface="+mj-lt"/>
              </a:endParaRPr>
            </a:p>
          </p:txBody>
        </p:sp>
        <p:sp>
          <p:nvSpPr>
            <p:cNvPr id="88" name="Shape 12">
              <a:extLst>
                <a:ext uri="{FF2B5EF4-FFF2-40B4-BE49-F238E27FC236}">
                  <a16:creationId xmlns:a16="http://schemas.microsoft.com/office/drawing/2014/main" id="{5D115463-4EE5-620C-DCA9-941EE4AB6977}"/>
                </a:ext>
              </a:extLst>
            </p:cNvPr>
            <p:cNvSpPr/>
            <p:nvPr/>
          </p:nvSpPr>
          <p:spPr>
            <a:xfrm>
              <a:off x="4679956" y="2103120"/>
              <a:ext cx="2368296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9" name="Text 13">
              <a:extLst>
                <a:ext uri="{FF2B5EF4-FFF2-40B4-BE49-F238E27FC236}">
                  <a16:creationId xmlns:a16="http://schemas.microsoft.com/office/drawing/2014/main" id="{6211D4DB-7D9F-5D4E-5C20-CA1C07633822}"/>
                </a:ext>
              </a:extLst>
            </p:cNvPr>
            <p:cNvSpPr/>
            <p:nvPr/>
          </p:nvSpPr>
          <p:spPr>
            <a:xfrm>
              <a:off x="4679956" y="2312882"/>
              <a:ext cx="2368296" cy="24877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300"/>
                </a:spcAft>
                <a:buSzPct val="100000"/>
                <a:buFontTx/>
                <a:buChar char="•"/>
              </a:pPr>
              <a:r>
                <a:rPr lang="en-US" sz="1200" dirty="0">
                  <a:solidFill>
                    <a:srgbClr val="555555"/>
                  </a:solidFill>
                  <a:latin typeface="Calibri" panose="020F0502020204030204"/>
                </a:rPr>
                <a:t>Confirm laptop/equipment received and </a:t>
              </a:r>
              <a:r>
                <a:rPr lang="en-US" sz="1200" dirty="0">
                  <a:solidFill>
                    <a:srgbClr val="555555"/>
                  </a:solidFill>
                </a:rPr>
                <a:t>all system access is working (email, teams, SharePoint)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Set up your corporate email signature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Escalate any access issues to IT today</a:t>
              </a:r>
            </a:p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r>
                <a:rPr lang="en-US" sz="1200" dirty="0">
                  <a:solidFill>
                    <a:srgbClr val="555555"/>
                  </a:solidFill>
                  <a:latin typeface="Calibri" panose="020F0502020204030204"/>
                </a:rPr>
                <a:t>Escalate any IT gaps to </a:t>
              </a:r>
              <a:r>
                <a:rPr lang="en-US" sz="1200" dirty="0">
                  <a:solidFill>
                    <a:srgbClr val="555555"/>
                  </a:solidFill>
                  <a:latin typeface="Calibri" panose="020F0502020204030204"/>
                  <a:hlinkClick r:id="rId5"/>
                </a:rPr>
                <a:t>tlbsupport@thelaunchbox.com</a:t>
              </a:r>
              <a:r>
                <a:rPr lang="en-US" sz="1200" dirty="0">
                  <a:solidFill>
                    <a:srgbClr val="555555"/>
                  </a:solidFill>
                  <a:latin typeface="Calibri" panose="020F0502020204030204"/>
                </a:rPr>
                <a:t> </a:t>
              </a:r>
              <a:endParaRPr lang="en-US" sz="1200" dirty="0"/>
            </a:p>
            <a:p>
              <a:pPr defTabSz="914400">
                <a:spcAft>
                  <a:spcPts val="300"/>
                </a:spcAft>
                <a:buSzPct val="100000"/>
              </a:pPr>
              <a:endParaRPr lang="en-US" sz="1200" dirty="0">
                <a:solidFill>
                  <a:srgbClr val="555555"/>
                </a:solidFill>
                <a:latin typeface="+mj-lt"/>
              </a:endParaRPr>
            </a:p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endParaRPr lang="en-US" sz="1200" dirty="0">
                <a:solidFill>
                  <a:srgbClr val="555555"/>
                </a:solidFill>
                <a:latin typeface="+mj-lt"/>
              </a:endParaRPr>
            </a:p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endParaRPr lang="en-US" sz="120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37C1E50-3996-518B-7997-B174ACFAEC93}"/>
              </a:ext>
            </a:extLst>
          </p:cNvPr>
          <p:cNvGrpSpPr/>
          <p:nvPr/>
        </p:nvGrpSpPr>
        <p:grpSpPr>
          <a:xfrm>
            <a:off x="8185543" y="1925015"/>
            <a:ext cx="3220053" cy="3383280"/>
            <a:chOff x="8510067" y="1508760"/>
            <a:chExt cx="2697480" cy="3383280"/>
          </a:xfrm>
        </p:grpSpPr>
        <p:sp>
          <p:nvSpPr>
            <p:cNvPr id="90" name="Shape 14">
              <a:extLst>
                <a:ext uri="{FF2B5EF4-FFF2-40B4-BE49-F238E27FC236}">
                  <a16:creationId xmlns:a16="http://schemas.microsoft.com/office/drawing/2014/main" id="{E9CE04DE-21ED-F5F6-7DA4-2271E5757353}"/>
                </a:ext>
              </a:extLst>
            </p:cNvPr>
            <p:cNvSpPr/>
            <p:nvPr/>
          </p:nvSpPr>
          <p:spPr>
            <a:xfrm>
              <a:off x="8510067" y="1508760"/>
              <a:ext cx="2697480" cy="33832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8E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1" name="Shape 15">
              <a:extLst>
                <a:ext uri="{FF2B5EF4-FFF2-40B4-BE49-F238E27FC236}">
                  <a16:creationId xmlns:a16="http://schemas.microsoft.com/office/drawing/2014/main" id="{4D2C226A-CA36-6D78-09E6-EE7F565408FE}"/>
                </a:ext>
              </a:extLst>
            </p:cNvPr>
            <p:cNvSpPr/>
            <p:nvPr/>
          </p:nvSpPr>
          <p:spPr>
            <a:xfrm>
              <a:off x="8510067" y="1508760"/>
              <a:ext cx="2697480" cy="54864"/>
            </a:xfrm>
            <a:prstGeom prst="rect">
              <a:avLst/>
            </a:prstGeom>
            <a:solidFill>
              <a:srgbClr val="EDFF69"/>
            </a:solidFill>
            <a:ln w="12700">
              <a:noFill/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3" name="Text 16">
              <a:extLst>
                <a:ext uri="{FF2B5EF4-FFF2-40B4-BE49-F238E27FC236}">
                  <a16:creationId xmlns:a16="http://schemas.microsoft.com/office/drawing/2014/main" id="{C07D6887-4766-2E90-3DA6-39AC9EDD7B1F}"/>
                </a:ext>
              </a:extLst>
            </p:cNvPr>
            <p:cNvSpPr/>
            <p:nvPr/>
          </p:nvSpPr>
          <p:spPr>
            <a:xfrm>
              <a:off x="9305552" y="1627632"/>
              <a:ext cx="176483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400"/>
              <a:r>
                <a:rPr lang="en-US" sz="1600" b="1" dirty="0">
                  <a:solidFill>
                    <a:srgbClr val="1A1A63"/>
                  </a:solidFill>
                  <a:latin typeface="+mj-lt"/>
                  <a:ea typeface="Arial Black" pitchFamily="34" charset="-122"/>
                  <a:cs typeface="Arial Black" pitchFamily="34" charset="-120"/>
                </a:rPr>
                <a:t>People and Culture</a:t>
              </a:r>
              <a:endParaRPr lang="en-US" sz="1600" dirty="0">
                <a:solidFill>
                  <a:srgbClr val="1A1A63"/>
                </a:solidFill>
                <a:latin typeface="+mj-lt"/>
              </a:endParaRPr>
            </a:p>
          </p:txBody>
        </p:sp>
        <p:sp>
          <p:nvSpPr>
            <p:cNvPr id="94" name="Shape 17">
              <a:extLst>
                <a:ext uri="{FF2B5EF4-FFF2-40B4-BE49-F238E27FC236}">
                  <a16:creationId xmlns:a16="http://schemas.microsoft.com/office/drawing/2014/main" id="{57076537-97A8-E33F-DFBB-652F2A6452F0}"/>
                </a:ext>
              </a:extLst>
            </p:cNvPr>
            <p:cNvSpPr/>
            <p:nvPr/>
          </p:nvSpPr>
          <p:spPr>
            <a:xfrm>
              <a:off x="8674659" y="2103120"/>
              <a:ext cx="2368296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5" name="Text 18">
              <a:extLst>
                <a:ext uri="{FF2B5EF4-FFF2-40B4-BE49-F238E27FC236}">
                  <a16:creationId xmlns:a16="http://schemas.microsoft.com/office/drawing/2014/main" id="{265E5826-AA4E-0BEB-684E-709AF16B119D}"/>
                </a:ext>
              </a:extLst>
            </p:cNvPr>
            <p:cNvSpPr/>
            <p:nvPr/>
          </p:nvSpPr>
          <p:spPr>
            <a:xfrm>
              <a:off x="8674659" y="2327350"/>
              <a:ext cx="2368296" cy="2473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300"/>
                </a:spcAft>
                <a:buSzPct val="100000"/>
                <a:buFontTx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Review the Echelon Introduction deck</a:t>
              </a:r>
            </a:p>
            <a:p>
              <a:pPr marL="342900" indent="-342900">
                <a:spcAft>
                  <a:spcPts val="300"/>
                </a:spcAft>
                <a:buSzPct val="100000"/>
                <a:buFontTx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Update LinkedIn bio and connect with other Echelon employees.</a:t>
              </a:r>
            </a:p>
            <a:p>
              <a:pPr marL="342900" indent="-342900">
                <a:spcAft>
                  <a:spcPts val="300"/>
                </a:spcAft>
                <a:buSzPct val="100000"/>
                <a:buFontTx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Fill in our Bio template so we can introduce you to the team.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Attend our weekly pulse meeting </a:t>
              </a: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End-of-day check-in with your manager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Ask: What questions do I have? What do I need?</a:t>
              </a:r>
              <a:endParaRPr lang="en-US" sz="1200" dirty="0"/>
            </a:p>
          </p:txBody>
        </p:sp>
      </p:grpSp>
      <p:pic>
        <p:nvPicPr>
          <p:cNvPr id="2" name="Image 2" descr="preencoded.png">
            <a:extLst>
              <a:ext uri="{FF2B5EF4-FFF2-40B4-BE49-F238E27FC236}">
                <a16:creationId xmlns:a16="http://schemas.microsoft.com/office/drawing/2014/main" id="{6D5A2064-580A-976B-CA6B-D11DB490659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00319" y="2104074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18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69B3E-D66A-D66F-DD83-182C36D80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F0DCE-32D0-4187-41D8-AE8B60F13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 dirty="0"/>
          </a:p>
        </p:txBody>
      </p:sp>
      <p:sp>
        <p:nvSpPr>
          <p:cNvPr id="74" name="Shape 0">
            <a:extLst>
              <a:ext uri="{FF2B5EF4-FFF2-40B4-BE49-F238E27FC236}">
                <a16:creationId xmlns:a16="http://schemas.microsoft.com/office/drawing/2014/main" id="{41B948CA-0D31-1DA9-6492-38A30D604FA4}"/>
              </a:ext>
            </a:extLst>
          </p:cNvPr>
          <p:cNvSpPr/>
          <p:nvPr/>
        </p:nvSpPr>
        <p:spPr>
          <a:xfrm>
            <a:off x="820913" y="320040"/>
            <a:ext cx="1371600" cy="256032"/>
          </a:xfrm>
          <a:prstGeom prst="rect">
            <a:avLst/>
          </a:prstGeom>
          <a:solidFill>
            <a:srgbClr val="000080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75" name="Text 1">
            <a:extLst>
              <a:ext uri="{FF2B5EF4-FFF2-40B4-BE49-F238E27FC236}">
                <a16:creationId xmlns:a16="http://schemas.microsoft.com/office/drawing/2014/main" id="{AE21344E-C403-57B5-B526-B2C53811A43D}"/>
              </a:ext>
            </a:extLst>
          </p:cNvPr>
          <p:cNvSpPr/>
          <p:nvPr/>
        </p:nvSpPr>
        <p:spPr>
          <a:xfrm>
            <a:off x="820913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900" b="1" dirty="0">
                <a:solidFill>
                  <a:srgbClr val="FFFFFF"/>
                </a:solidFill>
                <a:latin typeface="+mj-lt"/>
              </a:rPr>
              <a:t>DAY 2-5</a:t>
            </a:r>
            <a:endParaRPr lang="en-US" sz="9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76" name="Text 2">
            <a:extLst>
              <a:ext uri="{FF2B5EF4-FFF2-40B4-BE49-F238E27FC236}">
                <a16:creationId xmlns:a16="http://schemas.microsoft.com/office/drawing/2014/main" id="{690D7BD5-6182-DA83-73D3-2CB14C2C2558}"/>
              </a:ext>
            </a:extLst>
          </p:cNvPr>
          <p:cNvSpPr/>
          <p:nvPr/>
        </p:nvSpPr>
        <p:spPr>
          <a:xfrm>
            <a:off x="820913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3000" b="1" dirty="0">
                <a:solidFill>
                  <a:srgbClr val="000080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YOUR FIRST WEEK</a:t>
            </a:r>
            <a:endParaRPr lang="en-US" sz="3000" dirty="0">
              <a:solidFill>
                <a:srgbClr val="000080"/>
              </a:solidFill>
              <a:latin typeface="+mj-lt"/>
            </a:endParaRPr>
          </a:p>
        </p:txBody>
      </p:sp>
      <p:sp>
        <p:nvSpPr>
          <p:cNvPr id="78" name="Shape 4">
            <a:extLst>
              <a:ext uri="{FF2B5EF4-FFF2-40B4-BE49-F238E27FC236}">
                <a16:creationId xmlns:a16="http://schemas.microsoft.com/office/drawing/2014/main" id="{661017F9-79AE-38A2-1756-EDC18FFD11DA}"/>
              </a:ext>
            </a:extLst>
          </p:cNvPr>
          <p:cNvSpPr/>
          <p:nvPr/>
        </p:nvSpPr>
        <p:spPr>
          <a:xfrm>
            <a:off x="814093" y="1925015"/>
            <a:ext cx="3220053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79" name="Shape 5">
            <a:extLst>
              <a:ext uri="{FF2B5EF4-FFF2-40B4-BE49-F238E27FC236}">
                <a16:creationId xmlns:a16="http://schemas.microsoft.com/office/drawing/2014/main" id="{73D5875B-60F7-5DE6-05D9-DB3F3A008E96}"/>
              </a:ext>
            </a:extLst>
          </p:cNvPr>
          <p:cNvSpPr/>
          <p:nvPr/>
        </p:nvSpPr>
        <p:spPr>
          <a:xfrm>
            <a:off x="814093" y="1925015"/>
            <a:ext cx="3220053" cy="54863"/>
          </a:xfrm>
          <a:prstGeom prst="rect">
            <a:avLst/>
          </a:prstGeom>
          <a:solidFill>
            <a:srgbClr val="EDFF69"/>
          </a:solidFill>
          <a:ln w="12700">
            <a:noFill/>
            <a:prstDash val="solid"/>
          </a:ln>
        </p:spPr>
        <p:txBody>
          <a:bodyPr/>
          <a:lstStyle/>
          <a:p>
            <a:pPr defTabSz="914400"/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81" name="Text 6">
            <a:extLst>
              <a:ext uri="{FF2B5EF4-FFF2-40B4-BE49-F238E27FC236}">
                <a16:creationId xmlns:a16="http://schemas.microsoft.com/office/drawing/2014/main" id="{A380D9F9-F185-EA57-401B-C32DF6AF2138}"/>
              </a:ext>
            </a:extLst>
          </p:cNvPr>
          <p:cNvSpPr/>
          <p:nvPr/>
        </p:nvSpPr>
        <p:spPr>
          <a:xfrm>
            <a:off x="1564844" y="2043887"/>
            <a:ext cx="2447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600" b="1" dirty="0">
                <a:solidFill>
                  <a:srgbClr val="1A1A63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People and Culture</a:t>
            </a:r>
            <a:endParaRPr lang="en-US" sz="1600" dirty="0">
              <a:solidFill>
                <a:srgbClr val="1A1A63"/>
              </a:solidFill>
              <a:latin typeface="+mj-lt"/>
            </a:endParaRPr>
          </a:p>
        </p:txBody>
      </p:sp>
      <p:sp>
        <p:nvSpPr>
          <p:cNvPr id="82" name="Shape 7">
            <a:extLst>
              <a:ext uri="{FF2B5EF4-FFF2-40B4-BE49-F238E27FC236}">
                <a16:creationId xmlns:a16="http://schemas.microsoft.com/office/drawing/2014/main" id="{4CFD88A9-F7D4-86AD-1429-54B575102606}"/>
              </a:ext>
            </a:extLst>
          </p:cNvPr>
          <p:cNvSpPr/>
          <p:nvPr/>
        </p:nvSpPr>
        <p:spPr>
          <a:xfrm flipV="1">
            <a:off x="1044896" y="2491944"/>
            <a:ext cx="2640668" cy="18287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83" name="Text 8">
            <a:extLst>
              <a:ext uri="{FF2B5EF4-FFF2-40B4-BE49-F238E27FC236}">
                <a16:creationId xmlns:a16="http://schemas.microsoft.com/office/drawing/2014/main" id="{73A576DA-625D-4712-9638-089106E243C9}"/>
              </a:ext>
            </a:extLst>
          </p:cNvPr>
          <p:cNvSpPr/>
          <p:nvPr/>
        </p:nvSpPr>
        <p:spPr>
          <a:xfrm>
            <a:off x="1105469" y="2592528"/>
            <a:ext cx="2580095" cy="2624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Contact </a:t>
            </a:r>
            <a:r>
              <a:rPr lang="en-US" sz="1200" dirty="0">
                <a:solidFill>
                  <a:srgbClr val="555555"/>
                </a:solidFill>
                <a:hlinkClick r:id="rId3"/>
              </a:rPr>
              <a:t>Lauren.darby@echeloncyber.com</a:t>
            </a:r>
            <a:r>
              <a:rPr lang="en-US" sz="1200" dirty="0">
                <a:solidFill>
                  <a:srgbClr val="555555"/>
                </a:solidFill>
              </a:rPr>
              <a:t>  for US benefits, People Ops, and recruiting questions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Contact </a:t>
            </a:r>
            <a:r>
              <a:rPr lang="en-US" sz="1200" dirty="0">
                <a:solidFill>
                  <a:srgbClr val="555555"/>
                </a:solidFill>
                <a:hlinkClick r:id="rId4"/>
              </a:rPr>
              <a:t>Karla.oros@echeloncyber.com</a:t>
            </a:r>
            <a:r>
              <a:rPr lang="en-US" sz="1200" dirty="0">
                <a:solidFill>
                  <a:srgbClr val="555555"/>
                </a:solidFill>
              </a:rPr>
              <a:t> for questions about MX benefits and paperwork.</a:t>
            </a:r>
          </a:p>
          <a:p>
            <a:pPr marL="342900" indent="-342900">
              <a:spcAft>
                <a:spcPts val="3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Meet your onboarding buddy</a:t>
            </a:r>
            <a:endParaRPr lang="en-US" sz="1200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7C6B56C-45A8-4019-0D5D-2E6F9EB203C8}"/>
              </a:ext>
            </a:extLst>
          </p:cNvPr>
          <p:cNvGrpSpPr/>
          <p:nvPr/>
        </p:nvGrpSpPr>
        <p:grpSpPr>
          <a:xfrm>
            <a:off x="4531880" y="1939482"/>
            <a:ext cx="3220053" cy="3383280"/>
            <a:chOff x="4515364" y="1508760"/>
            <a:chExt cx="2697480" cy="3383280"/>
          </a:xfrm>
        </p:grpSpPr>
        <p:sp>
          <p:nvSpPr>
            <p:cNvPr id="84" name="Shape 9">
              <a:extLst>
                <a:ext uri="{FF2B5EF4-FFF2-40B4-BE49-F238E27FC236}">
                  <a16:creationId xmlns:a16="http://schemas.microsoft.com/office/drawing/2014/main" id="{497BAA7E-3CD7-41A6-0687-FB77F65E7968}"/>
                </a:ext>
              </a:extLst>
            </p:cNvPr>
            <p:cNvSpPr/>
            <p:nvPr/>
          </p:nvSpPr>
          <p:spPr>
            <a:xfrm>
              <a:off x="4515364" y="1508760"/>
              <a:ext cx="2697480" cy="33832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8E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5" name="Shape 10">
              <a:extLst>
                <a:ext uri="{FF2B5EF4-FFF2-40B4-BE49-F238E27FC236}">
                  <a16:creationId xmlns:a16="http://schemas.microsoft.com/office/drawing/2014/main" id="{7F27584C-5D36-59D6-9586-BC801BA8DBAF}"/>
                </a:ext>
              </a:extLst>
            </p:cNvPr>
            <p:cNvSpPr/>
            <p:nvPr/>
          </p:nvSpPr>
          <p:spPr>
            <a:xfrm>
              <a:off x="4515364" y="1508760"/>
              <a:ext cx="2697480" cy="54864"/>
            </a:xfrm>
            <a:prstGeom prst="rect">
              <a:avLst/>
            </a:prstGeom>
            <a:solidFill>
              <a:srgbClr val="EDFF69"/>
            </a:solidFill>
            <a:ln w="12700">
              <a:noFill/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7" name="Text 11">
              <a:extLst>
                <a:ext uri="{FF2B5EF4-FFF2-40B4-BE49-F238E27FC236}">
                  <a16:creationId xmlns:a16="http://schemas.microsoft.com/office/drawing/2014/main" id="{395252A0-E852-850B-3D0B-88F2CEEE1FF4}"/>
                </a:ext>
              </a:extLst>
            </p:cNvPr>
            <p:cNvSpPr/>
            <p:nvPr/>
          </p:nvSpPr>
          <p:spPr>
            <a:xfrm>
              <a:off x="5297832" y="1627632"/>
              <a:ext cx="1777851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400"/>
              <a:r>
                <a:rPr lang="en-US" sz="1600" b="1" dirty="0">
                  <a:solidFill>
                    <a:srgbClr val="1A1A63"/>
                  </a:solidFill>
                  <a:latin typeface="+mj-lt"/>
                  <a:ea typeface="Arial Black" pitchFamily="34" charset="-122"/>
                  <a:cs typeface="Arial Black" pitchFamily="34" charset="-120"/>
                </a:rPr>
                <a:t>Learning</a:t>
              </a:r>
              <a:endParaRPr lang="en-US" sz="1600" dirty="0">
                <a:solidFill>
                  <a:srgbClr val="1A1A63"/>
                </a:solidFill>
                <a:latin typeface="+mj-lt"/>
              </a:endParaRPr>
            </a:p>
          </p:txBody>
        </p:sp>
        <p:sp>
          <p:nvSpPr>
            <p:cNvPr id="88" name="Shape 12">
              <a:extLst>
                <a:ext uri="{FF2B5EF4-FFF2-40B4-BE49-F238E27FC236}">
                  <a16:creationId xmlns:a16="http://schemas.microsoft.com/office/drawing/2014/main" id="{50E57BFA-7227-21C1-E1F7-08CD781DACBE}"/>
                </a:ext>
              </a:extLst>
            </p:cNvPr>
            <p:cNvSpPr/>
            <p:nvPr/>
          </p:nvSpPr>
          <p:spPr>
            <a:xfrm>
              <a:off x="4679956" y="2103120"/>
              <a:ext cx="2368296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9" name="Text 13">
              <a:extLst>
                <a:ext uri="{FF2B5EF4-FFF2-40B4-BE49-F238E27FC236}">
                  <a16:creationId xmlns:a16="http://schemas.microsoft.com/office/drawing/2014/main" id="{72FEE25B-4B5C-1301-C0CF-3D5A2B72B536}"/>
                </a:ext>
              </a:extLst>
            </p:cNvPr>
            <p:cNvSpPr/>
            <p:nvPr/>
          </p:nvSpPr>
          <p:spPr>
            <a:xfrm>
              <a:off x="4679956" y="2312882"/>
              <a:ext cx="2368296" cy="24877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Review Business Development and Sales lifecycle resources*</a:t>
              </a: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Review practice overview decks*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Schedule call with Lori Diesel* </a:t>
              </a: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Draft your 30/60/90 day personal ROCKs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Align ROCKs with your manager in a 1-on-1</a:t>
              </a:r>
            </a:p>
            <a:p>
              <a:pPr defTabSz="914400">
                <a:spcAft>
                  <a:spcPts val="300"/>
                </a:spcAft>
                <a:buSzPct val="100000"/>
              </a:pPr>
              <a:endParaRPr lang="en-US" sz="1200" dirty="0">
                <a:solidFill>
                  <a:srgbClr val="555555"/>
                </a:solidFill>
                <a:latin typeface="+mj-lt"/>
              </a:endParaRPr>
            </a:p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endParaRPr lang="en-US" sz="1200" dirty="0">
                <a:solidFill>
                  <a:srgbClr val="555555"/>
                </a:solidFill>
                <a:latin typeface="+mj-lt"/>
              </a:endParaRPr>
            </a:p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endParaRPr lang="en-US" sz="120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E1BBF71-B91E-F711-9955-4D76BA4C59B9}"/>
              </a:ext>
            </a:extLst>
          </p:cNvPr>
          <p:cNvGrpSpPr/>
          <p:nvPr/>
        </p:nvGrpSpPr>
        <p:grpSpPr>
          <a:xfrm>
            <a:off x="8185543" y="1925015"/>
            <a:ext cx="3220053" cy="3383280"/>
            <a:chOff x="8510067" y="1508760"/>
            <a:chExt cx="2697480" cy="3383280"/>
          </a:xfrm>
        </p:grpSpPr>
        <p:sp>
          <p:nvSpPr>
            <p:cNvPr id="90" name="Shape 14">
              <a:extLst>
                <a:ext uri="{FF2B5EF4-FFF2-40B4-BE49-F238E27FC236}">
                  <a16:creationId xmlns:a16="http://schemas.microsoft.com/office/drawing/2014/main" id="{02F4C868-7842-31B9-CFFE-FD5B0375D295}"/>
                </a:ext>
              </a:extLst>
            </p:cNvPr>
            <p:cNvSpPr/>
            <p:nvPr/>
          </p:nvSpPr>
          <p:spPr>
            <a:xfrm>
              <a:off x="8510067" y="1508760"/>
              <a:ext cx="2697480" cy="33832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8E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1" name="Shape 15">
              <a:extLst>
                <a:ext uri="{FF2B5EF4-FFF2-40B4-BE49-F238E27FC236}">
                  <a16:creationId xmlns:a16="http://schemas.microsoft.com/office/drawing/2014/main" id="{3B1399C7-B53C-68B7-1449-5093E55BD407}"/>
                </a:ext>
              </a:extLst>
            </p:cNvPr>
            <p:cNvSpPr/>
            <p:nvPr/>
          </p:nvSpPr>
          <p:spPr>
            <a:xfrm>
              <a:off x="8510067" y="1508760"/>
              <a:ext cx="2697480" cy="54864"/>
            </a:xfrm>
            <a:prstGeom prst="rect">
              <a:avLst/>
            </a:prstGeom>
            <a:solidFill>
              <a:srgbClr val="EDFF69"/>
            </a:solidFill>
            <a:ln w="12700">
              <a:noFill/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3" name="Text 16">
              <a:extLst>
                <a:ext uri="{FF2B5EF4-FFF2-40B4-BE49-F238E27FC236}">
                  <a16:creationId xmlns:a16="http://schemas.microsoft.com/office/drawing/2014/main" id="{0EB313F9-7869-80D3-3F32-DC73FDF6E596}"/>
                </a:ext>
              </a:extLst>
            </p:cNvPr>
            <p:cNvSpPr/>
            <p:nvPr/>
          </p:nvSpPr>
          <p:spPr>
            <a:xfrm>
              <a:off x="9305552" y="1627632"/>
              <a:ext cx="176483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400"/>
              <a:r>
                <a:rPr lang="en-US" sz="1600" b="1" dirty="0">
                  <a:solidFill>
                    <a:srgbClr val="1A1A63"/>
                  </a:solidFill>
                  <a:latin typeface="+mj-lt"/>
                  <a:ea typeface="Arial Black" pitchFamily="34" charset="-122"/>
                  <a:cs typeface="Arial Black" pitchFamily="34" charset="-120"/>
                </a:rPr>
                <a:t>IT Compliance</a:t>
              </a:r>
              <a:endParaRPr lang="en-US" sz="1600" dirty="0">
                <a:solidFill>
                  <a:srgbClr val="1A1A63"/>
                </a:solidFill>
                <a:latin typeface="+mj-lt"/>
              </a:endParaRPr>
            </a:p>
          </p:txBody>
        </p:sp>
        <p:sp>
          <p:nvSpPr>
            <p:cNvPr id="94" name="Shape 17">
              <a:extLst>
                <a:ext uri="{FF2B5EF4-FFF2-40B4-BE49-F238E27FC236}">
                  <a16:creationId xmlns:a16="http://schemas.microsoft.com/office/drawing/2014/main" id="{26F6F698-0D88-DFD5-B0DD-DB46398977FA}"/>
                </a:ext>
              </a:extLst>
            </p:cNvPr>
            <p:cNvSpPr/>
            <p:nvPr/>
          </p:nvSpPr>
          <p:spPr>
            <a:xfrm>
              <a:off x="8674659" y="2103120"/>
              <a:ext cx="2368296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5" name="Text 18">
              <a:extLst>
                <a:ext uri="{FF2B5EF4-FFF2-40B4-BE49-F238E27FC236}">
                  <a16:creationId xmlns:a16="http://schemas.microsoft.com/office/drawing/2014/main" id="{39C2CBF8-A93F-8E07-8CED-FE76378455B5}"/>
                </a:ext>
              </a:extLst>
            </p:cNvPr>
            <p:cNvSpPr/>
            <p:nvPr/>
          </p:nvSpPr>
          <p:spPr>
            <a:xfrm>
              <a:off x="8674659" y="2327350"/>
              <a:ext cx="2368296" cy="2473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Complete IT security awareness training </a:t>
              </a: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Confirm all system access is fully functional</a:t>
              </a:r>
              <a:endParaRPr lang="en-US" sz="1200" dirty="0"/>
            </a:p>
          </p:txBody>
        </p:sp>
      </p:grp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E0FFCC7-58F1-2B97-3E04-B34DD5B0F1E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37006" y="2102708"/>
            <a:ext cx="320040" cy="320040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24FD8B30-43EC-90EA-5AD4-E87464F13E1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82021" y="2085036"/>
            <a:ext cx="320040" cy="32004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C70F06D0-EFAD-105B-EDCB-FEC6326E0F2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10776" y="2075891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866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53849-5BE0-7575-7ED9-110BDE537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D062-1CDA-E107-E559-E8869FC2B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  <p:sp>
        <p:nvSpPr>
          <p:cNvPr id="74" name="Shape 0">
            <a:extLst>
              <a:ext uri="{FF2B5EF4-FFF2-40B4-BE49-F238E27FC236}">
                <a16:creationId xmlns:a16="http://schemas.microsoft.com/office/drawing/2014/main" id="{E3826836-5688-7554-5C7A-B434C401F6A6}"/>
              </a:ext>
            </a:extLst>
          </p:cNvPr>
          <p:cNvSpPr/>
          <p:nvPr/>
        </p:nvSpPr>
        <p:spPr>
          <a:xfrm>
            <a:off x="820913" y="320040"/>
            <a:ext cx="1371600" cy="256032"/>
          </a:xfrm>
          <a:prstGeom prst="rect">
            <a:avLst/>
          </a:prstGeom>
          <a:solidFill>
            <a:srgbClr val="000080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75" name="Text 1">
            <a:extLst>
              <a:ext uri="{FF2B5EF4-FFF2-40B4-BE49-F238E27FC236}">
                <a16:creationId xmlns:a16="http://schemas.microsoft.com/office/drawing/2014/main" id="{F2DE114F-5301-4587-EEEE-A221EF888217}"/>
              </a:ext>
            </a:extLst>
          </p:cNvPr>
          <p:cNvSpPr/>
          <p:nvPr/>
        </p:nvSpPr>
        <p:spPr>
          <a:xfrm>
            <a:off x="820913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900" b="1" dirty="0">
                <a:solidFill>
                  <a:srgbClr val="FFFFFF"/>
                </a:solidFill>
                <a:latin typeface="+mj-lt"/>
              </a:rPr>
              <a:t>DAY 30</a:t>
            </a:r>
            <a:endParaRPr lang="en-US" sz="9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76" name="Text 2">
            <a:extLst>
              <a:ext uri="{FF2B5EF4-FFF2-40B4-BE49-F238E27FC236}">
                <a16:creationId xmlns:a16="http://schemas.microsoft.com/office/drawing/2014/main" id="{B3CC497D-AAF6-DD64-31E3-2686BB007F69}"/>
              </a:ext>
            </a:extLst>
          </p:cNvPr>
          <p:cNvSpPr/>
          <p:nvPr/>
        </p:nvSpPr>
        <p:spPr>
          <a:xfrm>
            <a:off x="820913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3000" b="1" dirty="0">
                <a:solidFill>
                  <a:srgbClr val="000080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DAY 30 AND 60 MILESTONES</a:t>
            </a:r>
            <a:endParaRPr lang="en-US" sz="3000" dirty="0">
              <a:solidFill>
                <a:srgbClr val="000080"/>
              </a:solidFill>
              <a:latin typeface="+mj-lt"/>
            </a:endParaRPr>
          </a:p>
        </p:txBody>
      </p:sp>
      <p:sp>
        <p:nvSpPr>
          <p:cNvPr id="78" name="Shape 4">
            <a:extLst>
              <a:ext uri="{FF2B5EF4-FFF2-40B4-BE49-F238E27FC236}">
                <a16:creationId xmlns:a16="http://schemas.microsoft.com/office/drawing/2014/main" id="{4061F945-45AE-EA71-D44E-EECF6BADA422}"/>
              </a:ext>
            </a:extLst>
          </p:cNvPr>
          <p:cNvSpPr/>
          <p:nvPr/>
        </p:nvSpPr>
        <p:spPr>
          <a:xfrm>
            <a:off x="4676410" y="1931839"/>
            <a:ext cx="3220053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79" name="Shape 5">
            <a:extLst>
              <a:ext uri="{FF2B5EF4-FFF2-40B4-BE49-F238E27FC236}">
                <a16:creationId xmlns:a16="http://schemas.microsoft.com/office/drawing/2014/main" id="{C82945BD-F729-53C3-D33E-0A20D3FC24A6}"/>
              </a:ext>
            </a:extLst>
          </p:cNvPr>
          <p:cNvSpPr/>
          <p:nvPr/>
        </p:nvSpPr>
        <p:spPr>
          <a:xfrm>
            <a:off x="4676410" y="1931839"/>
            <a:ext cx="3220053" cy="54863"/>
          </a:xfrm>
          <a:prstGeom prst="rect">
            <a:avLst/>
          </a:prstGeom>
          <a:solidFill>
            <a:srgbClr val="EDFF69"/>
          </a:solidFill>
          <a:ln w="12700">
            <a:noFill/>
            <a:prstDash val="solid"/>
          </a:ln>
        </p:spPr>
        <p:txBody>
          <a:bodyPr/>
          <a:lstStyle/>
          <a:p>
            <a:pPr defTabSz="914400"/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81" name="Text 6">
            <a:extLst>
              <a:ext uri="{FF2B5EF4-FFF2-40B4-BE49-F238E27FC236}">
                <a16:creationId xmlns:a16="http://schemas.microsoft.com/office/drawing/2014/main" id="{526BDAA0-0DE4-AE64-9CCA-0148EC2C6E42}"/>
              </a:ext>
            </a:extLst>
          </p:cNvPr>
          <p:cNvSpPr/>
          <p:nvPr/>
        </p:nvSpPr>
        <p:spPr>
          <a:xfrm>
            <a:off x="5427161" y="2050711"/>
            <a:ext cx="2447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600" b="1" dirty="0">
                <a:solidFill>
                  <a:srgbClr val="1A1A63"/>
                </a:solidFill>
                <a:latin typeface="+mj-lt"/>
              </a:rPr>
              <a:t>Goal Review</a:t>
            </a:r>
            <a:endParaRPr lang="en-US" sz="1600" dirty="0">
              <a:solidFill>
                <a:srgbClr val="1A1A63"/>
              </a:solidFill>
              <a:latin typeface="+mj-lt"/>
            </a:endParaRPr>
          </a:p>
        </p:txBody>
      </p:sp>
      <p:sp>
        <p:nvSpPr>
          <p:cNvPr id="82" name="Shape 7">
            <a:extLst>
              <a:ext uri="{FF2B5EF4-FFF2-40B4-BE49-F238E27FC236}">
                <a16:creationId xmlns:a16="http://schemas.microsoft.com/office/drawing/2014/main" id="{2AEC57FE-1F10-78F8-633E-023D5C0ABBC9}"/>
              </a:ext>
            </a:extLst>
          </p:cNvPr>
          <p:cNvSpPr/>
          <p:nvPr/>
        </p:nvSpPr>
        <p:spPr>
          <a:xfrm flipV="1">
            <a:off x="4907213" y="2498768"/>
            <a:ext cx="2640668" cy="18287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83" name="Text 8">
            <a:extLst>
              <a:ext uri="{FF2B5EF4-FFF2-40B4-BE49-F238E27FC236}">
                <a16:creationId xmlns:a16="http://schemas.microsoft.com/office/drawing/2014/main" id="{296A632F-A235-CB40-BDA3-7A72F873E115}"/>
              </a:ext>
            </a:extLst>
          </p:cNvPr>
          <p:cNvSpPr/>
          <p:nvPr/>
        </p:nvSpPr>
        <p:spPr>
          <a:xfrm>
            <a:off x="4967786" y="2599352"/>
            <a:ext cx="2580095" cy="2624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Review your ROCKS progress</a:t>
            </a:r>
          </a:p>
          <a:p>
            <a:pPr marL="342900" indent="-342900">
              <a:spcAft>
                <a:spcPts val="300"/>
              </a:spcAft>
              <a:buSzPct val="100000"/>
              <a:buFontTx/>
              <a:buChar char="•"/>
            </a:pP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200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7C55BFF-827B-C7C7-B3B9-6462581F0044}"/>
              </a:ext>
            </a:extLst>
          </p:cNvPr>
          <p:cNvGrpSpPr/>
          <p:nvPr/>
        </p:nvGrpSpPr>
        <p:grpSpPr>
          <a:xfrm>
            <a:off x="8394197" y="1946306"/>
            <a:ext cx="3220053" cy="3383280"/>
            <a:chOff x="4515364" y="1508760"/>
            <a:chExt cx="2697480" cy="3383280"/>
          </a:xfrm>
        </p:grpSpPr>
        <p:sp>
          <p:nvSpPr>
            <p:cNvPr id="84" name="Shape 9">
              <a:extLst>
                <a:ext uri="{FF2B5EF4-FFF2-40B4-BE49-F238E27FC236}">
                  <a16:creationId xmlns:a16="http://schemas.microsoft.com/office/drawing/2014/main" id="{B85654B4-CBF8-EE15-B70B-78ACC76F2B8F}"/>
                </a:ext>
              </a:extLst>
            </p:cNvPr>
            <p:cNvSpPr/>
            <p:nvPr/>
          </p:nvSpPr>
          <p:spPr>
            <a:xfrm>
              <a:off x="4515364" y="1508760"/>
              <a:ext cx="2697480" cy="33832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8E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5" name="Shape 10">
              <a:extLst>
                <a:ext uri="{FF2B5EF4-FFF2-40B4-BE49-F238E27FC236}">
                  <a16:creationId xmlns:a16="http://schemas.microsoft.com/office/drawing/2014/main" id="{8368938A-EB7B-AF9A-B939-0162E05256F3}"/>
                </a:ext>
              </a:extLst>
            </p:cNvPr>
            <p:cNvSpPr/>
            <p:nvPr/>
          </p:nvSpPr>
          <p:spPr>
            <a:xfrm>
              <a:off x="4515364" y="1508760"/>
              <a:ext cx="2697480" cy="54864"/>
            </a:xfrm>
            <a:prstGeom prst="rect">
              <a:avLst/>
            </a:prstGeom>
            <a:solidFill>
              <a:srgbClr val="EDFF69"/>
            </a:solidFill>
            <a:ln w="12700">
              <a:noFill/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7" name="Text 11">
              <a:extLst>
                <a:ext uri="{FF2B5EF4-FFF2-40B4-BE49-F238E27FC236}">
                  <a16:creationId xmlns:a16="http://schemas.microsoft.com/office/drawing/2014/main" id="{9E8E50B1-FFE5-BE0C-6AE7-48643A5D3EB0}"/>
                </a:ext>
              </a:extLst>
            </p:cNvPr>
            <p:cNvSpPr/>
            <p:nvPr/>
          </p:nvSpPr>
          <p:spPr>
            <a:xfrm>
              <a:off x="5297832" y="1627632"/>
              <a:ext cx="1777851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400"/>
              <a:r>
                <a:rPr lang="en-US" sz="1600" b="1" dirty="0">
                  <a:solidFill>
                    <a:srgbClr val="1A1A63"/>
                  </a:solidFill>
                  <a:latin typeface="+mj-lt"/>
                  <a:ea typeface="Arial Black" pitchFamily="34" charset="-122"/>
                  <a:cs typeface="Arial Black" pitchFamily="34" charset="-120"/>
                </a:rPr>
                <a:t>People and Check-ins</a:t>
              </a:r>
              <a:endParaRPr lang="en-US" sz="1600" dirty="0">
                <a:solidFill>
                  <a:srgbClr val="1A1A63"/>
                </a:solidFill>
                <a:latin typeface="+mj-lt"/>
              </a:endParaRPr>
            </a:p>
          </p:txBody>
        </p:sp>
        <p:sp>
          <p:nvSpPr>
            <p:cNvPr id="88" name="Shape 12">
              <a:extLst>
                <a:ext uri="{FF2B5EF4-FFF2-40B4-BE49-F238E27FC236}">
                  <a16:creationId xmlns:a16="http://schemas.microsoft.com/office/drawing/2014/main" id="{9C2507F6-F807-D38E-B49B-50B2D9C16394}"/>
                </a:ext>
              </a:extLst>
            </p:cNvPr>
            <p:cNvSpPr/>
            <p:nvPr/>
          </p:nvSpPr>
          <p:spPr>
            <a:xfrm>
              <a:off x="4679956" y="2103120"/>
              <a:ext cx="2368296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9" name="Text 13">
              <a:extLst>
                <a:ext uri="{FF2B5EF4-FFF2-40B4-BE49-F238E27FC236}">
                  <a16:creationId xmlns:a16="http://schemas.microsoft.com/office/drawing/2014/main" id="{7E4E46EA-72A2-070B-4F41-7CE6E3FF5AB8}"/>
                </a:ext>
              </a:extLst>
            </p:cNvPr>
            <p:cNvSpPr/>
            <p:nvPr/>
          </p:nvSpPr>
          <p:spPr>
            <a:xfrm>
              <a:off x="4679956" y="2312882"/>
              <a:ext cx="2368296" cy="24877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Formal 30-day check-in with manager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Informal buddy check-in</a:t>
              </a:r>
              <a:endParaRPr lang="en-US" sz="1200" dirty="0">
                <a:solidFill>
                  <a:srgbClr val="555555"/>
                </a:solidFill>
                <a:latin typeface="+mj-lt"/>
              </a:endParaRPr>
            </a:p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endParaRPr lang="en-US" sz="1200" dirty="0">
                <a:solidFill>
                  <a:srgbClr val="555555"/>
                </a:solidFill>
                <a:latin typeface="+mj-lt"/>
              </a:endParaRPr>
            </a:p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endParaRPr lang="en-US" sz="1200" dirty="0">
                <a:solidFill>
                  <a:prstClr val="black"/>
                </a:solidFill>
                <a:latin typeface="+mj-lt"/>
              </a:endParaRPr>
            </a:p>
          </p:txBody>
        </p:sp>
      </p:grp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4803C8C1-C675-F44C-7A60-349E27972A9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2678" y="2098613"/>
            <a:ext cx="320040" cy="320040"/>
          </a:xfrm>
          <a:prstGeom prst="rect">
            <a:avLst/>
          </a:prstGeom>
        </p:spPr>
      </p:pic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6F4DD386-897C-DCB0-B599-E3241E3AE76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674577" y="2082715"/>
            <a:ext cx="320040" cy="320040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9B55DDAD-DEFF-9CAF-4D46-8C1115544F00}"/>
              </a:ext>
            </a:extLst>
          </p:cNvPr>
          <p:cNvSpPr/>
          <p:nvPr/>
        </p:nvSpPr>
        <p:spPr>
          <a:xfrm>
            <a:off x="814093" y="1925015"/>
            <a:ext cx="3220053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AEADC1CF-18DF-8AA0-3049-4AA51F904E9D}"/>
              </a:ext>
            </a:extLst>
          </p:cNvPr>
          <p:cNvSpPr/>
          <p:nvPr/>
        </p:nvSpPr>
        <p:spPr>
          <a:xfrm>
            <a:off x="814093" y="1925015"/>
            <a:ext cx="3220053" cy="54863"/>
          </a:xfrm>
          <a:prstGeom prst="rect">
            <a:avLst/>
          </a:prstGeom>
          <a:solidFill>
            <a:srgbClr val="EDFF69"/>
          </a:solidFill>
          <a:ln w="12700">
            <a:noFill/>
            <a:prstDash val="solid"/>
          </a:ln>
        </p:spPr>
        <p:txBody>
          <a:bodyPr/>
          <a:lstStyle/>
          <a:p>
            <a:pPr defTabSz="914400"/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4CC1CEF-0F94-6C72-CD18-AF704336D3CA}"/>
              </a:ext>
            </a:extLst>
          </p:cNvPr>
          <p:cNvSpPr/>
          <p:nvPr/>
        </p:nvSpPr>
        <p:spPr>
          <a:xfrm>
            <a:off x="1564844" y="2043887"/>
            <a:ext cx="2447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600" b="1" dirty="0">
                <a:solidFill>
                  <a:srgbClr val="1A1A63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Admin and Compliance</a:t>
            </a:r>
            <a:endParaRPr lang="en-US" sz="1600" dirty="0">
              <a:solidFill>
                <a:srgbClr val="1A1A63"/>
              </a:solidFill>
              <a:latin typeface="+mj-lt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CFBC000-CA1A-4AF4-70D1-0AEF5A163D37}"/>
              </a:ext>
            </a:extLst>
          </p:cNvPr>
          <p:cNvSpPr/>
          <p:nvPr/>
        </p:nvSpPr>
        <p:spPr>
          <a:xfrm flipV="1">
            <a:off x="1044896" y="2491944"/>
            <a:ext cx="2640668" cy="18287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573672D-4595-C41B-3ED3-51A072A6E3C7}"/>
              </a:ext>
            </a:extLst>
          </p:cNvPr>
          <p:cNvSpPr/>
          <p:nvPr/>
        </p:nvSpPr>
        <p:spPr>
          <a:xfrm>
            <a:off x="1105469" y="2592528"/>
            <a:ext cx="2580095" cy="2624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Benefits enrollment confirmation (deadline check on day 30)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2D030A33-FBFC-29AD-80B9-916F6395552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8686" y="2089607"/>
            <a:ext cx="421566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21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DC97A-9BAC-6198-E7F3-D156E19D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93474-D872-53CF-C87E-A95C0469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  <p:sp>
        <p:nvSpPr>
          <p:cNvPr id="74" name="Shape 0">
            <a:extLst>
              <a:ext uri="{FF2B5EF4-FFF2-40B4-BE49-F238E27FC236}">
                <a16:creationId xmlns:a16="http://schemas.microsoft.com/office/drawing/2014/main" id="{D2E7A0C1-2C40-E41A-7DAB-0841C14E1F23}"/>
              </a:ext>
            </a:extLst>
          </p:cNvPr>
          <p:cNvSpPr/>
          <p:nvPr/>
        </p:nvSpPr>
        <p:spPr>
          <a:xfrm>
            <a:off x="820913" y="320040"/>
            <a:ext cx="1371600" cy="256032"/>
          </a:xfrm>
          <a:prstGeom prst="rect">
            <a:avLst/>
          </a:prstGeom>
          <a:solidFill>
            <a:srgbClr val="000080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75" name="Text 1">
            <a:extLst>
              <a:ext uri="{FF2B5EF4-FFF2-40B4-BE49-F238E27FC236}">
                <a16:creationId xmlns:a16="http://schemas.microsoft.com/office/drawing/2014/main" id="{9FC0DC71-FD3A-401F-543B-7595CF70C62F}"/>
              </a:ext>
            </a:extLst>
          </p:cNvPr>
          <p:cNvSpPr/>
          <p:nvPr/>
        </p:nvSpPr>
        <p:spPr>
          <a:xfrm>
            <a:off x="820913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900" b="1" dirty="0">
                <a:solidFill>
                  <a:srgbClr val="FFFFFF"/>
                </a:solidFill>
                <a:latin typeface="+mj-lt"/>
              </a:rPr>
              <a:t>DAY 30-60</a:t>
            </a:r>
            <a:endParaRPr lang="en-US" sz="9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76" name="Text 2">
            <a:extLst>
              <a:ext uri="{FF2B5EF4-FFF2-40B4-BE49-F238E27FC236}">
                <a16:creationId xmlns:a16="http://schemas.microsoft.com/office/drawing/2014/main" id="{41A68795-A13A-2447-699A-A5C0D8061BCF}"/>
              </a:ext>
            </a:extLst>
          </p:cNvPr>
          <p:cNvSpPr/>
          <p:nvPr/>
        </p:nvSpPr>
        <p:spPr>
          <a:xfrm>
            <a:off x="820913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3000" b="1" dirty="0">
                <a:solidFill>
                  <a:srgbClr val="000080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BUILD AND CONTRIBUTE</a:t>
            </a:r>
            <a:endParaRPr lang="en-US" sz="3000" dirty="0">
              <a:solidFill>
                <a:srgbClr val="000080"/>
              </a:solidFill>
              <a:latin typeface="+mj-lt"/>
            </a:endParaRPr>
          </a:p>
        </p:txBody>
      </p:sp>
      <p:sp>
        <p:nvSpPr>
          <p:cNvPr id="78" name="Shape 4">
            <a:extLst>
              <a:ext uri="{FF2B5EF4-FFF2-40B4-BE49-F238E27FC236}">
                <a16:creationId xmlns:a16="http://schemas.microsoft.com/office/drawing/2014/main" id="{F0BB77AB-8F84-B449-CCEA-D5F8980F1394}"/>
              </a:ext>
            </a:extLst>
          </p:cNvPr>
          <p:cNvSpPr/>
          <p:nvPr/>
        </p:nvSpPr>
        <p:spPr>
          <a:xfrm>
            <a:off x="814093" y="1925015"/>
            <a:ext cx="3220053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79" name="Shape 5">
            <a:extLst>
              <a:ext uri="{FF2B5EF4-FFF2-40B4-BE49-F238E27FC236}">
                <a16:creationId xmlns:a16="http://schemas.microsoft.com/office/drawing/2014/main" id="{BE13D845-937A-9FF9-D145-12803D8116D1}"/>
              </a:ext>
            </a:extLst>
          </p:cNvPr>
          <p:cNvSpPr/>
          <p:nvPr/>
        </p:nvSpPr>
        <p:spPr>
          <a:xfrm>
            <a:off x="814093" y="1925015"/>
            <a:ext cx="3220053" cy="54863"/>
          </a:xfrm>
          <a:prstGeom prst="rect">
            <a:avLst/>
          </a:prstGeom>
          <a:solidFill>
            <a:srgbClr val="EDFF69"/>
          </a:solidFill>
          <a:ln w="12700">
            <a:noFill/>
            <a:prstDash val="solid"/>
          </a:ln>
        </p:spPr>
        <p:txBody>
          <a:bodyPr/>
          <a:lstStyle/>
          <a:p>
            <a:pPr defTabSz="914400"/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81" name="Text 6">
            <a:extLst>
              <a:ext uri="{FF2B5EF4-FFF2-40B4-BE49-F238E27FC236}">
                <a16:creationId xmlns:a16="http://schemas.microsoft.com/office/drawing/2014/main" id="{A85FAFFC-7E6C-6580-E4FB-BBADC4815749}"/>
              </a:ext>
            </a:extLst>
          </p:cNvPr>
          <p:cNvSpPr/>
          <p:nvPr/>
        </p:nvSpPr>
        <p:spPr>
          <a:xfrm>
            <a:off x="1564844" y="2043887"/>
            <a:ext cx="2447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600" b="1" dirty="0">
                <a:solidFill>
                  <a:srgbClr val="1A1A63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Goal Review</a:t>
            </a:r>
            <a:endParaRPr lang="en-US" sz="1600" dirty="0">
              <a:solidFill>
                <a:srgbClr val="1A1A63"/>
              </a:solidFill>
              <a:latin typeface="+mj-lt"/>
            </a:endParaRPr>
          </a:p>
        </p:txBody>
      </p:sp>
      <p:sp>
        <p:nvSpPr>
          <p:cNvPr id="82" name="Shape 7">
            <a:extLst>
              <a:ext uri="{FF2B5EF4-FFF2-40B4-BE49-F238E27FC236}">
                <a16:creationId xmlns:a16="http://schemas.microsoft.com/office/drawing/2014/main" id="{EA1DA9F5-12A3-35BB-95B4-187DE55F6C29}"/>
              </a:ext>
            </a:extLst>
          </p:cNvPr>
          <p:cNvSpPr/>
          <p:nvPr/>
        </p:nvSpPr>
        <p:spPr>
          <a:xfrm flipV="1">
            <a:off x="1044896" y="2491944"/>
            <a:ext cx="2640668" cy="18287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83" name="Text 8">
            <a:extLst>
              <a:ext uri="{FF2B5EF4-FFF2-40B4-BE49-F238E27FC236}">
                <a16:creationId xmlns:a16="http://schemas.microsoft.com/office/drawing/2014/main" id="{7A3A0686-A44B-1089-7F88-D2FF4A763D2B}"/>
              </a:ext>
            </a:extLst>
          </p:cNvPr>
          <p:cNvSpPr/>
          <p:nvPr/>
        </p:nvSpPr>
        <p:spPr>
          <a:xfrm>
            <a:off x="1105469" y="2592528"/>
            <a:ext cx="2580095" cy="2624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Formal 60-day check-in with manager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Review progress on ROCKs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Identify development areas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200" dirty="0">
              <a:solidFill>
                <a:srgbClr val="555555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200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83EB7C8-36E0-77C3-B731-F0F812283F2B}"/>
              </a:ext>
            </a:extLst>
          </p:cNvPr>
          <p:cNvGrpSpPr/>
          <p:nvPr/>
        </p:nvGrpSpPr>
        <p:grpSpPr>
          <a:xfrm>
            <a:off x="4531880" y="1939482"/>
            <a:ext cx="3220053" cy="3383280"/>
            <a:chOff x="4515364" y="1508760"/>
            <a:chExt cx="2697480" cy="3383280"/>
          </a:xfrm>
        </p:grpSpPr>
        <p:sp>
          <p:nvSpPr>
            <p:cNvPr id="84" name="Shape 9">
              <a:extLst>
                <a:ext uri="{FF2B5EF4-FFF2-40B4-BE49-F238E27FC236}">
                  <a16:creationId xmlns:a16="http://schemas.microsoft.com/office/drawing/2014/main" id="{38CEDFBF-9250-D91A-020B-E34FBE4B2092}"/>
                </a:ext>
              </a:extLst>
            </p:cNvPr>
            <p:cNvSpPr/>
            <p:nvPr/>
          </p:nvSpPr>
          <p:spPr>
            <a:xfrm>
              <a:off x="4515364" y="1508760"/>
              <a:ext cx="2697480" cy="33832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8E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5" name="Shape 10">
              <a:extLst>
                <a:ext uri="{FF2B5EF4-FFF2-40B4-BE49-F238E27FC236}">
                  <a16:creationId xmlns:a16="http://schemas.microsoft.com/office/drawing/2014/main" id="{1036C25A-2291-633E-6E10-C6F3BBD2B993}"/>
                </a:ext>
              </a:extLst>
            </p:cNvPr>
            <p:cNvSpPr/>
            <p:nvPr/>
          </p:nvSpPr>
          <p:spPr>
            <a:xfrm>
              <a:off x="4515364" y="1508760"/>
              <a:ext cx="2697480" cy="54864"/>
            </a:xfrm>
            <a:prstGeom prst="rect">
              <a:avLst/>
            </a:prstGeom>
            <a:solidFill>
              <a:srgbClr val="EDFF69"/>
            </a:solidFill>
            <a:ln w="12700">
              <a:noFill/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7" name="Text 11">
              <a:extLst>
                <a:ext uri="{FF2B5EF4-FFF2-40B4-BE49-F238E27FC236}">
                  <a16:creationId xmlns:a16="http://schemas.microsoft.com/office/drawing/2014/main" id="{0689B8E7-A4D7-7CDF-6946-7F40AB805EAC}"/>
                </a:ext>
              </a:extLst>
            </p:cNvPr>
            <p:cNvSpPr/>
            <p:nvPr/>
          </p:nvSpPr>
          <p:spPr>
            <a:xfrm>
              <a:off x="5297832" y="1627632"/>
              <a:ext cx="1777851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400"/>
              <a:r>
                <a:rPr lang="en-US" sz="1600" b="1" dirty="0">
                  <a:solidFill>
                    <a:srgbClr val="1A1A63"/>
                  </a:solidFill>
                  <a:latin typeface="+mj-lt"/>
                  <a:ea typeface="Arial Black" pitchFamily="34" charset="-122"/>
                  <a:cs typeface="Arial Black" pitchFamily="34" charset="-120"/>
                </a:rPr>
                <a:t>People and Check-ins</a:t>
              </a:r>
              <a:endParaRPr lang="en-US" sz="1600" dirty="0">
                <a:solidFill>
                  <a:srgbClr val="1A1A63"/>
                </a:solidFill>
                <a:latin typeface="+mj-lt"/>
              </a:endParaRPr>
            </a:p>
          </p:txBody>
        </p:sp>
        <p:sp>
          <p:nvSpPr>
            <p:cNvPr id="88" name="Shape 12">
              <a:extLst>
                <a:ext uri="{FF2B5EF4-FFF2-40B4-BE49-F238E27FC236}">
                  <a16:creationId xmlns:a16="http://schemas.microsoft.com/office/drawing/2014/main" id="{CD12F3A2-5C04-2DAC-C9A6-5E6443F85C3E}"/>
                </a:ext>
              </a:extLst>
            </p:cNvPr>
            <p:cNvSpPr/>
            <p:nvPr/>
          </p:nvSpPr>
          <p:spPr>
            <a:xfrm>
              <a:off x="4679956" y="2103120"/>
              <a:ext cx="2368296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9" name="Text 13">
              <a:extLst>
                <a:ext uri="{FF2B5EF4-FFF2-40B4-BE49-F238E27FC236}">
                  <a16:creationId xmlns:a16="http://schemas.microsoft.com/office/drawing/2014/main" id="{ED543F22-97C5-43A1-FCAC-96580DDA62FD}"/>
                </a:ext>
              </a:extLst>
            </p:cNvPr>
            <p:cNvSpPr/>
            <p:nvPr/>
          </p:nvSpPr>
          <p:spPr>
            <a:xfrm>
              <a:off x="4679956" y="2312882"/>
              <a:ext cx="2368296" cy="24877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Attend the all-new-hires alignment call (30–60 day window)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endParaRPr lang="en-US" sz="1200" dirty="0">
                <a:solidFill>
                  <a:srgbClr val="555555"/>
                </a:solidFill>
              </a:endParaRPr>
            </a:p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endParaRPr lang="en-US" sz="1200" dirty="0">
                <a:solidFill>
                  <a:srgbClr val="555555"/>
                </a:solidFill>
                <a:latin typeface="+mj-lt"/>
              </a:endParaRPr>
            </a:p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endParaRPr lang="en-US" sz="120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3CAF5D6-A031-1C70-2159-F4EAF30D6F9E}"/>
              </a:ext>
            </a:extLst>
          </p:cNvPr>
          <p:cNvGrpSpPr/>
          <p:nvPr/>
        </p:nvGrpSpPr>
        <p:grpSpPr>
          <a:xfrm>
            <a:off x="8185543" y="1925015"/>
            <a:ext cx="3220053" cy="3383280"/>
            <a:chOff x="8510067" y="1508760"/>
            <a:chExt cx="2697480" cy="3383280"/>
          </a:xfrm>
        </p:grpSpPr>
        <p:sp>
          <p:nvSpPr>
            <p:cNvPr id="90" name="Shape 14">
              <a:extLst>
                <a:ext uri="{FF2B5EF4-FFF2-40B4-BE49-F238E27FC236}">
                  <a16:creationId xmlns:a16="http://schemas.microsoft.com/office/drawing/2014/main" id="{069AD89F-9625-1EA5-8EBE-E30AED7AB61D}"/>
                </a:ext>
              </a:extLst>
            </p:cNvPr>
            <p:cNvSpPr/>
            <p:nvPr/>
          </p:nvSpPr>
          <p:spPr>
            <a:xfrm>
              <a:off x="8510067" y="1508760"/>
              <a:ext cx="2697480" cy="33832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8E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400"/>
              <a:endParaRPr lang="en-US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1" name="Shape 15">
              <a:extLst>
                <a:ext uri="{FF2B5EF4-FFF2-40B4-BE49-F238E27FC236}">
                  <a16:creationId xmlns:a16="http://schemas.microsoft.com/office/drawing/2014/main" id="{FBCD2486-78D6-D7E9-C814-E02479A34B96}"/>
                </a:ext>
              </a:extLst>
            </p:cNvPr>
            <p:cNvSpPr/>
            <p:nvPr/>
          </p:nvSpPr>
          <p:spPr>
            <a:xfrm>
              <a:off x="8510067" y="1508760"/>
              <a:ext cx="2697480" cy="54864"/>
            </a:xfrm>
            <a:prstGeom prst="rect">
              <a:avLst/>
            </a:prstGeom>
            <a:solidFill>
              <a:srgbClr val="EDFF69"/>
            </a:solidFill>
            <a:ln w="12700">
              <a:noFill/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3" name="Text 16">
              <a:extLst>
                <a:ext uri="{FF2B5EF4-FFF2-40B4-BE49-F238E27FC236}">
                  <a16:creationId xmlns:a16="http://schemas.microsoft.com/office/drawing/2014/main" id="{82B6A655-830C-4F2D-45BA-8DC053DF2B3E}"/>
                </a:ext>
              </a:extLst>
            </p:cNvPr>
            <p:cNvSpPr/>
            <p:nvPr/>
          </p:nvSpPr>
          <p:spPr>
            <a:xfrm>
              <a:off x="9305552" y="1627632"/>
              <a:ext cx="176483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484884"/>
                  </a:solidFill>
                  <a:latin typeface="Arial Black" pitchFamily="34" charset="0"/>
                </a:rPr>
                <a:t>Learning </a:t>
              </a:r>
              <a:endParaRPr lang="en-US" sz="1600" dirty="0">
                <a:solidFill>
                  <a:srgbClr val="484884"/>
                </a:solidFill>
              </a:endParaRPr>
            </a:p>
          </p:txBody>
        </p:sp>
        <p:sp>
          <p:nvSpPr>
            <p:cNvPr id="94" name="Shape 17">
              <a:extLst>
                <a:ext uri="{FF2B5EF4-FFF2-40B4-BE49-F238E27FC236}">
                  <a16:creationId xmlns:a16="http://schemas.microsoft.com/office/drawing/2014/main" id="{7D005CB8-1CD0-1677-6CA4-A0C6854E9E97}"/>
                </a:ext>
              </a:extLst>
            </p:cNvPr>
            <p:cNvSpPr/>
            <p:nvPr/>
          </p:nvSpPr>
          <p:spPr>
            <a:xfrm>
              <a:off x="8674659" y="2103120"/>
              <a:ext cx="2368296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5" name="Text 18">
              <a:extLst>
                <a:ext uri="{FF2B5EF4-FFF2-40B4-BE49-F238E27FC236}">
                  <a16:creationId xmlns:a16="http://schemas.microsoft.com/office/drawing/2014/main" id="{F7FBA9E3-5E72-0E82-F802-DC7D5908C5CB}"/>
                </a:ext>
              </a:extLst>
            </p:cNvPr>
            <p:cNvSpPr/>
            <p:nvPr/>
          </p:nvSpPr>
          <p:spPr>
            <a:xfrm>
              <a:off x="8674659" y="2327350"/>
              <a:ext cx="2368296" cy="2473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300"/>
                </a:spcAft>
                <a:buSzPct val="100000"/>
                <a:buFontTx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Enroll in relevant TLB Academy or Consulting 101 sessions (coordinated with People Ops)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endParaRPr lang="en-US" sz="1200" dirty="0"/>
            </a:p>
          </p:txBody>
        </p:sp>
      </p:grp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9A73510-E4C6-8068-7D47-D2C644EE1A5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40361" y="2091789"/>
            <a:ext cx="320040" cy="320040"/>
          </a:xfrm>
          <a:prstGeom prst="rect">
            <a:avLst/>
          </a:prstGeom>
        </p:spPr>
      </p:pic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D286545B-8083-42F6-86A8-3C6CC188857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12260" y="2075891"/>
            <a:ext cx="320040" cy="320040"/>
          </a:xfrm>
          <a:prstGeom prst="rect">
            <a:avLst/>
          </a:prstGeom>
        </p:spPr>
      </p:pic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AE12A8E3-FC17-58FE-F7DB-755AD1A2ABC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98289" y="2085036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77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08532-924D-C639-DB01-360D59B9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5209E-FEC5-CB2B-5630-992DAF8A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  <p:sp>
        <p:nvSpPr>
          <p:cNvPr id="74" name="Shape 0">
            <a:extLst>
              <a:ext uri="{FF2B5EF4-FFF2-40B4-BE49-F238E27FC236}">
                <a16:creationId xmlns:a16="http://schemas.microsoft.com/office/drawing/2014/main" id="{1CE99F98-B004-FE3B-7CBF-54AB8C45FCA7}"/>
              </a:ext>
            </a:extLst>
          </p:cNvPr>
          <p:cNvSpPr/>
          <p:nvPr/>
        </p:nvSpPr>
        <p:spPr>
          <a:xfrm>
            <a:off x="820913" y="320040"/>
            <a:ext cx="1371600" cy="256032"/>
          </a:xfrm>
          <a:prstGeom prst="rect">
            <a:avLst/>
          </a:prstGeom>
          <a:solidFill>
            <a:srgbClr val="000080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75" name="Text 1">
            <a:extLst>
              <a:ext uri="{FF2B5EF4-FFF2-40B4-BE49-F238E27FC236}">
                <a16:creationId xmlns:a16="http://schemas.microsoft.com/office/drawing/2014/main" id="{B2394EC1-F15F-CB18-4EDF-C7C3EDD64DEC}"/>
              </a:ext>
            </a:extLst>
          </p:cNvPr>
          <p:cNvSpPr/>
          <p:nvPr/>
        </p:nvSpPr>
        <p:spPr>
          <a:xfrm>
            <a:off x="820913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900" b="1" dirty="0">
                <a:solidFill>
                  <a:srgbClr val="FFFFFF"/>
                </a:solidFill>
                <a:latin typeface="+mj-lt"/>
              </a:rPr>
              <a:t>DAY 90</a:t>
            </a:r>
            <a:endParaRPr lang="en-US" sz="9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76" name="Text 2">
            <a:extLst>
              <a:ext uri="{FF2B5EF4-FFF2-40B4-BE49-F238E27FC236}">
                <a16:creationId xmlns:a16="http://schemas.microsoft.com/office/drawing/2014/main" id="{8297FF3D-EE70-E6B7-D3A3-4A1BA079ABD3}"/>
              </a:ext>
            </a:extLst>
          </p:cNvPr>
          <p:cNvSpPr/>
          <p:nvPr/>
        </p:nvSpPr>
        <p:spPr>
          <a:xfrm>
            <a:off x="820913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3000" b="1" dirty="0">
                <a:solidFill>
                  <a:srgbClr val="000080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ONBOARDING COMPLETE</a:t>
            </a:r>
          </a:p>
        </p:txBody>
      </p:sp>
      <p:sp>
        <p:nvSpPr>
          <p:cNvPr id="78" name="Shape 4">
            <a:extLst>
              <a:ext uri="{FF2B5EF4-FFF2-40B4-BE49-F238E27FC236}">
                <a16:creationId xmlns:a16="http://schemas.microsoft.com/office/drawing/2014/main" id="{ED11CE8E-087D-6723-2E1F-D91443731CFB}"/>
              </a:ext>
            </a:extLst>
          </p:cNvPr>
          <p:cNvSpPr/>
          <p:nvPr/>
        </p:nvSpPr>
        <p:spPr>
          <a:xfrm>
            <a:off x="814093" y="1925015"/>
            <a:ext cx="3220053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79" name="Shape 5">
            <a:extLst>
              <a:ext uri="{FF2B5EF4-FFF2-40B4-BE49-F238E27FC236}">
                <a16:creationId xmlns:a16="http://schemas.microsoft.com/office/drawing/2014/main" id="{89F6D1EE-B223-CEC1-5D77-EBDE7F1EFCAF}"/>
              </a:ext>
            </a:extLst>
          </p:cNvPr>
          <p:cNvSpPr/>
          <p:nvPr/>
        </p:nvSpPr>
        <p:spPr>
          <a:xfrm>
            <a:off x="814093" y="1925015"/>
            <a:ext cx="3220053" cy="54863"/>
          </a:xfrm>
          <a:prstGeom prst="rect">
            <a:avLst/>
          </a:prstGeom>
          <a:solidFill>
            <a:srgbClr val="EDFF69"/>
          </a:solidFill>
          <a:ln w="12700">
            <a:noFill/>
            <a:prstDash val="solid"/>
          </a:ln>
        </p:spPr>
        <p:txBody>
          <a:bodyPr/>
          <a:lstStyle/>
          <a:p>
            <a:pPr defTabSz="914400"/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81" name="Text 6">
            <a:extLst>
              <a:ext uri="{FF2B5EF4-FFF2-40B4-BE49-F238E27FC236}">
                <a16:creationId xmlns:a16="http://schemas.microsoft.com/office/drawing/2014/main" id="{F87DB0AF-307D-3859-8F7F-E91F65B3ADF8}"/>
              </a:ext>
            </a:extLst>
          </p:cNvPr>
          <p:cNvSpPr/>
          <p:nvPr/>
        </p:nvSpPr>
        <p:spPr>
          <a:xfrm>
            <a:off x="1564844" y="2043887"/>
            <a:ext cx="2447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600" b="1" dirty="0">
                <a:solidFill>
                  <a:srgbClr val="1A1A63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Final Review</a:t>
            </a:r>
          </a:p>
        </p:txBody>
      </p:sp>
      <p:sp>
        <p:nvSpPr>
          <p:cNvPr id="82" name="Shape 7">
            <a:extLst>
              <a:ext uri="{FF2B5EF4-FFF2-40B4-BE49-F238E27FC236}">
                <a16:creationId xmlns:a16="http://schemas.microsoft.com/office/drawing/2014/main" id="{1E738FA3-E4FB-D2F1-B6AD-A5096BA052F0}"/>
              </a:ext>
            </a:extLst>
          </p:cNvPr>
          <p:cNvSpPr/>
          <p:nvPr/>
        </p:nvSpPr>
        <p:spPr>
          <a:xfrm flipV="1">
            <a:off x="1044896" y="2491944"/>
            <a:ext cx="2640668" cy="18287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pPr defTabSz="914400"/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83" name="Text 8">
            <a:extLst>
              <a:ext uri="{FF2B5EF4-FFF2-40B4-BE49-F238E27FC236}">
                <a16:creationId xmlns:a16="http://schemas.microsoft.com/office/drawing/2014/main" id="{B6C8C9D6-587C-8605-2C1E-94E39D5009DB}"/>
              </a:ext>
            </a:extLst>
          </p:cNvPr>
          <p:cNvSpPr/>
          <p:nvPr/>
        </p:nvSpPr>
        <p:spPr>
          <a:xfrm>
            <a:off x="1105469" y="2743605"/>
            <a:ext cx="2580095" cy="247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Complete final onboarding transition survey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90-day performance and integration review with manager*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</a:rPr>
              <a:t>Celebrate what went well and what you built in 90 days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200" dirty="0">
              <a:solidFill>
                <a:srgbClr val="555555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200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CC03F4D-1510-11DA-5DC5-06B4E4CB3C40}"/>
              </a:ext>
            </a:extLst>
          </p:cNvPr>
          <p:cNvGrpSpPr/>
          <p:nvPr/>
        </p:nvGrpSpPr>
        <p:grpSpPr>
          <a:xfrm>
            <a:off x="4531880" y="1939482"/>
            <a:ext cx="3220053" cy="3383280"/>
            <a:chOff x="4515364" y="1508760"/>
            <a:chExt cx="2697480" cy="3383280"/>
          </a:xfrm>
        </p:grpSpPr>
        <p:sp>
          <p:nvSpPr>
            <p:cNvPr id="84" name="Shape 9">
              <a:extLst>
                <a:ext uri="{FF2B5EF4-FFF2-40B4-BE49-F238E27FC236}">
                  <a16:creationId xmlns:a16="http://schemas.microsoft.com/office/drawing/2014/main" id="{841E198A-A076-C64B-BD8A-339B60FC4513}"/>
                </a:ext>
              </a:extLst>
            </p:cNvPr>
            <p:cNvSpPr/>
            <p:nvPr/>
          </p:nvSpPr>
          <p:spPr>
            <a:xfrm>
              <a:off x="4515364" y="1508760"/>
              <a:ext cx="2697480" cy="33832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8E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5" name="Shape 10">
              <a:extLst>
                <a:ext uri="{FF2B5EF4-FFF2-40B4-BE49-F238E27FC236}">
                  <a16:creationId xmlns:a16="http://schemas.microsoft.com/office/drawing/2014/main" id="{2C91580D-3039-E8AD-68A4-7C61F321FD81}"/>
                </a:ext>
              </a:extLst>
            </p:cNvPr>
            <p:cNvSpPr/>
            <p:nvPr/>
          </p:nvSpPr>
          <p:spPr>
            <a:xfrm>
              <a:off x="4515364" y="1508760"/>
              <a:ext cx="2697480" cy="54864"/>
            </a:xfrm>
            <a:prstGeom prst="rect">
              <a:avLst/>
            </a:prstGeom>
            <a:solidFill>
              <a:srgbClr val="EDFF69"/>
            </a:solidFill>
            <a:ln w="12700">
              <a:noFill/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7" name="Text 11">
              <a:extLst>
                <a:ext uri="{FF2B5EF4-FFF2-40B4-BE49-F238E27FC236}">
                  <a16:creationId xmlns:a16="http://schemas.microsoft.com/office/drawing/2014/main" id="{A0F1F704-442E-154B-8BBA-C026222AF040}"/>
                </a:ext>
              </a:extLst>
            </p:cNvPr>
            <p:cNvSpPr/>
            <p:nvPr/>
          </p:nvSpPr>
          <p:spPr>
            <a:xfrm>
              <a:off x="5297832" y="1627632"/>
              <a:ext cx="1777851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400"/>
              <a:r>
                <a:rPr lang="en-US" sz="1600" b="1" dirty="0">
                  <a:solidFill>
                    <a:srgbClr val="1A1A63"/>
                  </a:solidFill>
                  <a:latin typeface="+mj-lt"/>
                  <a:ea typeface="Arial Black" pitchFamily="34" charset="-122"/>
                  <a:cs typeface="Arial Black" pitchFamily="34" charset="-120"/>
                </a:rPr>
                <a:t>Admin Close-Out</a:t>
              </a:r>
            </a:p>
          </p:txBody>
        </p:sp>
        <p:sp>
          <p:nvSpPr>
            <p:cNvPr id="88" name="Shape 12">
              <a:extLst>
                <a:ext uri="{FF2B5EF4-FFF2-40B4-BE49-F238E27FC236}">
                  <a16:creationId xmlns:a16="http://schemas.microsoft.com/office/drawing/2014/main" id="{70109E48-51A9-71F6-7379-40B3510F5CA5}"/>
                </a:ext>
              </a:extLst>
            </p:cNvPr>
            <p:cNvSpPr/>
            <p:nvPr/>
          </p:nvSpPr>
          <p:spPr>
            <a:xfrm>
              <a:off x="4679956" y="2103120"/>
              <a:ext cx="2368296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9" name="Text 13">
              <a:extLst>
                <a:ext uri="{FF2B5EF4-FFF2-40B4-BE49-F238E27FC236}">
                  <a16:creationId xmlns:a16="http://schemas.microsoft.com/office/drawing/2014/main" id="{BC62408C-98E5-EEA2-93FD-A8470D843410}"/>
                </a:ext>
              </a:extLst>
            </p:cNvPr>
            <p:cNvSpPr/>
            <p:nvPr/>
          </p:nvSpPr>
          <p:spPr>
            <a:xfrm>
              <a:off x="4679956" y="2312882"/>
              <a:ext cx="2368296" cy="24877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Confirm all compliance documents are on file in BHR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Confirm all training completions are logged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Verify benefits enrollment is active and correct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Flag any unresolved admin items to People Ops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endParaRPr lang="en-US" sz="1200" dirty="0">
                <a:solidFill>
                  <a:srgbClr val="555555"/>
                </a:solidFill>
              </a:endParaRPr>
            </a:p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endParaRPr lang="en-US" sz="1200" dirty="0">
                <a:solidFill>
                  <a:srgbClr val="555555"/>
                </a:solidFill>
                <a:latin typeface="+mj-lt"/>
              </a:endParaRPr>
            </a:p>
            <a:p>
              <a:pPr marL="342900" indent="-342900" defTabSz="914400">
                <a:spcAft>
                  <a:spcPts val="300"/>
                </a:spcAft>
                <a:buSzPct val="100000"/>
                <a:buFontTx/>
                <a:buChar char="•"/>
              </a:pPr>
              <a:endParaRPr lang="en-US" sz="120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69369FB-C03F-E90C-D059-D7F7494C5734}"/>
              </a:ext>
            </a:extLst>
          </p:cNvPr>
          <p:cNvGrpSpPr/>
          <p:nvPr/>
        </p:nvGrpSpPr>
        <p:grpSpPr>
          <a:xfrm>
            <a:off x="8185543" y="1925015"/>
            <a:ext cx="3220053" cy="3383280"/>
            <a:chOff x="8510067" y="1508760"/>
            <a:chExt cx="2697480" cy="3383280"/>
          </a:xfrm>
        </p:grpSpPr>
        <p:sp>
          <p:nvSpPr>
            <p:cNvPr id="90" name="Shape 14">
              <a:extLst>
                <a:ext uri="{FF2B5EF4-FFF2-40B4-BE49-F238E27FC236}">
                  <a16:creationId xmlns:a16="http://schemas.microsoft.com/office/drawing/2014/main" id="{F12B5836-F591-6983-0EE3-2123DA5EDF92}"/>
                </a:ext>
              </a:extLst>
            </p:cNvPr>
            <p:cNvSpPr/>
            <p:nvPr/>
          </p:nvSpPr>
          <p:spPr>
            <a:xfrm>
              <a:off x="8510067" y="1508760"/>
              <a:ext cx="2697480" cy="33832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8E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400"/>
              <a:endParaRPr lang="en-US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1" name="Shape 15">
              <a:extLst>
                <a:ext uri="{FF2B5EF4-FFF2-40B4-BE49-F238E27FC236}">
                  <a16:creationId xmlns:a16="http://schemas.microsoft.com/office/drawing/2014/main" id="{2A697CE9-9484-63BA-C60E-7CD2D4D63DA9}"/>
                </a:ext>
              </a:extLst>
            </p:cNvPr>
            <p:cNvSpPr/>
            <p:nvPr/>
          </p:nvSpPr>
          <p:spPr>
            <a:xfrm>
              <a:off x="8510067" y="1508760"/>
              <a:ext cx="2697480" cy="54864"/>
            </a:xfrm>
            <a:prstGeom prst="rect">
              <a:avLst/>
            </a:prstGeom>
            <a:solidFill>
              <a:srgbClr val="EDFF69"/>
            </a:solidFill>
            <a:ln w="12700">
              <a:noFill/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3" name="Text 16">
              <a:extLst>
                <a:ext uri="{FF2B5EF4-FFF2-40B4-BE49-F238E27FC236}">
                  <a16:creationId xmlns:a16="http://schemas.microsoft.com/office/drawing/2014/main" id="{E4CBD6E1-38AB-0BE6-FB4C-2B26B72C2571}"/>
                </a:ext>
              </a:extLst>
            </p:cNvPr>
            <p:cNvSpPr/>
            <p:nvPr/>
          </p:nvSpPr>
          <p:spPr>
            <a:xfrm>
              <a:off x="9305552" y="1627632"/>
              <a:ext cx="176483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484884"/>
                  </a:solidFill>
                  <a:latin typeface="Arial Black" pitchFamily="34" charset="0"/>
                </a:rPr>
                <a:t>People </a:t>
              </a:r>
              <a:endParaRPr lang="en-US" sz="1600" dirty="0">
                <a:solidFill>
                  <a:srgbClr val="484884"/>
                </a:solidFill>
              </a:endParaRPr>
            </a:p>
          </p:txBody>
        </p:sp>
        <p:sp>
          <p:nvSpPr>
            <p:cNvPr id="94" name="Shape 17">
              <a:extLst>
                <a:ext uri="{FF2B5EF4-FFF2-40B4-BE49-F238E27FC236}">
                  <a16:creationId xmlns:a16="http://schemas.microsoft.com/office/drawing/2014/main" id="{8B84E7FD-6653-EC78-A4B6-690341039417}"/>
                </a:ext>
              </a:extLst>
            </p:cNvPr>
            <p:cNvSpPr/>
            <p:nvPr/>
          </p:nvSpPr>
          <p:spPr>
            <a:xfrm>
              <a:off x="8674659" y="2103120"/>
              <a:ext cx="2368296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5" name="Text 18">
              <a:extLst>
                <a:ext uri="{FF2B5EF4-FFF2-40B4-BE49-F238E27FC236}">
                  <a16:creationId xmlns:a16="http://schemas.microsoft.com/office/drawing/2014/main" id="{99E37CA6-58E8-D3BC-2DDC-C7333A3F504D}"/>
                </a:ext>
              </a:extLst>
            </p:cNvPr>
            <p:cNvSpPr/>
            <p:nvPr/>
          </p:nvSpPr>
          <p:spPr>
            <a:xfrm>
              <a:off x="8674659" y="2327350"/>
              <a:ext cx="2368296" cy="2473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Onboarding buddy relationship closes or transitions to peer connection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Stay connected with your new-hire cohort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555555"/>
                  </a:solidFill>
                </a:rPr>
                <a:t>Identify a mentor for the next phase of your growth</a:t>
              </a:r>
              <a:endParaRPr lang="en-US" sz="1200" dirty="0"/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endParaRPr lang="en-US" sz="1200" dirty="0"/>
            </a:p>
          </p:txBody>
        </p:sp>
      </p:grpSp>
      <p:pic>
        <p:nvPicPr>
          <p:cNvPr id="2" name="Image 2" descr="preencoded.png">
            <a:extLst>
              <a:ext uri="{FF2B5EF4-FFF2-40B4-BE49-F238E27FC236}">
                <a16:creationId xmlns:a16="http://schemas.microsoft.com/office/drawing/2014/main" id="{EF3F0D38-0EE3-0712-9F37-0B582971D60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22254" y="2058354"/>
            <a:ext cx="320040" cy="32004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25F346A-57BC-97A6-E85A-DE7E80F8B15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84897" y="2134644"/>
            <a:ext cx="320040" cy="320040"/>
          </a:xfrm>
          <a:prstGeom prst="rect">
            <a:avLst/>
          </a:prstGeom>
        </p:spPr>
      </p:pic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1A0F592A-DB30-678B-1F03-4EE30393EE0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5937" y="2112806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964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chelon Template v1">
  <a:themeElements>
    <a:clrScheme name="Echelon">
      <a:dk1>
        <a:srgbClr val="000033"/>
      </a:dk1>
      <a:lt1>
        <a:srgbClr val="FFFFFF"/>
      </a:lt1>
      <a:dk2>
        <a:srgbClr val="000066"/>
      </a:dk2>
      <a:lt2>
        <a:srgbClr val="F2F2F2"/>
      </a:lt2>
      <a:accent1>
        <a:srgbClr val="000066"/>
      </a:accent1>
      <a:accent2>
        <a:srgbClr val="0000CC"/>
      </a:accent2>
      <a:accent3>
        <a:srgbClr val="E0FF00"/>
      </a:accent3>
      <a:accent4>
        <a:srgbClr val="33FF66"/>
      </a:accent4>
      <a:accent5>
        <a:srgbClr val="FFD60D"/>
      </a:accent5>
      <a:accent6>
        <a:srgbClr val="F21D1D"/>
      </a:accent6>
      <a:hlink>
        <a:srgbClr val="0000FF"/>
      </a:hlink>
      <a:folHlink>
        <a:srgbClr val="0000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lIns="91440" tIns="91440" rIns="91440" bIns="91440" rtlCol="0" anchor="ctr"/>
      <a:lstStyle>
        <a:defPPr algn="ctr">
          <a:defRPr sz="2000" dirty="0" smtClean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45720" tIns="45720" rIns="45720" bIns="45720" rtlCol="0">
        <a:normAutofit/>
      </a:bodyPr>
      <a:lstStyle>
        <a:defPPr algn="l">
          <a:spcBef>
            <a:spcPts val="1800"/>
          </a:spcBef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da7bdb0-dc76-4f10-9703-507b55c992fc" xsi:nil="true"/>
    <lcf76f155ced4ddcb4097134ff3c332f xmlns="7c1b799b-9263-4874-b153-9fe32b96900c">
      <Terms xmlns="http://schemas.microsoft.com/office/infopath/2007/PartnerControls"/>
    </lcf76f155ced4ddcb4097134ff3c332f>
    <SharedWithUsers xmlns="7da7bdb0-dc76-4f10-9703-507b55c992fc">
      <UserInfo>
        <DisplayName>Paulo  Barbosa</DisplayName>
        <AccountId>309</AccountId>
        <AccountType/>
      </UserInfo>
    </SharedWithUsers>
    <Files xmlns="7c1b799b-9263-4874-b153-9fe32b96900c">
      <Url xsi:nil="true"/>
      <Description xsi:nil="true"/>
    </File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48C5FF7F42654E8BFD9C474085E8D3" ma:contentTypeVersion="20" ma:contentTypeDescription="Create a new document." ma:contentTypeScope="" ma:versionID="c051be681e65ccde5a38f8dfe438c7c3">
  <xsd:schema xmlns:xsd="http://www.w3.org/2001/XMLSchema" xmlns:xs="http://www.w3.org/2001/XMLSchema" xmlns:p="http://schemas.microsoft.com/office/2006/metadata/properties" xmlns:ns2="7da7bdb0-dc76-4f10-9703-507b55c992fc" xmlns:ns3="7c1b799b-9263-4874-b153-9fe32b96900c" targetNamespace="http://schemas.microsoft.com/office/2006/metadata/properties" ma:root="true" ma:fieldsID="272e4044a58c501964e967d93a531433" ns2:_="" ns3:_="">
    <xsd:import namespace="7da7bdb0-dc76-4f10-9703-507b55c992fc"/>
    <xsd:import namespace="7c1b799b-9263-4874-b153-9fe32b96900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File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7bdb0-dc76-4f10-9703-507b55c992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40be32b-3948-4603-be26-8bd62e0891cc}" ma:internalName="TaxCatchAll" ma:showField="CatchAllData" ma:web="7da7bdb0-dc76-4f10-9703-507b55c992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1b799b-9263-4874-b153-9fe32b9690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4efe893-eb4a-4167-8877-da8b418b88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Files" ma:index="24" nillable="true" ma:displayName="Files" ma:format="Hyperlink" ma:internalName="File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E55949-1CEB-4109-955A-40357DBE2176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7c1b799b-9263-4874-b153-9fe32b96900c"/>
    <ds:schemaRef ds:uri="http://schemas.openxmlformats.org/package/2006/metadata/core-properties"/>
    <ds:schemaRef ds:uri="7da7bdb0-dc76-4f10-9703-507b55c992f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FFE1207-1FBF-461C-A295-8A4C0F4DFA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796B30-3404-4474-B6BB-7BED3043C2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a7bdb0-dc76-4f10-9703-507b55c992fc"/>
    <ds:schemaRef ds:uri="7c1b799b-9263-4874-b153-9fe32b9690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9231</TotalTime>
  <Words>610</Words>
  <Application>Microsoft Office PowerPoint</Application>
  <PresentationFormat>Widescreen</PresentationFormat>
  <Paragraphs>112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 Black</vt:lpstr>
      <vt:lpstr>Calibri</vt:lpstr>
      <vt:lpstr>Franklin Gothic Book</vt:lpstr>
      <vt:lpstr>Franklin Gothic Medium</vt:lpstr>
      <vt:lpstr>System Font Regular</vt:lpstr>
      <vt:lpstr>Tw Cen MT</vt:lpstr>
      <vt:lpstr>Wingdings</vt:lpstr>
      <vt:lpstr>Wingdings 3</vt:lpstr>
      <vt:lpstr>Echelon Template v1</vt:lpstr>
      <vt:lpstr>Your First 90 Days</vt:lpstr>
      <vt:lpstr>Your Onboarding Journey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 Hurst</dc:creator>
  <cp:lastModifiedBy>Sofia  Vasquez</cp:lastModifiedBy>
  <cp:revision>148</cp:revision>
  <dcterms:created xsi:type="dcterms:W3CDTF">2021-03-24T16:48:25Z</dcterms:created>
  <dcterms:modified xsi:type="dcterms:W3CDTF">2026-06-04T18:28:26Z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0x010100B948C5FF7F42654E8BFD9C474085E8D3</vt:lpwstr>
  </property>
  <property fmtid="{D5CDD505-2E9C-101B-9397-08002B2CF9AE}" pid="3" name="MediaServiceImageTags">
    <vt:lpwstr/>
  </property>
</Properties>
</file>
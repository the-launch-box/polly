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5" r:id="rId4"/>
  </p:sldMasterIdLst>
  <p:notesMasterIdLst>
    <p:notesMasterId r:id="rId13"/>
  </p:notesMasterIdLst>
  <p:sldIdLst>
    <p:sldId id="256" r:id="rId5"/>
    <p:sldId id="261" r:id="rId6"/>
    <p:sldId id="262" r:id="rId7"/>
    <p:sldId id="257" r:id="rId8"/>
    <p:sldId id="258" r:id="rId9"/>
    <p:sldId id="259" r:id="rId10"/>
    <p:sldId id="260" r:id="rId11"/>
    <p:sldId id="263" r:id="rId12"/>
  </p:sldIdLst>
  <p:sldSz cx="12192000" cy="6858000"/>
  <p:notesSz cx="6858000" cy="9144000"/>
  <p:defaultTextStyle>
    <a:defPPr>
      <a:defRPr lang="en-US"/>
    </a:defPPr>
    <a:lvl1pPr marL="0" algn="l" defTabSz="45713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1pPr>
    <a:lvl2pPr marL="457139" algn="l" defTabSz="45713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2pPr>
    <a:lvl3pPr marL="914281" algn="l" defTabSz="45713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3pPr>
    <a:lvl4pPr marL="1371416" algn="l" defTabSz="45713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4pPr>
    <a:lvl5pPr marL="1828561" algn="l" defTabSz="45713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5pPr>
    <a:lvl6pPr marL="2285698" algn="l" defTabSz="45713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6pPr>
    <a:lvl7pPr marL="2742837" algn="l" defTabSz="45713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7pPr>
    <a:lvl8pPr marL="3199977" algn="l" defTabSz="45713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8pPr>
    <a:lvl9pPr marL="3657115" algn="l" defTabSz="45713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4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D930D0-C1AA-4EBB-A883-8C3B0F709F3F}" v="8" dt="2022-08-24T23:27:57.3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39"/>
    <p:restoredTop sz="82014" autoAdjust="0"/>
  </p:normalViewPr>
  <p:slideViewPr>
    <p:cSldViewPr snapToGrid="0" snapToObjects="1">
      <p:cViewPr varScale="1">
        <p:scale>
          <a:sx n="91" d="100"/>
          <a:sy n="91" d="100"/>
        </p:scale>
        <p:origin x="11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y Kenly" userId="5109c585-9ffd-4f3e-ad41-0c3a8cfd71de" providerId="ADAL" clId="{15D930D0-C1AA-4EBB-A883-8C3B0F709F3F}"/>
    <pc:docChg chg="undo custSel addSld delSld modSld sldOrd">
      <pc:chgData name="Amy Kenly" userId="5109c585-9ffd-4f3e-ad41-0c3a8cfd71de" providerId="ADAL" clId="{15D930D0-C1AA-4EBB-A883-8C3B0F709F3F}" dt="2022-08-24T23:56:52.290" v="5346" actId="20577"/>
      <pc:docMkLst>
        <pc:docMk/>
      </pc:docMkLst>
      <pc:sldChg chg="modSp mod">
        <pc:chgData name="Amy Kenly" userId="5109c585-9ffd-4f3e-ad41-0c3a8cfd71de" providerId="ADAL" clId="{15D930D0-C1AA-4EBB-A883-8C3B0F709F3F}" dt="2022-08-24T18:07:56.729" v="250" actId="20577"/>
        <pc:sldMkLst>
          <pc:docMk/>
          <pc:sldMk cId="662418245" sldId="256"/>
        </pc:sldMkLst>
        <pc:spChg chg="mod">
          <ac:chgData name="Amy Kenly" userId="5109c585-9ffd-4f3e-ad41-0c3a8cfd71de" providerId="ADAL" clId="{15D930D0-C1AA-4EBB-A883-8C3B0F709F3F}" dt="2022-08-24T18:07:56.729" v="250" actId="20577"/>
          <ac:spMkLst>
            <pc:docMk/>
            <pc:sldMk cId="662418245" sldId="256"/>
            <ac:spMk id="4" creationId="{12F0077F-DCBA-B14D-9C45-669B9262836A}"/>
          </ac:spMkLst>
        </pc:spChg>
        <pc:spChg chg="mod">
          <ac:chgData name="Amy Kenly" userId="5109c585-9ffd-4f3e-ad41-0c3a8cfd71de" providerId="ADAL" clId="{15D930D0-C1AA-4EBB-A883-8C3B0F709F3F}" dt="2022-08-24T18:01:25.808" v="65" actId="20577"/>
          <ac:spMkLst>
            <pc:docMk/>
            <pc:sldMk cId="662418245" sldId="256"/>
            <ac:spMk id="5" creationId="{8AA1FB0A-AF8C-4F44-9EDC-E60115293536}"/>
          </ac:spMkLst>
        </pc:spChg>
      </pc:sldChg>
      <pc:sldChg chg="modSp new mod modNotesTx">
        <pc:chgData name="Amy Kenly" userId="5109c585-9ffd-4f3e-ad41-0c3a8cfd71de" providerId="ADAL" clId="{15D930D0-C1AA-4EBB-A883-8C3B0F709F3F}" dt="2022-08-24T23:19:46.005" v="4733" actId="13926"/>
        <pc:sldMkLst>
          <pc:docMk/>
          <pc:sldMk cId="135601753" sldId="257"/>
        </pc:sldMkLst>
        <pc:spChg chg="mod">
          <ac:chgData name="Amy Kenly" userId="5109c585-9ffd-4f3e-ad41-0c3a8cfd71de" providerId="ADAL" clId="{15D930D0-C1AA-4EBB-A883-8C3B0F709F3F}" dt="2022-08-24T23:19:46.005" v="4733" actId="13926"/>
          <ac:spMkLst>
            <pc:docMk/>
            <pc:sldMk cId="135601753" sldId="257"/>
            <ac:spMk id="2" creationId="{F546D845-F352-62E7-D799-4B9B68A6FC73}"/>
          </ac:spMkLst>
        </pc:spChg>
        <pc:spChg chg="mod">
          <ac:chgData name="Amy Kenly" userId="5109c585-9ffd-4f3e-ad41-0c3a8cfd71de" providerId="ADAL" clId="{15D930D0-C1AA-4EBB-A883-8C3B0F709F3F}" dt="2022-08-24T18:02:09.780" v="87" actId="20577"/>
          <ac:spMkLst>
            <pc:docMk/>
            <pc:sldMk cId="135601753" sldId="257"/>
            <ac:spMk id="5" creationId="{CAAE0813-4458-39CB-FFE0-633A015C8EB0}"/>
          </ac:spMkLst>
        </pc:spChg>
      </pc:sldChg>
      <pc:sldChg chg="modSp new mod">
        <pc:chgData name="Amy Kenly" userId="5109c585-9ffd-4f3e-ad41-0c3a8cfd71de" providerId="ADAL" clId="{15D930D0-C1AA-4EBB-A883-8C3B0F709F3F}" dt="2022-08-24T23:21:35.410" v="4744" actId="13926"/>
        <pc:sldMkLst>
          <pc:docMk/>
          <pc:sldMk cId="3324857653" sldId="258"/>
        </pc:sldMkLst>
        <pc:spChg chg="mod">
          <ac:chgData name="Amy Kenly" userId="5109c585-9ffd-4f3e-ad41-0c3a8cfd71de" providerId="ADAL" clId="{15D930D0-C1AA-4EBB-A883-8C3B0F709F3F}" dt="2022-08-24T23:21:35.410" v="4744" actId="13926"/>
          <ac:spMkLst>
            <pc:docMk/>
            <pc:sldMk cId="3324857653" sldId="258"/>
            <ac:spMk id="2" creationId="{68E8EC1C-BFB3-9C23-9190-B5D13E2BD5F2}"/>
          </ac:spMkLst>
        </pc:spChg>
        <pc:spChg chg="mod">
          <ac:chgData name="Amy Kenly" userId="5109c585-9ffd-4f3e-ad41-0c3a8cfd71de" providerId="ADAL" clId="{15D930D0-C1AA-4EBB-A883-8C3B0F709F3F}" dt="2022-08-24T18:02:27.935" v="95" actId="20577"/>
          <ac:spMkLst>
            <pc:docMk/>
            <pc:sldMk cId="3324857653" sldId="258"/>
            <ac:spMk id="5" creationId="{9C574D77-DC43-A56D-EFC0-EF8E5696FBFE}"/>
          </ac:spMkLst>
        </pc:spChg>
      </pc:sldChg>
      <pc:sldChg chg="modSp add mod">
        <pc:chgData name="Amy Kenly" userId="5109c585-9ffd-4f3e-ad41-0c3a8cfd71de" providerId="ADAL" clId="{15D930D0-C1AA-4EBB-A883-8C3B0F709F3F}" dt="2022-08-24T20:14:34.056" v="2221" actId="20577"/>
        <pc:sldMkLst>
          <pc:docMk/>
          <pc:sldMk cId="1759096149" sldId="259"/>
        </pc:sldMkLst>
        <pc:spChg chg="mod">
          <ac:chgData name="Amy Kenly" userId="5109c585-9ffd-4f3e-ad41-0c3a8cfd71de" providerId="ADAL" clId="{15D930D0-C1AA-4EBB-A883-8C3B0F709F3F}" dt="2022-08-24T20:14:34.056" v="2221" actId="20577"/>
          <ac:spMkLst>
            <pc:docMk/>
            <pc:sldMk cId="1759096149" sldId="259"/>
            <ac:spMk id="2" creationId="{68E8EC1C-BFB3-9C23-9190-B5D13E2BD5F2}"/>
          </ac:spMkLst>
        </pc:spChg>
        <pc:spChg chg="mod">
          <ac:chgData name="Amy Kenly" userId="5109c585-9ffd-4f3e-ad41-0c3a8cfd71de" providerId="ADAL" clId="{15D930D0-C1AA-4EBB-A883-8C3B0F709F3F}" dt="2022-08-24T18:02:35.431" v="102" actId="20577"/>
          <ac:spMkLst>
            <pc:docMk/>
            <pc:sldMk cId="1759096149" sldId="259"/>
            <ac:spMk id="5" creationId="{9C574D77-DC43-A56D-EFC0-EF8E5696FBFE}"/>
          </ac:spMkLst>
        </pc:spChg>
      </pc:sldChg>
      <pc:sldChg chg="addSp modSp add mod">
        <pc:chgData name="Amy Kenly" userId="5109c585-9ffd-4f3e-ad41-0c3a8cfd71de" providerId="ADAL" clId="{15D930D0-C1AA-4EBB-A883-8C3B0F709F3F}" dt="2022-08-24T23:28:45.160" v="5004" actId="20577"/>
        <pc:sldMkLst>
          <pc:docMk/>
          <pc:sldMk cId="461481718" sldId="260"/>
        </pc:sldMkLst>
        <pc:spChg chg="mod">
          <ac:chgData name="Amy Kenly" userId="5109c585-9ffd-4f3e-ad41-0c3a8cfd71de" providerId="ADAL" clId="{15D930D0-C1AA-4EBB-A883-8C3B0F709F3F}" dt="2022-08-24T20:15:56.748" v="2370" actId="14100"/>
          <ac:spMkLst>
            <pc:docMk/>
            <pc:sldMk cId="461481718" sldId="260"/>
            <ac:spMk id="2" creationId="{68E8EC1C-BFB3-9C23-9190-B5D13E2BD5F2}"/>
          </ac:spMkLst>
        </pc:spChg>
        <pc:spChg chg="mod">
          <ac:chgData name="Amy Kenly" userId="5109c585-9ffd-4f3e-ad41-0c3a8cfd71de" providerId="ADAL" clId="{15D930D0-C1AA-4EBB-A883-8C3B0F709F3F}" dt="2022-08-24T18:02:45.716" v="109" actId="20577"/>
          <ac:spMkLst>
            <pc:docMk/>
            <pc:sldMk cId="461481718" sldId="260"/>
            <ac:spMk id="5" creationId="{9C574D77-DC43-A56D-EFC0-EF8E5696FBFE}"/>
          </ac:spMkLst>
        </pc:spChg>
        <pc:spChg chg="add mod">
          <ac:chgData name="Amy Kenly" userId="5109c585-9ffd-4f3e-ad41-0c3a8cfd71de" providerId="ADAL" clId="{15D930D0-C1AA-4EBB-A883-8C3B0F709F3F}" dt="2022-08-24T23:27:41.429" v="4920" actId="20577"/>
          <ac:spMkLst>
            <pc:docMk/>
            <pc:sldMk cId="461481718" sldId="260"/>
            <ac:spMk id="6" creationId="{F8B6D672-40EC-FA7D-892A-CC89AF3AA0A4}"/>
          </ac:spMkLst>
        </pc:spChg>
        <pc:spChg chg="add mod">
          <ac:chgData name="Amy Kenly" userId="5109c585-9ffd-4f3e-ad41-0c3a8cfd71de" providerId="ADAL" clId="{15D930D0-C1AA-4EBB-A883-8C3B0F709F3F}" dt="2022-08-24T23:26:39.290" v="4900" actId="20577"/>
          <ac:spMkLst>
            <pc:docMk/>
            <pc:sldMk cId="461481718" sldId="260"/>
            <ac:spMk id="7" creationId="{F7C06F5F-6D70-E34C-5223-BCD1E04EB45D}"/>
          </ac:spMkLst>
        </pc:spChg>
        <pc:spChg chg="add mod">
          <ac:chgData name="Amy Kenly" userId="5109c585-9ffd-4f3e-ad41-0c3a8cfd71de" providerId="ADAL" clId="{15D930D0-C1AA-4EBB-A883-8C3B0F709F3F}" dt="2022-08-24T21:59:24.761" v="4109" actId="20577"/>
          <ac:spMkLst>
            <pc:docMk/>
            <pc:sldMk cId="461481718" sldId="260"/>
            <ac:spMk id="8" creationId="{7B4890BB-27CB-BC7E-094A-ADD5F3BC6FAB}"/>
          </ac:spMkLst>
        </pc:spChg>
        <pc:spChg chg="add mod">
          <ac:chgData name="Amy Kenly" userId="5109c585-9ffd-4f3e-ad41-0c3a8cfd71de" providerId="ADAL" clId="{15D930D0-C1AA-4EBB-A883-8C3B0F709F3F}" dt="2022-08-24T23:24:57.206" v="4783" actId="20577"/>
          <ac:spMkLst>
            <pc:docMk/>
            <pc:sldMk cId="461481718" sldId="260"/>
            <ac:spMk id="9" creationId="{1D27F6AC-C03E-52D1-D3F4-30803EC9B29A}"/>
          </ac:spMkLst>
        </pc:spChg>
        <pc:spChg chg="add mod">
          <ac:chgData name="Amy Kenly" userId="5109c585-9ffd-4f3e-ad41-0c3a8cfd71de" providerId="ADAL" clId="{15D930D0-C1AA-4EBB-A883-8C3B0F709F3F}" dt="2022-08-24T23:26:32.707" v="4895" actId="5793"/>
          <ac:spMkLst>
            <pc:docMk/>
            <pc:sldMk cId="461481718" sldId="260"/>
            <ac:spMk id="10" creationId="{C37A6BDF-7415-C5C1-A915-9A146D405277}"/>
          </ac:spMkLst>
        </pc:spChg>
        <pc:spChg chg="add mod">
          <ac:chgData name="Amy Kenly" userId="5109c585-9ffd-4f3e-ad41-0c3a8cfd71de" providerId="ADAL" clId="{15D930D0-C1AA-4EBB-A883-8C3B0F709F3F}" dt="2022-08-24T23:28:45.160" v="5004" actId="20577"/>
          <ac:spMkLst>
            <pc:docMk/>
            <pc:sldMk cId="461481718" sldId="260"/>
            <ac:spMk id="11" creationId="{6C1BE026-3EE9-DBC5-3730-CF9D4B729988}"/>
          </ac:spMkLst>
        </pc:spChg>
      </pc:sldChg>
      <pc:sldChg chg="addSp modSp add mod ord modNotesTx">
        <pc:chgData name="Amy Kenly" userId="5109c585-9ffd-4f3e-ad41-0c3a8cfd71de" providerId="ADAL" clId="{15D930D0-C1AA-4EBB-A883-8C3B0F709F3F}" dt="2022-08-24T23:13:10.943" v="4340" actId="20577"/>
        <pc:sldMkLst>
          <pc:docMk/>
          <pc:sldMk cId="1974212985" sldId="261"/>
        </pc:sldMkLst>
        <pc:spChg chg="mod">
          <ac:chgData name="Amy Kenly" userId="5109c585-9ffd-4f3e-ad41-0c3a8cfd71de" providerId="ADAL" clId="{15D930D0-C1AA-4EBB-A883-8C3B0F709F3F}" dt="2022-08-24T23:11:00.890" v="4111" actId="13926"/>
          <ac:spMkLst>
            <pc:docMk/>
            <pc:sldMk cId="1974212985" sldId="261"/>
            <ac:spMk id="2" creationId="{68E8EC1C-BFB3-9C23-9190-B5D13E2BD5F2}"/>
          </ac:spMkLst>
        </pc:spChg>
        <pc:spChg chg="mod">
          <ac:chgData name="Amy Kenly" userId="5109c585-9ffd-4f3e-ad41-0c3a8cfd71de" providerId="ADAL" clId="{15D930D0-C1AA-4EBB-A883-8C3B0F709F3F}" dt="2022-08-24T18:04:04.350" v="124" actId="20577"/>
          <ac:spMkLst>
            <pc:docMk/>
            <pc:sldMk cId="1974212985" sldId="261"/>
            <ac:spMk id="5" creationId="{9C574D77-DC43-A56D-EFC0-EF8E5696FBFE}"/>
          </ac:spMkLst>
        </pc:spChg>
        <pc:spChg chg="add mod">
          <ac:chgData name="Amy Kenly" userId="5109c585-9ffd-4f3e-ad41-0c3a8cfd71de" providerId="ADAL" clId="{15D930D0-C1AA-4EBB-A883-8C3B0F709F3F}" dt="2022-08-24T23:13:10.943" v="4340" actId="20577"/>
          <ac:spMkLst>
            <pc:docMk/>
            <pc:sldMk cId="1974212985" sldId="261"/>
            <ac:spMk id="6" creationId="{699AA169-6FC9-1620-105F-EE39DD5862BD}"/>
          </ac:spMkLst>
        </pc:spChg>
        <pc:spChg chg="add mod">
          <ac:chgData name="Amy Kenly" userId="5109c585-9ffd-4f3e-ad41-0c3a8cfd71de" providerId="ADAL" clId="{15D930D0-C1AA-4EBB-A883-8C3B0F709F3F}" dt="2022-08-24T21:38:42.948" v="2909" actId="767"/>
          <ac:spMkLst>
            <pc:docMk/>
            <pc:sldMk cId="1974212985" sldId="261"/>
            <ac:spMk id="7" creationId="{454B1156-F13D-E021-0B64-BD091568CCD2}"/>
          </ac:spMkLst>
        </pc:spChg>
      </pc:sldChg>
      <pc:sldChg chg="modSp add mod modNotesTx">
        <pc:chgData name="Amy Kenly" userId="5109c585-9ffd-4f3e-ad41-0c3a8cfd71de" providerId="ADAL" clId="{15D930D0-C1AA-4EBB-A883-8C3B0F709F3F}" dt="2022-08-24T23:56:52.290" v="5346" actId="20577"/>
        <pc:sldMkLst>
          <pc:docMk/>
          <pc:sldMk cId="826053848" sldId="262"/>
        </pc:sldMkLst>
        <pc:spChg chg="mod">
          <ac:chgData name="Amy Kenly" userId="5109c585-9ffd-4f3e-ad41-0c3a8cfd71de" providerId="ADAL" clId="{15D930D0-C1AA-4EBB-A883-8C3B0F709F3F}" dt="2022-08-24T23:56:52.290" v="5346" actId="20577"/>
          <ac:spMkLst>
            <pc:docMk/>
            <pc:sldMk cId="826053848" sldId="262"/>
            <ac:spMk id="2" creationId="{68E8EC1C-BFB3-9C23-9190-B5D13E2BD5F2}"/>
          </ac:spMkLst>
        </pc:spChg>
        <pc:spChg chg="mod">
          <ac:chgData name="Amy Kenly" userId="5109c585-9ffd-4f3e-ad41-0c3a8cfd71de" providerId="ADAL" clId="{15D930D0-C1AA-4EBB-A883-8C3B0F709F3F}" dt="2022-08-24T18:04:31.370" v="165" actId="20577"/>
          <ac:spMkLst>
            <pc:docMk/>
            <pc:sldMk cId="826053848" sldId="262"/>
            <ac:spMk id="5" creationId="{9C574D77-DC43-A56D-EFC0-EF8E5696FBFE}"/>
          </ac:spMkLst>
        </pc:spChg>
      </pc:sldChg>
      <pc:sldChg chg="modSp new mod modNotesTx">
        <pc:chgData name="Amy Kenly" userId="5109c585-9ffd-4f3e-ad41-0c3a8cfd71de" providerId="ADAL" clId="{15D930D0-C1AA-4EBB-A883-8C3B0F709F3F}" dt="2022-08-24T23:39:19.274" v="5180" actId="20577"/>
        <pc:sldMkLst>
          <pc:docMk/>
          <pc:sldMk cId="3135539673" sldId="263"/>
        </pc:sldMkLst>
        <pc:spChg chg="mod">
          <ac:chgData name="Amy Kenly" userId="5109c585-9ffd-4f3e-ad41-0c3a8cfd71de" providerId="ADAL" clId="{15D930D0-C1AA-4EBB-A883-8C3B0F709F3F}" dt="2022-08-24T23:39:19.274" v="5180" actId="20577"/>
          <ac:spMkLst>
            <pc:docMk/>
            <pc:sldMk cId="3135539673" sldId="263"/>
            <ac:spMk id="2" creationId="{75BD798B-7CB4-0681-5553-2DAAF9E63B25}"/>
          </ac:spMkLst>
        </pc:spChg>
        <pc:spChg chg="mod">
          <ac:chgData name="Amy Kenly" userId="5109c585-9ffd-4f3e-ad41-0c3a8cfd71de" providerId="ADAL" clId="{15D930D0-C1AA-4EBB-A883-8C3B0F709F3F}" dt="2022-08-24T18:08:08.640" v="266" actId="20577"/>
          <ac:spMkLst>
            <pc:docMk/>
            <pc:sldMk cId="3135539673" sldId="263"/>
            <ac:spMk id="5" creationId="{F995B8B1-4A2C-BEE6-4F31-C5EC541C08E9}"/>
          </ac:spMkLst>
        </pc:spChg>
      </pc:sldChg>
      <pc:sldChg chg="del">
        <pc:chgData name="Amy Kenly" userId="5109c585-9ffd-4f3e-ad41-0c3a8cfd71de" providerId="ADAL" clId="{15D930D0-C1AA-4EBB-A883-8C3B0F709F3F}" dt="2022-08-24T18:01:45.135" v="66" actId="47"/>
        <pc:sldMkLst>
          <pc:docMk/>
          <pc:sldMk cId="1887509871" sldId="2134804995"/>
        </pc:sldMkLst>
      </pc:sldChg>
      <pc:sldChg chg="del">
        <pc:chgData name="Amy Kenly" userId="5109c585-9ffd-4f3e-ad41-0c3a8cfd71de" providerId="ADAL" clId="{15D930D0-C1AA-4EBB-A883-8C3B0F709F3F}" dt="2022-08-24T18:01:45.135" v="66" actId="47"/>
        <pc:sldMkLst>
          <pc:docMk/>
          <pc:sldMk cId="1434446180" sldId="2134804996"/>
        </pc:sldMkLst>
      </pc:sldChg>
      <pc:sldChg chg="del">
        <pc:chgData name="Amy Kenly" userId="5109c585-9ffd-4f3e-ad41-0c3a8cfd71de" providerId="ADAL" clId="{15D930D0-C1AA-4EBB-A883-8C3B0F709F3F}" dt="2022-08-24T18:01:45.135" v="66" actId="47"/>
        <pc:sldMkLst>
          <pc:docMk/>
          <pc:sldMk cId="4128713547" sldId="2134804997"/>
        </pc:sldMkLst>
      </pc:sldChg>
      <pc:sldChg chg="del">
        <pc:chgData name="Amy Kenly" userId="5109c585-9ffd-4f3e-ad41-0c3a8cfd71de" providerId="ADAL" clId="{15D930D0-C1AA-4EBB-A883-8C3B0F709F3F}" dt="2022-08-24T18:01:45.135" v="66" actId="47"/>
        <pc:sldMkLst>
          <pc:docMk/>
          <pc:sldMk cId="1137495092" sldId="2134804998"/>
        </pc:sldMkLst>
      </pc:sldChg>
      <pc:sldChg chg="del">
        <pc:chgData name="Amy Kenly" userId="5109c585-9ffd-4f3e-ad41-0c3a8cfd71de" providerId="ADAL" clId="{15D930D0-C1AA-4EBB-A883-8C3B0F709F3F}" dt="2022-08-24T18:01:45.135" v="66" actId="47"/>
        <pc:sldMkLst>
          <pc:docMk/>
          <pc:sldMk cId="2487295320" sldId="2134804999"/>
        </pc:sldMkLst>
      </pc:sldChg>
      <pc:sldChg chg="del">
        <pc:chgData name="Amy Kenly" userId="5109c585-9ffd-4f3e-ad41-0c3a8cfd71de" providerId="ADAL" clId="{15D930D0-C1AA-4EBB-A883-8C3B0F709F3F}" dt="2022-08-24T18:01:45.135" v="66" actId="47"/>
        <pc:sldMkLst>
          <pc:docMk/>
          <pc:sldMk cId="3997835582" sldId="2134805000"/>
        </pc:sldMkLst>
      </pc:sldChg>
      <pc:sldChg chg="del">
        <pc:chgData name="Amy Kenly" userId="5109c585-9ffd-4f3e-ad41-0c3a8cfd71de" providerId="ADAL" clId="{15D930D0-C1AA-4EBB-A883-8C3B0F709F3F}" dt="2022-08-24T18:01:45.135" v="66" actId="47"/>
        <pc:sldMkLst>
          <pc:docMk/>
          <pc:sldMk cId="3143418998" sldId="2134805001"/>
        </pc:sldMkLst>
      </pc:sldChg>
      <pc:sldChg chg="del">
        <pc:chgData name="Amy Kenly" userId="5109c585-9ffd-4f3e-ad41-0c3a8cfd71de" providerId="ADAL" clId="{15D930D0-C1AA-4EBB-A883-8C3B0F709F3F}" dt="2022-08-24T18:01:45.135" v="66" actId="47"/>
        <pc:sldMkLst>
          <pc:docMk/>
          <pc:sldMk cId="1820259142" sldId="2134805002"/>
        </pc:sldMkLst>
      </pc:sldChg>
      <pc:sldChg chg="del">
        <pc:chgData name="Amy Kenly" userId="5109c585-9ffd-4f3e-ad41-0c3a8cfd71de" providerId="ADAL" clId="{15D930D0-C1AA-4EBB-A883-8C3B0F709F3F}" dt="2022-08-24T18:01:45.135" v="66" actId="47"/>
        <pc:sldMkLst>
          <pc:docMk/>
          <pc:sldMk cId="4060841547" sldId="2134805003"/>
        </pc:sldMkLst>
      </pc:sldChg>
      <pc:sldChg chg="del">
        <pc:chgData name="Amy Kenly" userId="5109c585-9ffd-4f3e-ad41-0c3a8cfd71de" providerId="ADAL" clId="{15D930D0-C1AA-4EBB-A883-8C3B0F709F3F}" dt="2022-08-24T18:01:45.135" v="66" actId="47"/>
        <pc:sldMkLst>
          <pc:docMk/>
          <pc:sldMk cId="2693623579" sldId="2134805004"/>
        </pc:sldMkLst>
      </pc:sldChg>
      <pc:sldChg chg="del">
        <pc:chgData name="Amy Kenly" userId="5109c585-9ffd-4f3e-ad41-0c3a8cfd71de" providerId="ADAL" clId="{15D930D0-C1AA-4EBB-A883-8C3B0F709F3F}" dt="2022-08-24T18:01:45.135" v="66" actId="47"/>
        <pc:sldMkLst>
          <pc:docMk/>
          <pc:sldMk cId="1009934240" sldId="2134805005"/>
        </pc:sldMkLst>
      </pc:sldChg>
      <pc:sldChg chg="del">
        <pc:chgData name="Amy Kenly" userId="5109c585-9ffd-4f3e-ad41-0c3a8cfd71de" providerId="ADAL" clId="{15D930D0-C1AA-4EBB-A883-8C3B0F709F3F}" dt="2022-08-24T18:01:45.135" v="66" actId="47"/>
        <pc:sldMkLst>
          <pc:docMk/>
          <pc:sldMk cId="1192586656" sldId="2134805006"/>
        </pc:sldMkLst>
      </pc:sldChg>
      <pc:sldChg chg="del">
        <pc:chgData name="Amy Kenly" userId="5109c585-9ffd-4f3e-ad41-0c3a8cfd71de" providerId="ADAL" clId="{15D930D0-C1AA-4EBB-A883-8C3B0F709F3F}" dt="2022-08-24T18:01:45.135" v="66" actId="47"/>
        <pc:sldMkLst>
          <pc:docMk/>
          <pc:sldMk cId="3310878740" sldId="213480500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A3C170-A009-4046-835C-5D7754DB02C5}" type="datetimeFigureOut">
              <a:rPr lang="en-US" smtClean="0"/>
              <a:t>8/24/2022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5397C3-CED0-9A45-8798-632767E5E3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767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38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1pPr>
    <a:lvl2pPr marL="457117" algn="l" defTabSz="914238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2pPr>
    <a:lvl3pPr marL="914238" algn="l" defTabSz="914238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3pPr>
    <a:lvl4pPr marL="1371352" algn="l" defTabSz="914238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4pPr>
    <a:lvl5pPr marL="1828474" algn="l" defTabSz="914238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5pPr>
    <a:lvl6pPr marL="2285590" algn="l" defTabSz="914238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6pPr>
    <a:lvl7pPr marL="2742706" algn="l" defTabSz="914238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7pPr>
    <a:lvl8pPr marL="3199827" algn="l" defTabSz="914238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8pPr>
    <a:lvl9pPr marL="3656943" algn="l" defTabSz="914238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397C3-CED0-9A45-8798-632767E5E36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4309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Focused on outcomes – what we promise</a:t>
            </a:r>
          </a:p>
          <a:p>
            <a:endParaRPr lang="en-US" dirty="0"/>
          </a:p>
          <a:p>
            <a:r>
              <a:rPr lang="en-US" dirty="0">
                <a:highlight>
                  <a:srgbClr val="FFFF00"/>
                </a:highlight>
              </a:rPr>
              <a:t>Rapid growth and acceleration of results for cloud initiatives </a:t>
            </a:r>
          </a:p>
          <a:p>
            <a:endParaRPr lang="en-US" dirty="0"/>
          </a:p>
          <a:p>
            <a:r>
              <a:rPr lang="en-US" dirty="0"/>
              <a:t>Primarily used for internal alignment around purpose, but can also be used externally.</a:t>
            </a:r>
          </a:p>
          <a:p>
            <a:endParaRPr lang="en-US" dirty="0"/>
          </a:p>
          <a:p>
            <a:r>
              <a:rPr lang="en-US" dirty="0"/>
              <a:t>After working with us our clients will achieve/enjoy:</a:t>
            </a:r>
          </a:p>
          <a:p>
            <a:pPr marL="171450" indent="-171450">
              <a:buFontTx/>
              <a:buChar char="-"/>
            </a:pPr>
            <a:r>
              <a:rPr lang="en-US" dirty="0"/>
              <a:t>Hard results</a:t>
            </a:r>
          </a:p>
          <a:p>
            <a:pPr marL="171450" indent="-171450">
              <a:buFontTx/>
              <a:buChar char="-"/>
            </a:pPr>
            <a:r>
              <a:rPr lang="en-US" dirty="0"/>
              <a:t>Softer benefits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397C3-CED0-9A45-8798-632767E5E36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0293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people…</a:t>
            </a:r>
          </a:p>
          <a:p>
            <a:r>
              <a:rPr lang="en-US" dirty="0"/>
              <a:t>Our networks…</a:t>
            </a:r>
          </a:p>
          <a:p>
            <a:r>
              <a:rPr lang="en-US" dirty="0"/>
              <a:t>Our process…</a:t>
            </a:r>
          </a:p>
          <a:p>
            <a:r>
              <a:rPr lang="en-US" dirty="0"/>
              <a:t>Our insights…</a:t>
            </a:r>
          </a:p>
          <a:p>
            <a:r>
              <a:rPr lang="en-US" dirty="0"/>
              <a:t>Our drivers…</a:t>
            </a:r>
          </a:p>
          <a:p>
            <a:r>
              <a:rPr lang="en-US" dirty="0"/>
              <a:t>Our approach…</a:t>
            </a:r>
          </a:p>
          <a:p>
            <a:r>
              <a:rPr lang="en-US" dirty="0"/>
              <a:t>Our accountability…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397C3-CED0-9A45-8798-632767E5E36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2772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Accelerating results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397C3-CED0-9A45-8798-632767E5E36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7419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397C3-CED0-9A45-8798-632767E5E36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5970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2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On the other hand the Ex Situ Solutions is growing in me. As we can also use it as a word game, due to the similar phonetics that it has with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Exito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, or Success in Spanish. The other names that came to mind are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LaNube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(The Cloud) Solutions or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LasNubes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Solutions (given we are going to be working to multiple cloud platforms.</a:t>
            </a:r>
          </a:p>
          <a:p>
            <a:pPr marL="0" marR="0" lvl="0" indent="0" algn="l" defTabSz="9142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 lvl="0" indent="0" algn="l" defTabSz="9142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Cloud in another language?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397C3-CED0-9A45-8798-632767E5E36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2461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116991C2-4FF0-114C-B7CF-D3F8D697D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8332" y="3283440"/>
            <a:ext cx="2931215" cy="2931215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98125" y="6005650"/>
            <a:ext cx="1043609" cy="274320"/>
          </a:xfrm>
        </p:spPr>
        <p:txBody>
          <a:bodyPr/>
          <a:lstStyle>
            <a:lvl1pPr algn="l">
              <a:defRPr sz="1103" spc="0">
                <a:solidFill>
                  <a:schemeClr val="accent1"/>
                </a:solidFill>
              </a:defRPr>
            </a:lvl1pPr>
          </a:lstStyle>
          <a:p>
            <a:fld id="{33798079-21CE-E14E-9A10-1B1BB8AD3EFD}" type="datetime1">
              <a:rPr lang="en-US" smtClean="0"/>
              <a:pPr/>
              <a:t>8/24/2022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45083" y="6005650"/>
            <a:ext cx="4738580" cy="274320"/>
          </a:xfrm>
        </p:spPr>
        <p:txBody>
          <a:bodyPr/>
          <a:lstStyle>
            <a:lvl1pPr algn="r">
              <a:defRPr sz="1103" spc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81773" y="7000861"/>
            <a:ext cx="829235" cy="274320"/>
          </a:xfrm>
        </p:spPr>
        <p:txBody>
          <a:bodyPr/>
          <a:lstStyle>
            <a:lvl1pPr>
              <a:defRPr sz="1103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0C3D38-DC09-2A42-9A06-A7C24D6397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98127" y="3283440"/>
            <a:ext cx="6985536" cy="1463040"/>
          </a:xfrm>
        </p:spPr>
        <p:txBody>
          <a:bodyPr anchor="b">
            <a:normAutofit/>
          </a:bodyPr>
          <a:lstStyle>
            <a:lvl1pPr algn="l">
              <a:defRPr sz="3999" i="1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EE5B16B8-349A-8D41-84DA-A8F8EFD0FF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98125" y="4875773"/>
            <a:ext cx="6985543" cy="98945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spc="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  <a:lvl2pPr marL="456931" indent="0" algn="ctr">
              <a:buNone/>
              <a:defRPr sz="1800"/>
            </a:lvl2pPr>
            <a:lvl3pPr marL="913868" indent="0" algn="ctr">
              <a:buNone/>
              <a:defRPr sz="1800"/>
            </a:lvl3pPr>
            <a:lvl4pPr marL="1370786" indent="0" algn="ctr">
              <a:buNone/>
              <a:defRPr sz="1800"/>
            </a:lvl4pPr>
            <a:lvl5pPr marL="1827721" indent="0" algn="ctr">
              <a:buNone/>
              <a:defRPr sz="1800"/>
            </a:lvl5pPr>
            <a:lvl6pPr marL="2284658" indent="0" algn="ctr">
              <a:buNone/>
              <a:defRPr sz="1800"/>
            </a:lvl6pPr>
            <a:lvl7pPr marL="2741590" indent="0" algn="ctr">
              <a:buNone/>
              <a:defRPr sz="1800"/>
            </a:lvl7pPr>
            <a:lvl8pPr marL="3198504" indent="0" algn="ctr">
              <a:buNone/>
              <a:defRPr sz="1800"/>
            </a:lvl8pPr>
            <a:lvl9pPr marL="3655435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476FCC-B8BB-F84C-A20F-7CAB31E0BBA6}"/>
              </a:ext>
            </a:extLst>
          </p:cNvPr>
          <p:cNvSpPr txBox="1"/>
          <p:nvPr userDrawn="1"/>
        </p:nvSpPr>
        <p:spPr>
          <a:xfrm>
            <a:off x="9988226" y="578030"/>
            <a:ext cx="1595437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sz="1400" i="0" spc="0" baseline="0" dirty="0">
                <a:solidFill>
                  <a:schemeClr val="accent1"/>
                </a:solidFill>
                <a:latin typeface="+mj-lt"/>
              </a:rPr>
              <a:t>thelaunchbox.com</a:t>
            </a:r>
            <a:endParaRPr lang="en-US" sz="1400" i="0" spc="0" baseline="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0969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Al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81773" y="7000861"/>
            <a:ext cx="829235" cy="274320"/>
          </a:xfrm>
        </p:spPr>
        <p:txBody>
          <a:bodyPr/>
          <a:lstStyle>
            <a:lvl1pPr>
              <a:defRPr sz="1103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FF36402-A79A-BF42-9091-3F6D5D41C1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8332" y="3283440"/>
            <a:ext cx="2931215" cy="2931215"/>
          </a:xfrm>
          <a:prstGeom prst="rect">
            <a:avLst/>
          </a:prstGeom>
        </p:spPr>
      </p:pic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82318FBA-5946-7A42-86F3-8924C89282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98125" y="6005650"/>
            <a:ext cx="1043609" cy="274320"/>
          </a:xfrm>
        </p:spPr>
        <p:txBody>
          <a:bodyPr/>
          <a:lstStyle>
            <a:lvl1pPr algn="l">
              <a:defRPr sz="1103" spc="0">
                <a:solidFill>
                  <a:schemeClr val="accent1"/>
                </a:solidFill>
              </a:defRPr>
            </a:lvl1pPr>
          </a:lstStyle>
          <a:p>
            <a:fld id="{33798079-21CE-E14E-9A10-1B1BB8AD3EFD}" type="datetime1">
              <a:rPr lang="en-US" smtClean="0"/>
              <a:pPr/>
              <a:t>8/24/2022</a:t>
            </a:fld>
            <a:endParaRPr lang="en-US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C728406F-4C65-284D-95B7-9D3B8CF3E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45083" y="6005650"/>
            <a:ext cx="4738580" cy="274320"/>
          </a:xfrm>
        </p:spPr>
        <p:txBody>
          <a:bodyPr/>
          <a:lstStyle>
            <a:lvl1pPr algn="r">
              <a:defRPr sz="1103" spc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0C9D30F3-9144-AB4D-A616-541ABA0593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98127" y="3283440"/>
            <a:ext cx="6985536" cy="1463040"/>
          </a:xfrm>
        </p:spPr>
        <p:txBody>
          <a:bodyPr anchor="b">
            <a:normAutofit/>
          </a:bodyPr>
          <a:lstStyle>
            <a:lvl1pPr algn="l">
              <a:defRPr sz="3999" i="1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26B18EFE-24F0-6443-910A-0D80DE042B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98125" y="4875773"/>
            <a:ext cx="6985543" cy="98945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spc="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  <a:lvl2pPr marL="456931" indent="0" algn="ctr">
              <a:buNone/>
              <a:defRPr sz="1800"/>
            </a:lvl2pPr>
            <a:lvl3pPr marL="913868" indent="0" algn="ctr">
              <a:buNone/>
              <a:defRPr sz="1800"/>
            </a:lvl3pPr>
            <a:lvl4pPr marL="1370786" indent="0" algn="ctr">
              <a:buNone/>
              <a:defRPr sz="1800"/>
            </a:lvl4pPr>
            <a:lvl5pPr marL="1827721" indent="0" algn="ctr">
              <a:buNone/>
              <a:defRPr sz="1800"/>
            </a:lvl5pPr>
            <a:lvl6pPr marL="2284658" indent="0" algn="ctr">
              <a:buNone/>
              <a:defRPr sz="1800"/>
            </a:lvl6pPr>
            <a:lvl7pPr marL="2741590" indent="0" algn="ctr">
              <a:buNone/>
              <a:defRPr sz="1800"/>
            </a:lvl7pPr>
            <a:lvl8pPr marL="3198504" indent="0" algn="ctr">
              <a:buNone/>
              <a:defRPr sz="1800"/>
            </a:lvl8pPr>
            <a:lvl9pPr marL="3655435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EBCA87-EC7F-8A4B-BF12-591102263522}"/>
              </a:ext>
            </a:extLst>
          </p:cNvPr>
          <p:cNvSpPr txBox="1"/>
          <p:nvPr userDrawn="1"/>
        </p:nvSpPr>
        <p:spPr>
          <a:xfrm>
            <a:off x="9988226" y="578030"/>
            <a:ext cx="1595437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sz="1400" i="0" spc="0" baseline="0" dirty="0">
                <a:solidFill>
                  <a:schemeClr val="accent1"/>
                </a:solidFill>
                <a:latin typeface="+mj-lt"/>
              </a:rPr>
              <a:t>thelaunchbox.com</a:t>
            </a:r>
            <a:endParaRPr lang="en-US" sz="1400" i="0" spc="0" baseline="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1020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81773" y="7000861"/>
            <a:ext cx="829235" cy="274320"/>
          </a:xfrm>
        </p:spPr>
        <p:txBody>
          <a:bodyPr/>
          <a:lstStyle>
            <a:lvl1pPr>
              <a:defRPr sz="1103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6C6D8ADD-52AB-CA44-B4C6-97A9E9C80D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8333" y="3283440"/>
            <a:ext cx="2931215" cy="2931215"/>
          </a:xfrm>
          <a:prstGeom prst="rect">
            <a:avLst/>
          </a:prstGeom>
        </p:spPr>
      </p:pic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90E0B908-F439-1E45-AA05-9A49EC8A57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98125" y="6005650"/>
            <a:ext cx="1043609" cy="274320"/>
          </a:xfrm>
        </p:spPr>
        <p:txBody>
          <a:bodyPr/>
          <a:lstStyle>
            <a:lvl1pPr algn="l">
              <a:defRPr sz="1103" spc="0">
                <a:solidFill>
                  <a:schemeClr val="accent3"/>
                </a:solidFill>
              </a:defRPr>
            </a:lvl1pPr>
          </a:lstStyle>
          <a:p>
            <a:fld id="{33798079-21CE-E14E-9A10-1B1BB8AD3EFD}" type="datetime1">
              <a:rPr lang="en-US" smtClean="0"/>
              <a:pPr/>
              <a:t>8/24/2022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945C9175-6256-3643-9AA2-DEB68AFCF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45083" y="6005650"/>
            <a:ext cx="4738580" cy="274320"/>
          </a:xfrm>
        </p:spPr>
        <p:txBody>
          <a:bodyPr/>
          <a:lstStyle>
            <a:lvl1pPr algn="r">
              <a:defRPr sz="1103" spc="0" baseline="0">
                <a:solidFill>
                  <a:schemeClr val="accent3"/>
                </a:solidFill>
              </a:defRPr>
            </a:lvl1pPr>
          </a:lstStyle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B35382E9-D5D5-4142-86D8-DDA9DB0F3F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98127" y="3283440"/>
            <a:ext cx="6985536" cy="1463040"/>
          </a:xfrm>
        </p:spPr>
        <p:txBody>
          <a:bodyPr anchor="b">
            <a:normAutofit/>
          </a:bodyPr>
          <a:lstStyle>
            <a:lvl1pPr algn="l">
              <a:defRPr sz="3999" i="1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A161A220-C376-B140-9ED9-C150679D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98125" y="4875773"/>
            <a:ext cx="6985543" cy="98945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spc="0" baseline="0">
                <a:solidFill>
                  <a:schemeClr val="bg1"/>
                </a:solidFill>
                <a:latin typeface="+mj-lt"/>
              </a:defRPr>
            </a:lvl1pPr>
            <a:lvl2pPr marL="456931" indent="0" algn="ctr">
              <a:buNone/>
              <a:defRPr sz="1800"/>
            </a:lvl2pPr>
            <a:lvl3pPr marL="913868" indent="0" algn="ctr">
              <a:buNone/>
              <a:defRPr sz="1800"/>
            </a:lvl3pPr>
            <a:lvl4pPr marL="1370786" indent="0" algn="ctr">
              <a:buNone/>
              <a:defRPr sz="1800"/>
            </a:lvl4pPr>
            <a:lvl5pPr marL="1827721" indent="0" algn="ctr">
              <a:buNone/>
              <a:defRPr sz="1800"/>
            </a:lvl5pPr>
            <a:lvl6pPr marL="2284658" indent="0" algn="ctr">
              <a:buNone/>
              <a:defRPr sz="1800"/>
            </a:lvl6pPr>
            <a:lvl7pPr marL="2741590" indent="0" algn="ctr">
              <a:buNone/>
              <a:defRPr sz="1800"/>
            </a:lvl7pPr>
            <a:lvl8pPr marL="3198504" indent="0" algn="ctr">
              <a:buNone/>
              <a:defRPr sz="1800"/>
            </a:lvl8pPr>
            <a:lvl9pPr marL="3655435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D1F6B2F-E4D0-4B4F-A55F-A118ABC534B1}"/>
              </a:ext>
            </a:extLst>
          </p:cNvPr>
          <p:cNvSpPr txBox="1"/>
          <p:nvPr userDrawn="1"/>
        </p:nvSpPr>
        <p:spPr>
          <a:xfrm>
            <a:off x="9988226" y="578030"/>
            <a:ext cx="1595437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sz="1400" i="0" spc="0" baseline="0" dirty="0">
                <a:solidFill>
                  <a:schemeClr val="accent2"/>
                </a:solidFill>
                <a:latin typeface="+mj-lt"/>
              </a:rPr>
              <a:t>thelaunchbox.com</a:t>
            </a:r>
            <a:endParaRPr lang="en-US" sz="1400" i="0" spc="0" baseline="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0047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499" y="914400"/>
            <a:ext cx="11049001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B8B27-2482-2944-BAE4-A2E493AC982D}" type="datetime1">
              <a:rPr lang="en-US" smtClean="0"/>
              <a:t>8/24/2022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E45D6C41-F879-7B49-A81E-E945C51C3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5" y="234834"/>
            <a:ext cx="11887201" cy="27432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02144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1500" y="3432940"/>
            <a:ext cx="11049000" cy="1696825"/>
          </a:xfrm>
        </p:spPr>
        <p:txBody>
          <a:bodyPr lIns="91440" rIns="91440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spc="53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  <a:lvl2pPr marL="45693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3868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3pPr>
            <a:lvl4pPr marL="1370786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4pPr>
            <a:lvl5pPr marL="1827721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5pPr>
            <a:lvl6pPr marL="2284658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6pPr>
            <a:lvl7pPr marL="2741590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7pPr>
            <a:lvl8pPr marL="3198504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8pPr>
            <a:lvl9pPr marL="3655435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499" y="1728235"/>
            <a:ext cx="11048998" cy="1704705"/>
          </a:xfrm>
        </p:spPr>
        <p:txBody>
          <a:bodyPr anchor="b">
            <a:noAutofit/>
          </a:bodyPr>
          <a:lstStyle>
            <a:lvl1pPr algn="l">
              <a:defRPr sz="3600" b="0" spc="203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702A91-E469-AC4A-9FAA-85DBF37F4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1322F-7C1C-8D41-BA42-73A90B3995D9}" type="datetime1">
              <a:rPr lang="en-US" smtClean="0"/>
              <a:t>8/24/2022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84D714-B42B-7D4D-80CB-C941408EC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D0CA38-B6CB-B847-9DC3-A14F298C0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887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Al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702A91-E469-AC4A-9FAA-85DBF37F4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F9AD4-3577-2D4A-9737-804159C52116}" type="datetime1">
              <a:rPr lang="en-US" smtClean="0"/>
              <a:t>8/24/2022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84D714-B42B-7D4D-80CB-C941408EC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D0CA38-B6CB-B847-9DC3-A14F298C0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7B45955-040F-5B4F-B215-8B007E3F55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1500" y="3432940"/>
            <a:ext cx="11049000" cy="1696825"/>
          </a:xfrm>
        </p:spPr>
        <p:txBody>
          <a:bodyPr lIns="91440" rIns="91440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spc="53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  <a:lvl2pPr marL="45693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3868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3pPr>
            <a:lvl4pPr marL="1370786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4pPr>
            <a:lvl5pPr marL="1827721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5pPr>
            <a:lvl6pPr marL="2284658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6pPr>
            <a:lvl7pPr marL="2741590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7pPr>
            <a:lvl8pPr marL="3198504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8pPr>
            <a:lvl9pPr marL="3655435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18D9009-6ACA-2243-BBC0-1C4FE9FD8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99" y="1728235"/>
            <a:ext cx="11048998" cy="1704705"/>
          </a:xfrm>
        </p:spPr>
        <p:txBody>
          <a:bodyPr anchor="b">
            <a:noAutofit/>
          </a:bodyPr>
          <a:lstStyle>
            <a:lvl1pPr algn="l">
              <a:defRPr sz="3600" b="0" spc="203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25676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702A91-E469-AC4A-9FAA-85DBF37F4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542966D-F481-5B45-9AEF-3DAD617D7000}" type="datetime1">
              <a:rPr lang="en-US" smtClean="0"/>
              <a:pPr/>
              <a:t>8/24/2022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84D714-B42B-7D4D-80CB-C941408EC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D0CA38-B6CB-B847-9DC3-A14F298C0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90A482C-6289-D54C-8D98-9E271CD841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9456" y="6190488"/>
            <a:ext cx="2276856" cy="400676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D9A8F1DF-26D0-CE44-AFA3-23C5A4C8B5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1499" y="3432940"/>
            <a:ext cx="11049003" cy="1696825"/>
          </a:xfrm>
        </p:spPr>
        <p:txBody>
          <a:bodyPr lIns="91440" rIns="91440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spc="53" baseline="0">
                <a:solidFill>
                  <a:schemeClr val="bg1"/>
                </a:solidFill>
                <a:latin typeface="+mj-lt"/>
              </a:defRPr>
            </a:lvl1pPr>
            <a:lvl2pPr marL="45693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3868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3pPr>
            <a:lvl4pPr marL="1370786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4pPr>
            <a:lvl5pPr marL="1827721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5pPr>
            <a:lvl6pPr marL="2284658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6pPr>
            <a:lvl7pPr marL="2741590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7pPr>
            <a:lvl8pPr marL="3198504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8pPr>
            <a:lvl9pPr marL="3655435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2E5C5791-934F-E042-9502-F4DF78604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99" y="1728235"/>
            <a:ext cx="11049001" cy="1704705"/>
          </a:xfrm>
        </p:spPr>
        <p:txBody>
          <a:bodyPr anchor="b">
            <a:noAutofit/>
          </a:bodyPr>
          <a:lstStyle>
            <a:lvl1pPr algn="l">
              <a:defRPr sz="3600" b="0" spc="203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9954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1500" y="914400"/>
            <a:ext cx="5303520" cy="4572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6980" y="914400"/>
            <a:ext cx="530352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45383-D5A8-CB4D-B221-8D1B4A1CDC9E}" type="datetime1">
              <a:rPr lang="en-US" smtClean="0"/>
              <a:t>8/24/2022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600F5549-3EFD-CA41-9DB0-887AECF33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724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1499" y="914400"/>
            <a:ext cx="5303519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001" b="0" cap="none" baseline="0">
                <a:solidFill>
                  <a:schemeClr val="tx1"/>
                </a:solidFill>
                <a:latin typeface="+mj-lt"/>
              </a:defRPr>
            </a:lvl1pPr>
            <a:lvl2pPr marL="456931" indent="0">
              <a:buNone/>
              <a:defRPr sz="2001" b="1"/>
            </a:lvl2pPr>
            <a:lvl3pPr marL="913868" indent="0">
              <a:buNone/>
              <a:defRPr sz="1800" b="1"/>
            </a:lvl3pPr>
            <a:lvl4pPr marL="1370786" indent="0">
              <a:buNone/>
              <a:defRPr sz="1599" b="1"/>
            </a:lvl4pPr>
            <a:lvl5pPr marL="1827721" indent="0">
              <a:buNone/>
              <a:defRPr sz="1599" b="1"/>
            </a:lvl5pPr>
            <a:lvl6pPr marL="2284658" indent="0">
              <a:buNone/>
              <a:defRPr sz="1599" b="1"/>
            </a:lvl6pPr>
            <a:lvl7pPr marL="2741590" indent="0">
              <a:buNone/>
              <a:defRPr sz="1599" b="1"/>
            </a:lvl7pPr>
            <a:lvl8pPr marL="3198504" indent="0">
              <a:buNone/>
              <a:defRPr sz="1599" b="1"/>
            </a:lvl8pPr>
            <a:lvl9pPr marL="3655435" indent="0">
              <a:buNone/>
              <a:defRPr sz="15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1498" y="1737360"/>
            <a:ext cx="5303520" cy="3887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6106" y="914400"/>
            <a:ext cx="5303519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001" b="0" kern="1200" cap="none" baseline="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6931" indent="0">
              <a:buNone/>
              <a:defRPr sz="2001" b="1"/>
            </a:lvl2pPr>
            <a:lvl3pPr marL="913868" indent="0">
              <a:buNone/>
              <a:defRPr sz="1800" b="1"/>
            </a:lvl3pPr>
            <a:lvl4pPr marL="1370786" indent="0">
              <a:buNone/>
              <a:defRPr sz="1599" b="1"/>
            </a:lvl4pPr>
            <a:lvl5pPr marL="1827721" indent="0">
              <a:buNone/>
              <a:defRPr sz="1599" b="1"/>
            </a:lvl5pPr>
            <a:lvl6pPr marL="2284658" indent="0">
              <a:buNone/>
              <a:defRPr sz="1599" b="1"/>
            </a:lvl6pPr>
            <a:lvl7pPr marL="2741590" indent="0">
              <a:buNone/>
              <a:defRPr sz="1599" b="1"/>
            </a:lvl7pPr>
            <a:lvl8pPr marL="3198504" indent="0">
              <a:buNone/>
              <a:defRPr sz="1599" b="1"/>
            </a:lvl8pPr>
            <a:lvl9pPr marL="3655435" indent="0">
              <a:buNone/>
              <a:defRPr sz="1599" b="1"/>
            </a:lvl9pPr>
          </a:lstStyle>
          <a:p>
            <a:pPr marL="0" lvl="0" indent="0" algn="l" defTabSz="913868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6105" y="1737360"/>
            <a:ext cx="5303520" cy="388799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9839-7139-0445-8DA4-CE99F11AD909}" type="datetime1">
              <a:rPr lang="en-US" smtClean="0"/>
              <a:t>8/24/2022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020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lit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571501" y="914407"/>
            <a:ext cx="5303520" cy="538144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2"/>
          </p:nvPr>
        </p:nvSpPr>
        <p:spPr>
          <a:xfrm>
            <a:off x="6316980" y="914401"/>
            <a:ext cx="5303520" cy="5372100"/>
          </a:xfrm>
        </p:spPr>
        <p:txBody>
          <a:bodyPr/>
          <a:lstStyle>
            <a:lvl1pPr marL="514054" indent="-514054">
              <a:buFont typeface="+mj-lt"/>
              <a:buAutoNum type="arabicPeriod"/>
              <a:defRPr sz="2800"/>
            </a:lvl1pPr>
            <a:lvl2pPr>
              <a:defRPr sz="2400"/>
            </a:lvl2pPr>
            <a:lvl3pPr>
              <a:defRPr sz="2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BBF4A5-D241-6743-8842-0080753DF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D92D5B-1CE0-944B-9527-24FC3B128E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46104" y="6419634"/>
            <a:ext cx="2154143" cy="274320"/>
          </a:xfrm>
        </p:spPr>
        <p:txBody>
          <a:bodyPr/>
          <a:lstStyle/>
          <a:p>
            <a:fld id="{7B9B9839-7139-0445-8DA4-CE99F11AD909}" type="datetime1">
              <a:rPr lang="en-US" smtClean="0"/>
              <a:t>8/24/2022</a:t>
            </a:fld>
            <a:endParaRPr lang="en-US" dirty="0"/>
          </a:p>
        </p:txBody>
      </p:sp>
      <p:sp>
        <p:nvSpPr>
          <p:cNvPr id="9" name="Footer Placeholder 7">
            <a:extLst>
              <a:ext uri="{FF2B5EF4-FFF2-40B4-BE49-F238E27FC236}">
                <a16:creationId xmlns:a16="http://schemas.microsoft.com/office/drawing/2014/main" id="{A46896D0-4CD5-8647-8C43-D07F7CA5810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663596" y="6419634"/>
            <a:ext cx="5679113" cy="274320"/>
          </a:xfrm>
        </p:spPr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10" name="Slide Number Placeholder 8">
            <a:extLst>
              <a:ext uri="{FF2B5EF4-FFF2-40B4-BE49-F238E27FC236}">
                <a16:creationId xmlns:a16="http://schemas.microsoft.com/office/drawing/2014/main" id="{70F220A4-A661-C941-8411-A06C9DC8519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496519" y="6419086"/>
            <a:ext cx="486833" cy="274320"/>
          </a:xfrm>
        </p:spPr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4492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467E5-96C8-4F49-8D65-1751A5E8BB3A}" type="datetime1">
              <a:rPr lang="en-US" smtClean="0"/>
              <a:t>8/24/2022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2004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14FF58BD-94FD-4145-99DE-3D4A7FE33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6B414-0BAA-254F-A54B-9A4CBE4CF7B4}" type="datetime1">
              <a:rPr lang="en-US" smtClean="0"/>
              <a:pPr/>
              <a:t>8/24/2022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F8845C5-6F15-3D4F-8DFF-601DD428B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D799134-C32D-AF49-8F06-9E3AC37AD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4572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oi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71499" y="822977"/>
            <a:ext cx="4549141" cy="2508064"/>
          </a:xfrm>
        </p:spPr>
        <p:txBody>
          <a:bodyPr anchor="ctr">
            <a:noAutofit/>
          </a:bodyPr>
          <a:lstStyle>
            <a:lvl1pPr>
              <a:lnSpc>
                <a:spcPct val="8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6AF12-EC90-614F-8CEA-7B42F207F2B7}" type="datetime1">
              <a:rPr lang="en-US" smtClean="0"/>
              <a:t>8/24/2022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F9E4D61-0EC8-F34A-AAF0-46B58482D1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13" y="822977"/>
            <a:ext cx="5208103" cy="5184645"/>
          </a:xfrm>
        </p:spPr>
        <p:txBody>
          <a:bodyPr/>
          <a:lstStyle>
            <a:lvl1pPr marL="319847" indent="-319847">
              <a:lnSpc>
                <a:spcPct val="100000"/>
              </a:lnSpc>
              <a:spcBef>
                <a:spcPts val="1800"/>
              </a:spcBef>
              <a:buFont typeface="Wingdings" pitchFamily="2" charset="2"/>
              <a:buChar char="§"/>
              <a:defRPr sz="2400"/>
            </a:lvl1pPr>
            <a:lvl2pPr marL="639707" indent="-319847">
              <a:lnSpc>
                <a:spcPct val="100000"/>
              </a:lnSpc>
              <a:spcBef>
                <a:spcPts val="600"/>
              </a:spcBef>
              <a:buSzPct val="100000"/>
              <a:buFont typeface="System Font Regular"/>
              <a:buChar char="➔"/>
              <a:defRPr sz="2001"/>
            </a:lvl2pPr>
            <a:lvl3pPr marL="959555" indent="-319847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§"/>
              <a:defRPr sz="1599"/>
            </a:lvl3pPr>
            <a:lvl4pPr>
              <a:defRPr sz="1599"/>
            </a:lvl4pPr>
            <a:lvl5pPr>
              <a:defRPr sz="1599"/>
            </a:lvl5pPr>
            <a:lvl6pPr>
              <a:defRPr sz="1599"/>
            </a:lvl6pPr>
            <a:lvl7pPr>
              <a:defRPr sz="1599"/>
            </a:lvl7pPr>
            <a:lvl8pPr>
              <a:defRPr sz="1599"/>
            </a:lvl8pPr>
            <a:lvl9pPr>
              <a:defRPr sz="1599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66E7116C-40C4-B641-902C-1EE8E0BCB112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571499" y="3305788"/>
            <a:ext cx="4549141" cy="2701831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2400">
                <a:solidFill>
                  <a:schemeClr val="accent1"/>
                </a:solidFill>
              </a:defRPr>
            </a:lvl1pPr>
            <a:lvl2pPr marL="456931" indent="0">
              <a:buNone/>
              <a:defRPr sz="1200"/>
            </a:lvl2pPr>
            <a:lvl3pPr marL="913868" indent="0">
              <a:buNone/>
              <a:defRPr sz="999"/>
            </a:lvl3pPr>
            <a:lvl4pPr marL="1370786" indent="0">
              <a:buNone/>
              <a:defRPr sz="900"/>
            </a:lvl4pPr>
            <a:lvl5pPr marL="1827721" indent="0">
              <a:buNone/>
              <a:defRPr sz="900"/>
            </a:lvl5pPr>
            <a:lvl6pPr marL="2284658" indent="0">
              <a:buNone/>
              <a:defRPr sz="900"/>
            </a:lvl6pPr>
            <a:lvl7pPr marL="2741590" indent="0">
              <a:buNone/>
              <a:defRPr sz="900"/>
            </a:lvl7pPr>
            <a:lvl8pPr marL="3198504" indent="0">
              <a:buNone/>
              <a:defRPr sz="900"/>
            </a:lvl8pPr>
            <a:lvl9pPr marL="3655435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441798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oi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6AF12-EC90-614F-8CEA-7B42F207F2B7}" type="datetime1">
              <a:rPr lang="en-US" smtClean="0"/>
              <a:t>8/24/2022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0EDF5659-A4FE-0D42-8483-B874501A74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499" y="822977"/>
            <a:ext cx="4549141" cy="2508064"/>
          </a:xfrm>
        </p:spPr>
        <p:txBody>
          <a:bodyPr anchor="ctr">
            <a:noAutofit/>
          </a:bodyPr>
          <a:lstStyle>
            <a:lvl1pPr>
              <a:lnSpc>
                <a:spcPct val="80000"/>
              </a:lnSpc>
              <a:defRPr sz="3600" i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64E78A9-65B1-4245-8BC6-19381441EA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13" y="822977"/>
            <a:ext cx="5208103" cy="5184645"/>
          </a:xfrm>
        </p:spPr>
        <p:txBody>
          <a:bodyPr/>
          <a:lstStyle>
            <a:lvl1pPr marL="319847" indent="-319847">
              <a:lnSpc>
                <a:spcPct val="100000"/>
              </a:lnSpc>
              <a:spcBef>
                <a:spcPts val="1800"/>
              </a:spcBef>
              <a:buFont typeface="Wingdings" pitchFamily="2" charset="2"/>
              <a:buChar char="§"/>
              <a:defRPr sz="2400"/>
            </a:lvl1pPr>
            <a:lvl2pPr marL="639707" indent="-319847">
              <a:lnSpc>
                <a:spcPct val="100000"/>
              </a:lnSpc>
              <a:spcBef>
                <a:spcPts val="600"/>
              </a:spcBef>
              <a:buSzPct val="100000"/>
              <a:buFont typeface="System Font Regular"/>
              <a:buChar char="➔"/>
              <a:defRPr sz="2001"/>
            </a:lvl2pPr>
            <a:lvl3pPr marL="959555" indent="-319847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§"/>
              <a:defRPr sz="1599"/>
            </a:lvl3pPr>
            <a:lvl4pPr>
              <a:defRPr sz="1599"/>
            </a:lvl4pPr>
            <a:lvl5pPr>
              <a:defRPr sz="1599"/>
            </a:lvl5pPr>
            <a:lvl6pPr>
              <a:defRPr sz="1599"/>
            </a:lvl6pPr>
            <a:lvl7pPr>
              <a:defRPr sz="1599"/>
            </a:lvl7pPr>
            <a:lvl8pPr>
              <a:defRPr sz="1599"/>
            </a:lvl8pPr>
            <a:lvl9pPr>
              <a:defRPr sz="1599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5455CE7-BADB-8F40-A51A-66835C7246A4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571499" y="3305788"/>
            <a:ext cx="4549141" cy="2701831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2400">
                <a:solidFill>
                  <a:schemeClr val="accent1"/>
                </a:solidFill>
              </a:defRPr>
            </a:lvl1pPr>
            <a:lvl2pPr marL="456931" indent="0">
              <a:buNone/>
              <a:defRPr sz="1200"/>
            </a:lvl2pPr>
            <a:lvl3pPr marL="913868" indent="0">
              <a:buNone/>
              <a:defRPr sz="999"/>
            </a:lvl3pPr>
            <a:lvl4pPr marL="1370786" indent="0">
              <a:buNone/>
              <a:defRPr sz="900"/>
            </a:lvl4pPr>
            <a:lvl5pPr marL="1827721" indent="0">
              <a:buNone/>
              <a:defRPr sz="900"/>
            </a:lvl5pPr>
            <a:lvl6pPr marL="2284658" indent="0">
              <a:buNone/>
              <a:defRPr sz="900"/>
            </a:lvl6pPr>
            <a:lvl7pPr marL="2741590" indent="0">
              <a:buNone/>
              <a:defRPr sz="900"/>
            </a:lvl7pPr>
            <a:lvl8pPr marL="3198504" indent="0">
              <a:buNone/>
              <a:defRPr sz="900"/>
            </a:lvl8pPr>
            <a:lvl9pPr marL="3655435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18108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oint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71500" y="418038"/>
            <a:ext cx="11254740" cy="2312123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1499" y="3016188"/>
            <a:ext cx="4549141" cy="3003639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2799">
                <a:solidFill>
                  <a:schemeClr val="accent1"/>
                </a:solidFill>
              </a:defRPr>
            </a:lvl1pPr>
            <a:lvl2pPr marL="456931" indent="0">
              <a:buNone/>
              <a:defRPr sz="1200"/>
            </a:lvl2pPr>
            <a:lvl3pPr marL="913868" indent="0">
              <a:buNone/>
              <a:defRPr sz="999"/>
            </a:lvl3pPr>
            <a:lvl4pPr marL="1370786" indent="0">
              <a:buNone/>
              <a:defRPr sz="900"/>
            </a:lvl4pPr>
            <a:lvl5pPr marL="1827721" indent="0">
              <a:buNone/>
              <a:defRPr sz="900"/>
            </a:lvl5pPr>
            <a:lvl6pPr marL="2284658" indent="0">
              <a:buNone/>
              <a:defRPr sz="900"/>
            </a:lvl6pPr>
            <a:lvl7pPr marL="2741590" indent="0">
              <a:buNone/>
              <a:defRPr sz="900"/>
            </a:lvl7pPr>
            <a:lvl8pPr marL="3198504" indent="0">
              <a:buNone/>
              <a:defRPr sz="900"/>
            </a:lvl8pPr>
            <a:lvl9pPr marL="3655435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6AF12-EC90-614F-8CEA-7B42F207F2B7}" type="datetime1">
              <a:rPr lang="en-US" smtClean="0"/>
              <a:t>8/24/2022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272F885-FA0C-5C49-A259-7073DDB3583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715013" y="3016168"/>
            <a:ext cx="5905488" cy="2991451"/>
          </a:xfrm>
        </p:spPr>
        <p:txBody>
          <a:bodyPr/>
          <a:lstStyle>
            <a:lvl1pPr marL="319847" indent="-319847">
              <a:lnSpc>
                <a:spcPct val="100000"/>
              </a:lnSpc>
              <a:spcBef>
                <a:spcPts val="1800"/>
              </a:spcBef>
              <a:buFont typeface="Wingdings" pitchFamily="2" charset="2"/>
              <a:buChar char="§"/>
              <a:defRPr sz="2400"/>
            </a:lvl1pPr>
            <a:lvl2pPr marL="639707" indent="-319847">
              <a:lnSpc>
                <a:spcPct val="100000"/>
              </a:lnSpc>
              <a:spcBef>
                <a:spcPts val="600"/>
              </a:spcBef>
              <a:buSzPct val="100000"/>
              <a:buFont typeface="System Font Regular"/>
              <a:buChar char="➔"/>
              <a:defRPr sz="2001"/>
            </a:lvl2pPr>
            <a:lvl3pPr marL="959555" indent="-319847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§"/>
              <a:defRPr sz="1599"/>
            </a:lvl3pPr>
            <a:lvl4pPr>
              <a:defRPr sz="1599"/>
            </a:lvl4pPr>
            <a:lvl5pPr>
              <a:defRPr sz="1599"/>
            </a:lvl5pPr>
            <a:lvl6pPr>
              <a:defRPr sz="1599"/>
            </a:lvl6pPr>
            <a:lvl7pPr>
              <a:defRPr sz="1599"/>
            </a:lvl7pPr>
            <a:lvl8pPr>
              <a:defRPr sz="1599"/>
            </a:lvl8pPr>
            <a:lvl9pPr>
              <a:defRPr sz="1599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0431502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oint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6AF12-EC90-614F-8CEA-7B42F207F2B7}" type="datetime1">
              <a:rPr lang="en-US" smtClean="0"/>
              <a:t>8/24/2022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29B5F230-D09D-DD42-8B4A-E8CB61E5C2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418038"/>
            <a:ext cx="11254740" cy="2312123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3600" i="0" cap="none" dirty="0">
                <a:solidFill>
                  <a:schemeClr val="tx1"/>
                </a:solidFill>
              </a:defRPr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704FE58-29E9-BA4C-A500-0653CA90F8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1499" y="3016188"/>
            <a:ext cx="4549141" cy="3003639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2799">
                <a:solidFill>
                  <a:schemeClr val="accent1"/>
                </a:solidFill>
              </a:defRPr>
            </a:lvl1pPr>
            <a:lvl2pPr marL="456931" indent="0">
              <a:buNone/>
              <a:defRPr sz="1200"/>
            </a:lvl2pPr>
            <a:lvl3pPr marL="913868" indent="0">
              <a:buNone/>
              <a:defRPr sz="999"/>
            </a:lvl3pPr>
            <a:lvl4pPr marL="1370786" indent="0">
              <a:buNone/>
              <a:defRPr sz="900"/>
            </a:lvl4pPr>
            <a:lvl5pPr marL="1827721" indent="0">
              <a:buNone/>
              <a:defRPr sz="900"/>
            </a:lvl5pPr>
            <a:lvl6pPr marL="2284658" indent="0">
              <a:buNone/>
              <a:defRPr sz="900"/>
            </a:lvl6pPr>
            <a:lvl7pPr marL="2741590" indent="0">
              <a:buNone/>
              <a:defRPr sz="900"/>
            </a:lvl7pPr>
            <a:lvl8pPr marL="3198504" indent="0">
              <a:buNone/>
              <a:defRPr sz="900"/>
            </a:lvl8pPr>
            <a:lvl9pPr marL="3655435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95B254B-1D81-454C-8C20-173E564331B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715013" y="3016168"/>
            <a:ext cx="5905488" cy="2991451"/>
          </a:xfrm>
        </p:spPr>
        <p:txBody>
          <a:bodyPr/>
          <a:lstStyle>
            <a:lvl1pPr marL="319847" indent="-319847">
              <a:lnSpc>
                <a:spcPct val="100000"/>
              </a:lnSpc>
              <a:spcBef>
                <a:spcPts val="1800"/>
              </a:spcBef>
              <a:buFont typeface="Wingdings" pitchFamily="2" charset="2"/>
              <a:buChar char="§"/>
              <a:defRPr sz="2400"/>
            </a:lvl1pPr>
            <a:lvl2pPr marL="639707" indent="-319847">
              <a:lnSpc>
                <a:spcPct val="100000"/>
              </a:lnSpc>
              <a:spcBef>
                <a:spcPts val="600"/>
              </a:spcBef>
              <a:buSzPct val="100000"/>
              <a:buFont typeface="System Font Regular"/>
              <a:buChar char="➔"/>
              <a:defRPr sz="2001"/>
            </a:lvl2pPr>
            <a:lvl3pPr marL="959555" indent="-319847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§"/>
              <a:defRPr sz="1599"/>
            </a:lvl3pPr>
            <a:lvl4pPr>
              <a:defRPr sz="1599"/>
            </a:lvl4pPr>
            <a:lvl5pPr>
              <a:defRPr sz="1599"/>
            </a:lvl5pPr>
            <a:lvl6pPr>
              <a:defRPr sz="1599"/>
            </a:lvl6pPr>
            <a:lvl7pPr>
              <a:defRPr sz="1599"/>
            </a:lvl7pPr>
            <a:lvl8pPr>
              <a:defRPr sz="1599"/>
            </a:lvl8pPr>
            <a:lvl9pPr>
              <a:defRPr sz="1599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362773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Point Dark 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A7E6AF12-EC90-614F-8CEA-7B42F207F2B7}" type="datetime1">
              <a:rPr lang="en-US" smtClean="0"/>
              <a:pPr/>
              <a:t>8/24/2022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9B931038-146F-DF4E-82E9-DFB28338A0B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9456" y="6190488"/>
            <a:ext cx="2276856" cy="400676"/>
          </a:xfrm>
          <a:prstGeom prst="rect">
            <a:avLst/>
          </a:prstGeom>
        </p:spPr>
      </p:pic>
      <p:sp>
        <p:nvSpPr>
          <p:cNvPr id="18" name="Title 7">
            <a:extLst>
              <a:ext uri="{FF2B5EF4-FFF2-40B4-BE49-F238E27FC236}">
                <a16:creationId xmlns:a16="http://schemas.microsoft.com/office/drawing/2014/main" id="{C36FDA55-B43F-EB45-86A3-51877ABA5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99" y="822977"/>
            <a:ext cx="4549141" cy="2508064"/>
          </a:xfrm>
        </p:spPr>
        <p:txBody>
          <a:bodyPr anchor="ctr">
            <a:noAutofit/>
          </a:bodyPr>
          <a:lstStyle>
            <a:lvl1pPr>
              <a:lnSpc>
                <a:spcPct val="8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4B8EDED-FF60-FE43-9FA1-82F96A2CCB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13" y="822977"/>
            <a:ext cx="5208103" cy="5184645"/>
          </a:xfrm>
        </p:spPr>
        <p:txBody>
          <a:bodyPr/>
          <a:lstStyle>
            <a:lvl1pPr marL="319847" indent="-319847">
              <a:lnSpc>
                <a:spcPct val="100000"/>
              </a:lnSpc>
              <a:spcBef>
                <a:spcPts val="1800"/>
              </a:spcBef>
              <a:buClr>
                <a:schemeClr val="accent3"/>
              </a:buClr>
              <a:buFont typeface="Wingdings" pitchFamily="2" charset="2"/>
              <a:buChar char="§"/>
              <a:defRPr sz="2400">
                <a:solidFill>
                  <a:schemeClr val="bg1"/>
                </a:solidFill>
              </a:defRPr>
            </a:lvl1pPr>
            <a:lvl2pPr marL="639707" indent="-319847">
              <a:lnSpc>
                <a:spcPct val="100000"/>
              </a:lnSpc>
              <a:spcBef>
                <a:spcPts val="600"/>
              </a:spcBef>
              <a:buClr>
                <a:schemeClr val="accent3"/>
              </a:buClr>
              <a:buSzPct val="100000"/>
              <a:buFont typeface="System Font Regular"/>
              <a:buChar char="➔"/>
              <a:defRPr sz="2001">
                <a:solidFill>
                  <a:schemeClr val="bg1"/>
                </a:solidFill>
              </a:defRPr>
            </a:lvl2pPr>
            <a:lvl3pPr marL="959555" indent="-319847">
              <a:lnSpc>
                <a:spcPct val="100000"/>
              </a:lnSpc>
              <a:spcBef>
                <a:spcPts val="600"/>
              </a:spcBef>
              <a:buClr>
                <a:schemeClr val="accent3"/>
              </a:buClr>
              <a:buFont typeface="Wingdings" pitchFamily="2" charset="2"/>
              <a:buChar char="§"/>
              <a:defRPr sz="1599">
                <a:solidFill>
                  <a:schemeClr val="bg1"/>
                </a:solidFill>
              </a:defRPr>
            </a:lvl3pPr>
            <a:lvl4pPr>
              <a:defRPr sz="1599"/>
            </a:lvl4pPr>
            <a:lvl5pPr>
              <a:defRPr sz="1599"/>
            </a:lvl5pPr>
            <a:lvl6pPr>
              <a:defRPr sz="1599"/>
            </a:lvl6pPr>
            <a:lvl7pPr>
              <a:defRPr sz="1599"/>
            </a:lvl7pPr>
            <a:lvl8pPr>
              <a:defRPr sz="1599"/>
            </a:lvl8pPr>
            <a:lvl9pPr>
              <a:defRPr sz="1599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030F219-45B3-804C-B627-47C7774570CB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571499" y="3305788"/>
            <a:ext cx="4549141" cy="2701831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2400">
                <a:solidFill>
                  <a:schemeClr val="accent3"/>
                </a:solidFill>
              </a:defRPr>
            </a:lvl1pPr>
            <a:lvl2pPr marL="456931" indent="0">
              <a:buNone/>
              <a:defRPr sz="1200"/>
            </a:lvl2pPr>
            <a:lvl3pPr marL="913868" indent="0">
              <a:buNone/>
              <a:defRPr sz="999"/>
            </a:lvl3pPr>
            <a:lvl4pPr marL="1370786" indent="0">
              <a:buNone/>
              <a:defRPr sz="900"/>
            </a:lvl4pPr>
            <a:lvl5pPr marL="1827721" indent="0">
              <a:buNone/>
              <a:defRPr sz="900"/>
            </a:lvl5pPr>
            <a:lvl6pPr marL="2284658" indent="0">
              <a:buNone/>
              <a:defRPr sz="900"/>
            </a:lvl6pPr>
            <a:lvl7pPr marL="2741590" indent="0">
              <a:buNone/>
              <a:defRPr sz="900"/>
            </a:lvl7pPr>
            <a:lvl8pPr marL="3198504" indent="0">
              <a:buNone/>
              <a:defRPr sz="900"/>
            </a:lvl8pPr>
            <a:lvl9pPr marL="3655435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356616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Point Dark B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A7E6AF12-EC90-614F-8CEA-7B42F207F2B7}" type="datetime1">
              <a:rPr lang="en-US" smtClean="0"/>
              <a:pPr/>
              <a:t>8/24/2022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6047961E-1BE5-2440-97DB-D065A7882E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9456" y="6190488"/>
            <a:ext cx="2276856" cy="400676"/>
          </a:xfrm>
          <a:prstGeom prst="rect">
            <a:avLst/>
          </a:prstGeom>
        </p:spPr>
      </p:pic>
      <p:sp>
        <p:nvSpPr>
          <p:cNvPr id="13" name="Title 7">
            <a:extLst>
              <a:ext uri="{FF2B5EF4-FFF2-40B4-BE49-F238E27FC236}">
                <a16:creationId xmlns:a16="http://schemas.microsoft.com/office/drawing/2014/main" id="{D7CEC201-BD8B-2040-A660-AC6853BDBF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499" y="822977"/>
            <a:ext cx="4549141" cy="2508064"/>
          </a:xfrm>
        </p:spPr>
        <p:txBody>
          <a:bodyPr anchor="ctr">
            <a:noAutofit/>
          </a:bodyPr>
          <a:lstStyle>
            <a:lvl1pPr>
              <a:lnSpc>
                <a:spcPct val="80000"/>
              </a:lnSpc>
              <a:defRPr sz="3600" i="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9456ED8-631E-AC45-81CB-42D9D153E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13" y="822977"/>
            <a:ext cx="5208103" cy="5184645"/>
          </a:xfrm>
        </p:spPr>
        <p:txBody>
          <a:bodyPr/>
          <a:lstStyle>
            <a:lvl1pPr marL="319847" indent="-319847">
              <a:lnSpc>
                <a:spcPct val="100000"/>
              </a:lnSpc>
              <a:spcBef>
                <a:spcPts val="1800"/>
              </a:spcBef>
              <a:buFont typeface="Wingdings" pitchFamily="2" charset="2"/>
              <a:buChar char="§"/>
              <a:defRPr sz="2400">
                <a:solidFill>
                  <a:schemeClr val="bg1"/>
                </a:solidFill>
              </a:defRPr>
            </a:lvl1pPr>
            <a:lvl2pPr marL="639707" indent="-319847">
              <a:lnSpc>
                <a:spcPct val="100000"/>
              </a:lnSpc>
              <a:spcBef>
                <a:spcPts val="600"/>
              </a:spcBef>
              <a:buSzPct val="100000"/>
              <a:buFont typeface="System Font Regular"/>
              <a:buChar char="➔"/>
              <a:defRPr sz="2001">
                <a:solidFill>
                  <a:schemeClr val="bg1"/>
                </a:solidFill>
              </a:defRPr>
            </a:lvl2pPr>
            <a:lvl3pPr marL="959555" indent="-319847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§"/>
              <a:defRPr sz="1599">
                <a:solidFill>
                  <a:schemeClr val="bg1"/>
                </a:solidFill>
              </a:defRPr>
            </a:lvl3pPr>
            <a:lvl4pPr>
              <a:defRPr sz="1599"/>
            </a:lvl4pPr>
            <a:lvl5pPr>
              <a:defRPr sz="1599"/>
            </a:lvl5pPr>
            <a:lvl6pPr>
              <a:defRPr sz="1599"/>
            </a:lvl6pPr>
            <a:lvl7pPr>
              <a:defRPr sz="1599"/>
            </a:lvl7pPr>
            <a:lvl8pPr>
              <a:defRPr sz="1599"/>
            </a:lvl8pPr>
            <a:lvl9pPr>
              <a:defRPr sz="1599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1E6F607B-E1F8-6D4D-B193-11E73CA40BFA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571499" y="3305788"/>
            <a:ext cx="4549141" cy="2701831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2400">
                <a:solidFill>
                  <a:schemeClr val="accent3"/>
                </a:solidFill>
              </a:defRPr>
            </a:lvl1pPr>
            <a:lvl2pPr marL="456931" indent="0">
              <a:buNone/>
              <a:defRPr sz="1200"/>
            </a:lvl2pPr>
            <a:lvl3pPr marL="913868" indent="0">
              <a:buNone/>
              <a:defRPr sz="999"/>
            </a:lvl3pPr>
            <a:lvl4pPr marL="1370786" indent="0">
              <a:buNone/>
              <a:defRPr sz="900"/>
            </a:lvl4pPr>
            <a:lvl5pPr marL="1827721" indent="0">
              <a:buNone/>
              <a:defRPr sz="900"/>
            </a:lvl5pPr>
            <a:lvl6pPr marL="2284658" indent="0">
              <a:buNone/>
              <a:defRPr sz="900"/>
            </a:lvl6pPr>
            <a:lvl7pPr marL="2741590" indent="0">
              <a:buNone/>
              <a:defRPr sz="900"/>
            </a:lvl7pPr>
            <a:lvl8pPr marL="3198504" indent="0">
              <a:buNone/>
              <a:defRPr sz="900"/>
            </a:lvl8pPr>
            <a:lvl9pPr marL="3655435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59677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Point Dark C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A7E6AF12-EC90-614F-8CEA-7B42F207F2B7}" type="datetime1">
              <a:rPr lang="en-US" smtClean="0"/>
              <a:pPr/>
              <a:t>8/24/2022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126DA48-CBCD-0E4D-BFAA-6037B26753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9456" y="6190488"/>
            <a:ext cx="2276856" cy="400676"/>
          </a:xfrm>
          <a:prstGeom prst="rect">
            <a:avLst/>
          </a:prstGeom>
        </p:spPr>
      </p:pic>
      <p:sp>
        <p:nvSpPr>
          <p:cNvPr id="13" name="Title 7">
            <a:extLst>
              <a:ext uri="{FF2B5EF4-FFF2-40B4-BE49-F238E27FC236}">
                <a16:creationId xmlns:a16="http://schemas.microsoft.com/office/drawing/2014/main" id="{EE3B8CD3-06E9-3D4B-B9BC-8C1A48638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418038"/>
            <a:ext cx="11254740" cy="2312123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3600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30A48ABE-3B7F-FB40-BE4C-935F69C5E5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1499" y="3016188"/>
            <a:ext cx="4549141" cy="3003639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2799">
                <a:solidFill>
                  <a:schemeClr val="accent3"/>
                </a:solidFill>
              </a:defRPr>
            </a:lvl1pPr>
            <a:lvl2pPr marL="456931" indent="0">
              <a:buNone/>
              <a:defRPr sz="1200"/>
            </a:lvl2pPr>
            <a:lvl3pPr marL="913868" indent="0">
              <a:buNone/>
              <a:defRPr sz="999"/>
            </a:lvl3pPr>
            <a:lvl4pPr marL="1370786" indent="0">
              <a:buNone/>
              <a:defRPr sz="900"/>
            </a:lvl4pPr>
            <a:lvl5pPr marL="1827721" indent="0">
              <a:buNone/>
              <a:defRPr sz="900"/>
            </a:lvl5pPr>
            <a:lvl6pPr marL="2284658" indent="0">
              <a:buNone/>
              <a:defRPr sz="900"/>
            </a:lvl6pPr>
            <a:lvl7pPr marL="2741590" indent="0">
              <a:buNone/>
              <a:defRPr sz="900"/>
            </a:lvl7pPr>
            <a:lvl8pPr marL="3198504" indent="0">
              <a:buNone/>
              <a:defRPr sz="900"/>
            </a:lvl8pPr>
            <a:lvl9pPr marL="3655435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098BCE4-FFEB-C949-BC63-F5C5321433D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715013" y="3016168"/>
            <a:ext cx="5905488" cy="2991451"/>
          </a:xfrm>
        </p:spPr>
        <p:txBody>
          <a:bodyPr/>
          <a:lstStyle>
            <a:lvl1pPr marL="319847" indent="-319847">
              <a:lnSpc>
                <a:spcPct val="100000"/>
              </a:lnSpc>
              <a:spcBef>
                <a:spcPts val="1800"/>
              </a:spcBef>
              <a:buClr>
                <a:schemeClr val="accent3"/>
              </a:buClr>
              <a:buFont typeface="Wingdings" pitchFamily="2" charset="2"/>
              <a:buChar char="§"/>
              <a:defRPr sz="2400">
                <a:solidFill>
                  <a:schemeClr val="bg1"/>
                </a:solidFill>
              </a:defRPr>
            </a:lvl1pPr>
            <a:lvl2pPr marL="639707" indent="-319847">
              <a:lnSpc>
                <a:spcPct val="100000"/>
              </a:lnSpc>
              <a:spcBef>
                <a:spcPts val="600"/>
              </a:spcBef>
              <a:buClr>
                <a:schemeClr val="accent3"/>
              </a:buClr>
              <a:buSzPct val="100000"/>
              <a:buFont typeface="System Font Regular"/>
              <a:buChar char="➔"/>
              <a:defRPr sz="2001">
                <a:solidFill>
                  <a:schemeClr val="bg1"/>
                </a:solidFill>
              </a:defRPr>
            </a:lvl2pPr>
            <a:lvl3pPr marL="959555" indent="-319847">
              <a:lnSpc>
                <a:spcPct val="100000"/>
              </a:lnSpc>
              <a:spcBef>
                <a:spcPts val="600"/>
              </a:spcBef>
              <a:buClr>
                <a:schemeClr val="accent3"/>
              </a:buClr>
              <a:buFont typeface="Wingdings" pitchFamily="2" charset="2"/>
              <a:buChar char="§"/>
              <a:defRPr sz="1599">
                <a:solidFill>
                  <a:schemeClr val="bg1"/>
                </a:solidFill>
              </a:defRPr>
            </a:lvl3pPr>
            <a:lvl4pPr>
              <a:defRPr sz="1599"/>
            </a:lvl4pPr>
            <a:lvl5pPr>
              <a:defRPr sz="1599"/>
            </a:lvl5pPr>
            <a:lvl6pPr>
              <a:defRPr sz="1599"/>
            </a:lvl6pPr>
            <a:lvl7pPr>
              <a:defRPr sz="1599"/>
            </a:lvl7pPr>
            <a:lvl8pPr>
              <a:defRPr sz="1599"/>
            </a:lvl8pPr>
            <a:lvl9pPr>
              <a:defRPr sz="1599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1878071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Point Dark 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A7E6AF12-EC90-614F-8CEA-7B42F207F2B7}" type="datetime1">
              <a:rPr lang="en-US" smtClean="0"/>
              <a:pPr/>
              <a:t>8/24/2022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350E2B03-E35D-7E46-A0F6-6A5DBBF376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9456" y="6190488"/>
            <a:ext cx="2276856" cy="400676"/>
          </a:xfrm>
          <a:prstGeom prst="rect">
            <a:avLst/>
          </a:prstGeom>
        </p:spPr>
      </p:pic>
      <p:sp>
        <p:nvSpPr>
          <p:cNvPr id="13" name="Title 7">
            <a:extLst>
              <a:ext uri="{FF2B5EF4-FFF2-40B4-BE49-F238E27FC236}">
                <a16:creationId xmlns:a16="http://schemas.microsoft.com/office/drawing/2014/main" id="{453F15AD-3076-3949-8F2D-D6E142F4D0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418038"/>
            <a:ext cx="11254740" cy="2312123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3600" i="0" cap="none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00CA09B5-6D76-9142-9AB6-D6FB4291D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1499" y="3016188"/>
            <a:ext cx="4549141" cy="3003639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2799">
                <a:solidFill>
                  <a:schemeClr val="accent3"/>
                </a:solidFill>
              </a:defRPr>
            </a:lvl1pPr>
            <a:lvl2pPr marL="456931" indent="0">
              <a:buNone/>
              <a:defRPr sz="1200"/>
            </a:lvl2pPr>
            <a:lvl3pPr marL="913868" indent="0">
              <a:buNone/>
              <a:defRPr sz="999"/>
            </a:lvl3pPr>
            <a:lvl4pPr marL="1370786" indent="0">
              <a:buNone/>
              <a:defRPr sz="900"/>
            </a:lvl4pPr>
            <a:lvl5pPr marL="1827721" indent="0">
              <a:buNone/>
              <a:defRPr sz="900"/>
            </a:lvl5pPr>
            <a:lvl6pPr marL="2284658" indent="0">
              <a:buNone/>
              <a:defRPr sz="900"/>
            </a:lvl6pPr>
            <a:lvl7pPr marL="2741590" indent="0">
              <a:buNone/>
              <a:defRPr sz="900"/>
            </a:lvl7pPr>
            <a:lvl8pPr marL="3198504" indent="0">
              <a:buNone/>
              <a:defRPr sz="900"/>
            </a:lvl8pPr>
            <a:lvl9pPr marL="3655435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EB955B17-8ED0-3340-A5DC-849AED4FC36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715013" y="3016168"/>
            <a:ext cx="5905488" cy="2991451"/>
          </a:xfrm>
        </p:spPr>
        <p:txBody>
          <a:bodyPr/>
          <a:lstStyle>
            <a:lvl1pPr marL="319847" indent="-319847">
              <a:lnSpc>
                <a:spcPct val="100000"/>
              </a:lnSpc>
              <a:spcBef>
                <a:spcPts val="1800"/>
              </a:spcBef>
              <a:buClr>
                <a:schemeClr val="accent3"/>
              </a:buClr>
              <a:buFont typeface="Wingdings" pitchFamily="2" charset="2"/>
              <a:buChar char="§"/>
              <a:defRPr sz="2400">
                <a:solidFill>
                  <a:schemeClr val="bg1"/>
                </a:solidFill>
              </a:defRPr>
            </a:lvl1pPr>
            <a:lvl2pPr marL="639707" indent="-319847">
              <a:lnSpc>
                <a:spcPct val="100000"/>
              </a:lnSpc>
              <a:spcBef>
                <a:spcPts val="600"/>
              </a:spcBef>
              <a:buClr>
                <a:schemeClr val="accent3"/>
              </a:buClr>
              <a:buSzPct val="100000"/>
              <a:buFont typeface="System Font Regular"/>
              <a:buChar char="➔"/>
              <a:defRPr sz="2001">
                <a:solidFill>
                  <a:schemeClr val="bg1"/>
                </a:solidFill>
              </a:defRPr>
            </a:lvl2pPr>
            <a:lvl3pPr marL="959555" indent="-319847">
              <a:lnSpc>
                <a:spcPct val="100000"/>
              </a:lnSpc>
              <a:spcBef>
                <a:spcPts val="600"/>
              </a:spcBef>
              <a:buClr>
                <a:schemeClr val="accent3"/>
              </a:buClr>
              <a:buFont typeface="Wingdings" pitchFamily="2" charset="2"/>
              <a:buChar char="§"/>
              <a:defRPr sz="1599">
                <a:solidFill>
                  <a:schemeClr val="bg1"/>
                </a:solidFill>
              </a:defRPr>
            </a:lvl3pPr>
            <a:lvl4pPr>
              <a:defRPr sz="1599"/>
            </a:lvl4pPr>
            <a:lvl5pPr>
              <a:defRPr sz="1599"/>
            </a:lvl5pPr>
            <a:lvl6pPr>
              <a:defRPr sz="1599"/>
            </a:lvl6pPr>
            <a:lvl7pPr>
              <a:defRPr sz="1599"/>
            </a:lvl7pPr>
            <a:lvl8pPr>
              <a:defRPr sz="1599"/>
            </a:lvl8pPr>
            <a:lvl9pPr>
              <a:defRPr sz="1599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8199789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71499" y="332460"/>
            <a:ext cx="8519163" cy="579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4403"/>
            </a:lvl1pPr>
          </a:lstStyle>
          <a:p>
            <a:pPr marL="0" lvl="0" indent="0">
              <a:lnSpc>
                <a:spcPct val="110000"/>
              </a:lnSpc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D3207E-6432-BF48-94AB-98FAA05DEDE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2F66B414-0BAA-254F-A54B-9A4CBE4CF7B4}" type="datetime1">
              <a:rPr lang="en-US" smtClean="0"/>
              <a:pPr/>
              <a:t>8/24/2022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EC6E52-E3D3-F048-893B-E66A24ECA9E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4AD13E-C264-3C44-919D-FFC8D02515D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86297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ero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13671A-7315-6E41-AC9A-F5B5B54B744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2F66B414-0BAA-254F-A54B-9A4CBE4CF7B4}" type="datetime1">
              <a:rPr lang="en-US" smtClean="0"/>
              <a:pPr/>
              <a:t>8/24/2022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F8205E-93AF-7949-8B64-C4EBA6D0576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85A31D-E13C-5741-BAA2-AB9DABBF294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6778A37E-23BC-0344-9DB3-4124A59FC3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1499" y="332460"/>
            <a:ext cx="8519163" cy="579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4403">
                <a:solidFill>
                  <a:schemeClr val="bg1"/>
                </a:solidFill>
              </a:defRPr>
            </a:lvl1pPr>
          </a:lstStyle>
          <a:p>
            <a:pPr marL="0" lvl="0" indent="0">
              <a:lnSpc>
                <a:spcPct val="110000"/>
              </a:lnSpc>
              <a:buNone/>
            </a:pPr>
            <a:r>
              <a:rPr lang="en-US"/>
              <a:t>Click to edit Master text styles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6CE26A7-9EAF-F149-8AB0-E32BB4217E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9456" y="6190488"/>
            <a:ext cx="2276856" cy="400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873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9448A36-789B-7B41-8EDC-4773C78C8615}"/>
              </a:ext>
            </a:extLst>
          </p:cNvPr>
          <p:cNvSpPr txBox="1"/>
          <p:nvPr userDrawn="1"/>
        </p:nvSpPr>
        <p:spPr>
          <a:xfrm>
            <a:off x="8329243" y="917665"/>
            <a:ext cx="1595437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sz="1400" i="0" spc="0" baseline="0" dirty="0">
                <a:solidFill>
                  <a:schemeClr val="accent1"/>
                </a:solidFill>
                <a:latin typeface="+mj-lt"/>
              </a:rPr>
              <a:t>thelaunchbox.com</a:t>
            </a:r>
            <a:endParaRPr lang="en-US" sz="1400" i="0" spc="0" baseline="0" dirty="0">
              <a:solidFill>
                <a:schemeClr val="accent1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DD245C8-5B15-A649-9958-ECD44CCE31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02963" y="1438487"/>
            <a:ext cx="3509072" cy="3509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742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Al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78227FDA-5080-CC45-B12A-A26DABE797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02962" y="1438487"/>
            <a:ext cx="3509072" cy="350907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0B4E75D-E6DE-4D4D-9737-80B131AB1896}"/>
              </a:ext>
            </a:extLst>
          </p:cNvPr>
          <p:cNvSpPr txBox="1"/>
          <p:nvPr userDrawn="1"/>
        </p:nvSpPr>
        <p:spPr>
          <a:xfrm>
            <a:off x="8329243" y="917665"/>
            <a:ext cx="1595437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sz="1400" i="0" spc="0" baseline="0" dirty="0">
                <a:solidFill>
                  <a:schemeClr val="accent1"/>
                </a:solidFill>
                <a:latin typeface="+mj-lt"/>
              </a:rPr>
              <a:t>thelaunchbox.com</a:t>
            </a:r>
            <a:endParaRPr lang="en-US" sz="1400" i="0" spc="0" baseline="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7632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5" y="234834"/>
            <a:ext cx="11887201" cy="27432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1500" y="914400"/>
            <a:ext cx="11049000" cy="502920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46104" y="641963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 spc="99" baseline="0">
                <a:solidFill>
                  <a:schemeClr val="accent1"/>
                </a:solidFill>
                <a:latin typeface="+mn-lt"/>
              </a:defRPr>
            </a:lvl1pPr>
          </a:lstStyle>
          <a:p>
            <a:fld id="{2F66B414-0BAA-254F-A54B-9A4CBE4CF7B4}" type="datetime1">
              <a:rPr lang="en-US" smtClean="0"/>
              <a:pPr/>
              <a:t>8/24/2022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63596" y="6419634"/>
            <a:ext cx="567911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 cap="all" spc="99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96519" y="6419086"/>
            <a:ext cx="48683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3">
                <a:solidFill>
                  <a:schemeClr val="accent1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7D0DA7A-2DB9-7C40-BABD-C94E5F91332C}"/>
              </a:ext>
            </a:extLst>
          </p:cNvPr>
          <p:cNvPicPr>
            <a:picLocks noChangeAspect="1"/>
          </p:cNvPicPr>
          <p:nvPr userDrawn="1"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21711" y="6190488"/>
            <a:ext cx="2276856" cy="400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640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  <p:sldLayoutId id="2147483691" r:id="rId15"/>
    <p:sldLayoutId id="2147483692" r:id="rId16"/>
    <p:sldLayoutId id="2147483693" r:id="rId17"/>
    <p:sldLayoutId id="2147483694" r:id="rId18"/>
    <p:sldLayoutId id="2147483695" r:id="rId19"/>
    <p:sldLayoutId id="2147483696" r:id="rId20"/>
    <p:sldLayoutId id="2147483697" r:id="rId21"/>
    <p:sldLayoutId id="2147483698" r:id="rId22"/>
    <p:sldLayoutId id="2147483699" r:id="rId23"/>
    <p:sldLayoutId id="2147483700" r:id="rId24"/>
  </p:sldLayoutIdLst>
  <p:hf hdr="0" ftr="0"/>
  <p:txStyles>
    <p:titleStyle>
      <a:lvl1pPr algn="l" defTabSz="913868" rtl="0" eaLnBrk="1" latinLnBrk="0" hangingPunct="1">
        <a:lnSpc>
          <a:spcPct val="80000"/>
        </a:lnSpc>
        <a:spcBef>
          <a:spcPct val="0"/>
        </a:spcBef>
        <a:buNone/>
        <a:defRPr sz="2000" b="0" i="1" kern="1200" cap="all" spc="99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388" indent="-91388" algn="l" defTabSz="913868" rtl="0" eaLnBrk="1" latinLnBrk="0" hangingPunct="1">
        <a:lnSpc>
          <a:spcPct val="100000"/>
        </a:lnSpc>
        <a:spcBef>
          <a:spcPts val="600"/>
        </a:spcBef>
        <a:spcAft>
          <a:spcPts val="1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39707" indent="-319847" algn="l" defTabSz="913868" rtl="0" eaLnBrk="1" latinLnBrk="0" hangingPunct="1">
        <a:lnSpc>
          <a:spcPct val="100000"/>
        </a:lnSpc>
        <a:spcBef>
          <a:spcPts val="600"/>
        </a:spcBef>
        <a:spcAft>
          <a:spcPts val="1200"/>
        </a:spcAft>
        <a:buClr>
          <a:schemeClr val="accent2"/>
        </a:buClr>
        <a:buFont typeface="Wingdings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59555" indent="-319847" algn="l" defTabSz="913868" rtl="0" eaLnBrk="1" latinLnBrk="0" hangingPunct="1">
        <a:lnSpc>
          <a:spcPct val="100000"/>
        </a:lnSpc>
        <a:spcBef>
          <a:spcPts val="1200"/>
        </a:spcBef>
        <a:spcAft>
          <a:spcPts val="1800"/>
        </a:spcAft>
        <a:buClr>
          <a:schemeClr val="accent2"/>
        </a:buClr>
        <a:buSzPct val="100000"/>
        <a:buFont typeface="System Font Regular"/>
        <a:buChar char="➔"/>
        <a:defRPr sz="20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19847" algn="l" defTabSz="913868" rtl="0" eaLnBrk="1" latinLnBrk="0" hangingPunct="1">
        <a:lnSpc>
          <a:spcPct val="100000"/>
        </a:lnSpc>
        <a:spcBef>
          <a:spcPts val="600"/>
        </a:spcBef>
        <a:spcAft>
          <a:spcPts val="1200"/>
        </a:spcAft>
        <a:buClr>
          <a:schemeClr val="accent1"/>
        </a:buClr>
        <a:buFont typeface="Wingdings" pitchFamily="2" charset="2"/>
        <a:buChar char="§"/>
        <a:defRPr sz="1599" kern="1200">
          <a:solidFill>
            <a:schemeClr val="tx1"/>
          </a:solidFill>
          <a:latin typeface="+mn-lt"/>
          <a:ea typeface="+mn-ea"/>
          <a:cs typeface="+mn-cs"/>
        </a:defRPr>
      </a:lvl4pPr>
      <a:lvl5pPr marL="776779" indent="-137071" algn="l" defTabSz="913868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tx1"/>
        </a:buClr>
        <a:buFont typeface="Wingdings 3" pitchFamily="18" charset="2"/>
        <a:buChar char=""/>
        <a:defRPr sz="1403" kern="1200">
          <a:solidFill>
            <a:schemeClr val="tx1"/>
          </a:solidFill>
          <a:latin typeface="+mn-lt"/>
          <a:ea typeface="+mn-ea"/>
          <a:cs typeface="+mn-cs"/>
        </a:defRPr>
      </a:lvl5pPr>
      <a:lvl6pPr marL="913868" indent="-137071" algn="l" defTabSz="913868" rtl="0" eaLnBrk="1" latinLnBrk="0" hangingPunct="1">
        <a:lnSpc>
          <a:spcPct val="90000"/>
        </a:lnSpc>
        <a:spcBef>
          <a:spcPts val="203"/>
        </a:spcBef>
        <a:spcAft>
          <a:spcPts val="399"/>
        </a:spcAft>
        <a:buClr>
          <a:schemeClr val="accent1"/>
        </a:buClr>
        <a:buFont typeface="Wingdings 3" pitchFamily="18" charset="2"/>
        <a:buChar char=""/>
        <a:defRPr sz="1403" kern="1200">
          <a:solidFill>
            <a:schemeClr val="tx1"/>
          </a:solidFill>
          <a:latin typeface="+mn-lt"/>
          <a:ea typeface="+mn-ea"/>
          <a:cs typeface="+mn-cs"/>
        </a:defRPr>
      </a:lvl6pPr>
      <a:lvl7pPr marL="1060080" indent="-137071" algn="l" defTabSz="913868" rtl="0" eaLnBrk="1" latinLnBrk="0" hangingPunct="1">
        <a:lnSpc>
          <a:spcPct val="90000"/>
        </a:lnSpc>
        <a:spcBef>
          <a:spcPts val="203"/>
        </a:spcBef>
        <a:spcAft>
          <a:spcPts val="399"/>
        </a:spcAft>
        <a:buClr>
          <a:schemeClr val="accent1"/>
        </a:buClr>
        <a:buFont typeface="Wingdings 3" pitchFamily="18" charset="2"/>
        <a:buChar char=""/>
        <a:defRPr sz="1403" kern="1200">
          <a:solidFill>
            <a:schemeClr val="tx1"/>
          </a:solidFill>
          <a:latin typeface="+mn-lt"/>
          <a:ea typeface="+mn-ea"/>
          <a:cs typeface="+mn-cs"/>
        </a:defRPr>
      </a:lvl7pPr>
      <a:lvl8pPr marL="1215438" indent="-137071" algn="l" defTabSz="913868" rtl="0" eaLnBrk="1" latinLnBrk="0" hangingPunct="1">
        <a:lnSpc>
          <a:spcPct val="90000"/>
        </a:lnSpc>
        <a:spcBef>
          <a:spcPts val="203"/>
        </a:spcBef>
        <a:spcAft>
          <a:spcPts val="399"/>
        </a:spcAft>
        <a:buClr>
          <a:schemeClr val="accent1"/>
        </a:buClr>
        <a:buFont typeface="Wingdings 3" pitchFamily="18" charset="2"/>
        <a:buChar char=""/>
        <a:defRPr sz="1403" kern="1200">
          <a:solidFill>
            <a:schemeClr val="tx1"/>
          </a:solidFill>
          <a:latin typeface="+mn-lt"/>
          <a:ea typeface="+mn-ea"/>
          <a:cs typeface="+mn-cs"/>
        </a:defRPr>
      </a:lvl8pPr>
      <a:lvl9pPr marL="1361651" indent="-137071" algn="l" defTabSz="913868" rtl="0" eaLnBrk="1" latinLnBrk="0" hangingPunct="1">
        <a:lnSpc>
          <a:spcPct val="90000"/>
        </a:lnSpc>
        <a:spcBef>
          <a:spcPts val="203"/>
        </a:spcBef>
        <a:spcAft>
          <a:spcPts val="399"/>
        </a:spcAft>
        <a:buClr>
          <a:schemeClr val="accent1"/>
        </a:buClr>
        <a:buFont typeface="Wingdings 3" pitchFamily="18" charset="2"/>
        <a:buChar char=""/>
        <a:defRPr sz="140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931" algn="l" defTabSz="9138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868" algn="l" defTabSz="9138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786" algn="l" defTabSz="9138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721" algn="l" defTabSz="9138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658" algn="l" defTabSz="9138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590" algn="l" defTabSz="9138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8504" algn="l" defTabSz="9138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5435" algn="l" defTabSz="9138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7320" userDrawn="1">
          <p15:clr>
            <a:srgbClr val="F26B43"/>
          </p15:clr>
        </p15:guide>
        <p15:guide id="4" pos="3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A65570-36B4-8C46-9142-14AF6F0C105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98125" y="6005650"/>
            <a:ext cx="1043609" cy="274320"/>
          </a:xfrm>
        </p:spPr>
        <p:txBody>
          <a:bodyPr/>
          <a:lstStyle/>
          <a:p>
            <a:fld id="{33798079-21CE-E14E-9A10-1B1BB8AD3EFD}" type="datetime1">
              <a:rPr lang="en-US" smtClean="0"/>
              <a:pPr/>
              <a:t>8/24/2022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2F0077F-DCBA-B14D-9C45-669B926283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98127" y="3283440"/>
            <a:ext cx="6985536" cy="1463040"/>
          </a:xfrm>
        </p:spPr>
        <p:txBody>
          <a:bodyPr/>
          <a:lstStyle/>
          <a:p>
            <a:r>
              <a:rPr lang="en-US" dirty="0"/>
              <a:t>Tech Dev Firm – </a:t>
            </a:r>
            <a:br>
              <a:rPr lang="en-US" dirty="0"/>
            </a:br>
            <a:r>
              <a:rPr lang="en-US" dirty="0"/>
              <a:t>messaging &amp; identity 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AA1FB0A-AF8C-4F44-9EDC-E601152935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98125" y="4875773"/>
            <a:ext cx="6985543" cy="989450"/>
          </a:xfrm>
        </p:spPr>
        <p:txBody>
          <a:bodyPr/>
          <a:lstStyle/>
          <a:p>
            <a:r>
              <a:rPr lang="en-US" dirty="0"/>
              <a:t>GOAL: Define EXTERNAL messaging – Elevator pitch, Mission/Vision/Values</a:t>
            </a:r>
          </a:p>
        </p:txBody>
      </p:sp>
    </p:spTree>
    <p:extLst>
      <p:ext uri="{BB962C8B-B14F-4D97-AF65-F5344CB8AC3E}">
        <p14:creationId xmlns:p14="http://schemas.microsoft.com/office/powerpoint/2010/main" val="662418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8E8EC1C-BFB3-9C23-9190-B5D13E2BD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914400"/>
            <a:ext cx="5644106" cy="5029200"/>
          </a:xfrm>
        </p:spPr>
        <p:txBody>
          <a:bodyPr/>
          <a:lstStyle/>
          <a:p>
            <a:r>
              <a:rPr lang="en-US" b="1" dirty="0"/>
              <a:t>We turbo-charge cloud initiatives.</a:t>
            </a:r>
          </a:p>
          <a:p>
            <a:r>
              <a:rPr lang="en-US" dirty="0" err="1"/>
              <a:t>NewCo</a:t>
            </a:r>
            <a:r>
              <a:rPr lang="en-US" dirty="0"/>
              <a:t> is a strategic enabler of rapid </a:t>
            </a:r>
            <a:r>
              <a:rPr lang="en-US" dirty="0">
                <a:highlight>
                  <a:srgbClr val="FFFF00"/>
                </a:highlight>
              </a:rPr>
              <a:t>growth</a:t>
            </a:r>
            <a:r>
              <a:rPr lang="en-US" dirty="0"/>
              <a:t> – both for technical talent and the software firms we serve.</a:t>
            </a:r>
          </a:p>
          <a:p>
            <a:r>
              <a:rPr lang="en-US" dirty="0"/>
              <a:t>Organizations that work with us get access to game-changing talent to drive strategic growth.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784F62-6978-063C-1D34-105AE0B04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B8B27-2482-2944-BAE4-A2E493AC982D}" type="datetime1">
              <a:rPr lang="en-US" smtClean="0"/>
              <a:t>8/24/2022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E907AA-8609-4E26-AC3E-9F1A90335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2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C574D77-DC43-A56D-EFC0-EF8E5696F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Brand promise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9AA169-6FC9-1620-105F-EE39DD5862BD}"/>
              </a:ext>
            </a:extLst>
          </p:cNvPr>
          <p:cNvSpPr txBox="1"/>
          <p:nvPr/>
        </p:nvSpPr>
        <p:spPr>
          <a:xfrm>
            <a:off x="6956384" y="917293"/>
            <a:ext cx="4540135" cy="5502341"/>
          </a:xfrm>
          <a:prstGeom prst="rect">
            <a:avLst/>
          </a:prstGeom>
        </p:spPr>
        <p:txBody>
          <a:bodyPr vert="horz" wrap="square" lIns="45720" tIns="45720" rIns="45720" bIns="45720" rtlCol="0">
            <a:normAutofit fontScale="77500" lnSpcReduction="20000"/>
          </a:bodyPr>
          <a:lstStyle/>
          <a:p>
            <a:pPr>
              <a:spcBef>
                <a:spcPts val="1800"/>
              </a:spcBef>
            </a:pPr>
            <a:r>
              <a:rPr lang="en-US" b="1" dirty="0"/>
              <a:t>Outcomes We Promise</a:t>
            </a:r>
            <a:r>
              <a:rPr lang="en-US" dirty="0"/>
              <a:t>:</a:t>
            </a:r>
          </a:p>
          <a:p>
            <a:pPr>
              <a:spcBef>
                <a:spcPts val="1800"/>
              </a:spcBef>
            </a:pPr>
            <a:r>
              <a:rPr lang="en-US" u="sng" dirty="0"/>
              <a:t>To our clients:</a:t>
            </a:r>
          </a:p>
          <a:p>
            <a:pPr marL="457200" indent="-457200">
              <a:spcBef>
                <a:spcPts val="1800"/>
              </a:spcBef>
              <a:buAutoNum type="arabicPeriod"/>
            </a:pPr>
            <a:r>
              <a:rPr lang="en-US" dirty="0"/>
              <a:t>A flexible, customized approach to augment existing teams with premium talent </a:t>
            </a:r>
          </a:p>
          <a:p>
            <a:pPr marL="457200" indent="-457200">
              <a:spcBef>
                <a:spcPts val="1800"/>
              </a:spcBef>
              <a:buAutoNum type="arabicPeriod"/>
            </a:pPr>
            <a:r>
              <a:rPr lang="en-US" dirty="0"/>
              <a:t>Rapid </a:t>
            </a:r>
            <a:r>
              <a:rPr lang="en-US" dirty="0">
                <a:highlight>
                  <a:srgbClr val="FFFF00"/>
                </a:highlight>
              </a:rPr>
              <a:t>growth</a:t>
            </a:r>
            <a:r>
              <a:rPr lang="en-US" dirty="0"/>
              <a:t> for strategic cloud initiatives – without the linear cost of finding and employing permanent and costly talent</a:t>
            </a:r>
          </a:p>
          <a:p>
            <a:pPr marL="457200" indent="-457200">
              <a:spcBef>
                <a:spcPts val="1800"/>
              </a:spcBef>
              <a:buAutoNum type="arabicPeriod"/>
            </a:pPr>
            <a:r>
              <a:rPr lang="en-US" dirty="0">
                <a:highlight>
                  <a:srgbClr val="FFFF00"/>
                </a:highlight>
              </a:rPr>
              <a:t>Powerful results from a diversity of thought… Innovation impacted by diversity… Diversity = a more complete solution to complex problems </a:t>
            </a:r>
          </a:p>
          <a:p>
            <a:pPr>
              <a:spcBef>
                <a:spcPts val="1800"/>
              </a:spcBef>
            </a:pPr>
            <a:r>
              <a:rPr lang="en-US" u="sng" dirty="0"/>
              <a:t>To our team:</a:t>
            </a:r>
          </a:p>
          <a:p>
            <a:pPr marL="457200" indent="-457200">
              <a:spcBef>
                <a:spcPts val="1800"/>
              </a:spcBef>
              <a:buAutoNum type="arabicPeriod"/>
            </a:pPr>
            <a:r>
              <a:rPr lang="en-US" dirty="0"/>
              <a:t>Exciting, flexible work experiences across a variety of environments – with the stability of a full-time job </a:t>
            </a:r>
          </a:p>
          <a:p>
            <a:pPr marL="457200" indent="-457200">
              <a:spcBef>
                <a:spcPts val="1800"/>
              </a:spcBef>
              <a:buAutoNum type="arabicPeriod"/>
            </a:pPr>
            <a:r>
              <a:rPr lang="en-US" dirty="0"/>
              <a:t>Comprehensive training programs with a unique mentorship model to rapidly build both technical and leadership skills for the long term</a:t>
            </a:r>
          </a:p>
          <a:p>
            <a:pPr marL="457200" indent="-457200">
              <a:spcBef>
                <a:spcPts val="1800"/>
              </a:spcBef>
              <a:buAutoNum type="arabicPeriod"/>
            </a:pPr>
            <a:r>
              <a:rPr lang="en-US" dirty="0"/>
              <a:t>A culture that values and rewards diversity in all forms, entrepreneurship and intrapreneurship, open candor, and continuous growth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4B1156-F13D-E021-0B64-BD091568CCD2}"/>
              </a:ext>
            </a:extLst>
          </p:cNvPr>
          <p:cNvSpPr txBox="1"/>
          <p:nvPr/>
        </p:nvSpPr>
        <p:spPr>
          <a:xfrm>
            <a:off x="-971550" y="914400"/>
            <a:ext cx="914400" cy="914400"/>
          </a:xfrm>
          <a:prstGeom prst="rect">
            <a:avLst/>
          </a:prstGeom>
        </p:spPr>
        <p:txBody>
          <a:bodyPr vert="horz" wrap="none" lIns="45720" tIns="45720" rIns="45720" bIns="45720" rtlCol="0">
            <a:normAutofit/>
          </a:bodyPr>
          <a:lstStyle/>
          <a:p>
            <a:pPr algn="l">
              <a:spcBef>
                <a:spcPts val="18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212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8E8EC1C-BFB3-9C23-9190-B5D13E2BD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Our leadership team has spent decades developing top technical talent</a:t>
            </a:r>
          </a:p>
          <a:p>
            <a:r>
              <a:rPr lang="en-US" dirty="0"/>
              <a:t>We are breaking barriers to access to top talent across LATAM region – combining the best of offshore with a near shore model…</a:t>
            </a:r>
          </a:p>
          <a:p>
            <a:r>
              <a:rPr lang="en-US" dirty="0"/>
              <a:t>Focused on </a:t>
            </a:r>
            <a:r>
              <a:rPr lang="en-US" dirty="0">
                <a:highlight>
                  <a:srgbClr val="FFFF00"/>
                </a:highlight>
              </a:rPr>
              <a:t>specialized talent for a specific platform </a:t>
            </a:r>
            <a:r>
              <a:rPr lang="en-US" dirty="0"/>
              <a:t>(not generic across all platforms) – dedicated resources for specific platforms – not generalists (data science platform talent will be agnostic, so need to think about this for </a:t>
            </a:r>
            <a:r>
              <a:rPr lang="en-US"/>
              <a:t>the future…)</a:t>
            </a:r>
            <a:endParaRPr lang="en-US" dirty="0"/>
          </a:p>
          <a:p>
            <a:r>
              <a:rPr lang="en-US" dirty="0"/>
              <a:t>Unique/complete/new perspectives from expertise in different industries – cross learning</a:t>
            </a: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784F62-6978-063C-1D34-105AE0B04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B8B27-2482-2944-BAE4-A2E493AC982D}" type="datetime1">
              <a:rPr lang="en-US" smtClean="0"/>
              <a:t>8/24/2022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E907AA-8609-4E26-AC3E-9F1A90335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C574D77-DC43-A56D-EFC0-EF8E5696F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Reasons to believe / differentiators </a:t>
            </a:r>
          </a:p>
        </p:txBody>
      </p:sp>
    </p:spTree>
    <p:extLst>
      <p:ext uri="{BB962C8B-B14F-4D97-AF65-F5344CB8AC3E}">
        <p14:creationId xmlns:p14="http://schemas.microsoft.com/office/powerpoint/2010/main" val="826053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546D845-F352-62E7-D799-4B9B68A6FC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NewCo</a:t>
            </a:r>
            <a:r>
              <a:rPr lang="en-US" dirty="0"/>
              <a:t> is a technical development and staffing firm, specializing in cloud technologies.</a:t>
            </a:r>
          </a:p>
          <a:p>
            <a:r>
              <a:rPr lang="en-US" dirty="0"/>
              <a:t>We connect top talent with firms seeking rapid </a:t>
            </a:r>
            <a:r>
              <a:rPr lang="en-US" dirty="0">
                <a:highlight>
                  <a:srgbClr val="FFFF00"/>
                </a:highlight>
              </a:rPr>
              <a:t>growth</a:t>
            </a:r>
            <a:r>
              <a:rPr lang="en-US" dirty="0"/>
              <a:t>, turbo-charging their development teams to help them meet strategic goals. </a:t>
            </a:r>
          </a:p>
          <a:p>
            <a:r>
              <a:rPr lang="en-US" dirty="0"/>
              <a:t>We are a magnet and </a:t>
            </a:r>
            <a:r>
              <a:rPr lang="en-US" dirty="0">
                <a:highlight>
                  <a:srgbClr val="FFFF00"/>
                </a:highlight>
              </a:rPr>
              <a:t>incubator</a:t>
            </a:r>
            <a:r>
              <a:rPr lang="en-US" dirty="0"/>
              <a:t> for top talent, offering comprehensive training programs, a unique hands-on mentorship structure, and an entrepreneurial culture.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73F801-155C-B122-072B-AF9337F64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B8B27-2482-2944-BAE4-A2E493AC982D}" type="datetime1">
              <a:rPr lang="en-US" smtClean="0"/>
              <a:t>8/24/2022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C4273B-7399-0554-5306-1C1B1B06C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4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AAE0813-4458-39CB-FFE0-633A015C8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Elevator pitch</a:t>
            </a:r>
          </a:p>
        </p:txBody>
      </p:sp>
    </p:spTree>
    <p:extLst>
      <p:ext uri="{BB962C8B-B14F-4D97-AF65-F5344CB8AC3E}">
        <p14:creationId xmlns:p14="http://schemas.microsoft.com/office/powerpoint/2010/main" val="135601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8E8EC1C-BFB3-9C23-9190-B5D13E2BD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Our mission is to develop </a:t>
            </a:r>
            <a:r>
              <a:rPr lang="en-US" dirty="0">
                <a:highlight>
                  <a:srgbClr val="FFFF00"/>
                </a:highlight>
              </a:rPr>
              <a:t>top technical talent to turbo-charge </a:t>
            </a:r>
            <a:r>
              <a:rPr lang="en-US" dirty="0"/>
              <a:t>our clients’ cloud initiatives. </a:t>
            </a:r>
          </a:p>
          <a:p>
            <a:r>
              <a:rPr lang="en-US" sz="2200" b="1" dirty="0"/>
              <a:t>+ Team</a:t>
            </a:r>
          </a:p>
          <a:p>
            <a:pPr>
              <a:spcBef>
                <a:spcPts val="0"/>
              </a:spcBef>
            </a:pPr>
            <a:r>
              <a:rPr lang="en-US" sz="2200" dirty="0"/>
              <a:t>As an experienced team of technical leaders, we know that great technical talent comes from a combination of continuous learning and mentorship. We value team members from diverse backgrounds, with the growth mindset to build new things, think differently, and never stop learning.</a:t>
            </a:r>
          </a:p>
          <a:p>
            <a:r>
              <a:rPr lang="en-US" sz="2200" b="1" dirty="0"/>
              <a:t>+ Clients</a:t>
            </a:r>
          </a:p>
          <a:p>
            <a:pPr>
              <a:spcBef>
                <a:spcPts val="0"/>
              </a:spcBef>
            </a:pPr>
            <a:r>
              <a:rPr lang="en-US" sz="2200" dirty="0"/>
              <a:t>We are focused on outcomes. We are known for partnering with our clients, offering top talent and a flexible approach to achieve measurable, long-term results for their most strategic cloud initiatives.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784F62-6978-063C-1D34-105AE0B04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B8B27-2482-2944-BAE4-A2E493AC982D}" type="datetime1">
              <a:rPr lang="en-US" smtClean="0"/>
              <a:t>8/24/2022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E907AA-8609-4E26-AC3E-9F1A90335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5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C574D77-DC43-A56D-EFC0-EF8E5696F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mission</a:t>
            </a:r>
          </a:p>
        </p:txBody>
      </p:sp>
    </p:spTree>
    <p:extLst>
      <p:ext uri="{BB962C8B-B14F-4D97-AF65-F5344CB8AC3E}">
        <p14:creationId xmlns:p14="http://schemas.microsoft.com/office/powerpoint/2010/main" val="3324857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8E8EC1C-BFB3-9C23-9190-B5D13E2BD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Our vision is to be the go-to choice for growth-minded software development firms, and a magnet for game-changing technical talent.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784F62-6978-063C-1D34-105AE0B04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B8B27-2482-2944-BAE4-A2E493AC982D}" type="datetime1">
              <a:rPr lang="en-US" smtClean="0"/>
              <a:t>8/24/2022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E907AA-8609-4E26-AC3E-9F1A90335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6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C574D77-DC43-A56D-EFC0-EF8E5696F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vision</a:t>
            </a:r>
          </a:p>
        </p:txBody>
      </p:sp>
    </p:spTree>
    <p:extLst>
      <p:ext uri="{BB962C8B-B14F-4D97-AF65-F5344CB8AC3E}">
        <p14:creationId xmlns:p14="http://schemas.microsoft.com/office/powerpoint/2010/main" val="1759096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8E8EC1C-BFB3-9C23-9190-B5D13E2BD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499" y="914400"/>
            <a:ext cx="11231295" cy="5029200"/>
          </a:xfrm>
        </p:spPr>
        <p:txBody>
          <a:bodyPr/>
          <a:lstStyle/>
          <a:p>
            <a:r>
              <a:rPr lang="en-US" dirty="0"/>
              <a:t>We are a passionate team of technology professionals with a common set of core values that govern how we serve clients and manage our firm.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784F62-6978-063C-1D34-105AE0B04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B8B27-2482-2944-BAE4-A2E493AC982D}" type="datetime1">
              <a:rPr lang="en-US" smtClean="0"/>
              <a:t>8/24/2022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E907AA-8609-4E26-AC3E-9F1A90335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C574D77-DC43-A56D-EFC0-EF8E5696F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B6D672-40EC-FA7D-892A-CC89AF3AA0A4}"/>
              </a:ext>
            </a:extLst>
          </p:cNvPr>
          <p:cNvSpPr txBox="1"/>
          <p:nvPr/>
        </p:nvSpPr>
        <p:spPr>
          <a:xfrm>
            <a:off x="662940" y="2183130"/>
            <a:ext cx="2754630" cy="2194560"/>
          </a:xfrm>
          <a:prstGeom prst="rect">
            <a:avLst/>
          </a:prstGeom>
        </p:spPr>
        <p:txBody>
          <a:bodyPr vert="horz" wrap="square" lIns="45720" tIns="45720" rIns="45720" bIns="45720" rtlCol="0">
            <a:normAutofit/>
          </a:bodyPr>
          <a:lstStyle/>
          <a:p>
            <a:pPr algn="l">
              <a:spcBef>
                <a:spcPts val="1800"/>
              </a:spcBef>
            </a:pPr>
            <a:r>
              <a:rPr lang="en-US" b="1" dirty="0"/>
              <a:t>Unparalleled Growth</a:t>
            </a:r>
          </a:p>
          <a:p>
            <a:pPr algn="l">
              <a:spcBef>
                <a:spcPts val="1800"/>
              </a:spcBef>
            </a:pPr>
            <a:r>
              <a:rPr lang="en-US" dirty="0"/>
              <a:t>We take a unique approach to developing talent… personal development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C06F5F-6D70-E34C-5223-BCD1E04EB45D}"/>
              </a:ext>
            </a:extLst>
          </p:cNvPr>
          <p:cNvSpPr txBox="1"/>
          <p:nvPr/>
        </p:nvSpPr>
        <p:spPr>
          <a:xfrm>
            <a:off x="4107180" y="2183130"/>
            <a:ext cx="2754630" cy="2194560"/>
          </a:xfrm>
          <a:prstGeom prst="rect">
            <a:avLst/>
          </a:prstGeom>
        </p:spPr>
        <p:txBody>
          <a:bodyPr vert="horz" wrap="square" lIns="45720" tIns="45720" rIns="45720" bIns="45720" rtlCol="0">
            <a:normAutofit/>
          </a:bodyPr>
          <a:lstStyle/>
          <a:p>
            <a:pPr algn="l">
              <a:spcBef>
                <a:spcPts val="1800"/>
              </a:spcBef>
            </a:pPr>
            <a:r>
              <a:rPr lang="en-US" b="1" dirty="0"/>
              <a:t>Talent-Centric</a:t>
            </a:r>
          </a:p>
          <a:p>
            <a:pPr algn="l">
              <a:spcBef>
                <a:spcPts val="1800"/>
              </a:spcBef>
            </a:pPr>
            <a:r>
              <a:rPr lang="en-US" dirty="0"/>
              <a:t>Great culture is a magnet for great talent. We believe in… focused on individual resources…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4890BB-27CB-BC7E-094A-ADD5F3BC6FAB}"/>
              </a:ext>
            </a:extLst>
          </p:cNvPr>
          <p:cNvSpPr txBox="1"/>
          <p:nvPr/>
        </p:nvSpPr>
        <p:spPr>
          <a:xfrm>
            <a:off x="7551420" y="2141220"/>
            <a:ext cx="2754630" cy="2194560"/>
          </a:xfrm>
          <a:prstGeom prst="rect">
            <a:avLst/>
          </a:prstGeom>
        </p:spPr>
        <p:txBody>
          <a:bodyPr vert="horz" wrap="square" lIns="45720" tIns="45720" rIns="45720" bIns="45720" rtlCol="0">
            <a:normAutofit/>
          </a:bodyPr>
          <a:lstStyle/>
          <a:p>
            <a:pPr algn="l">
              <a:spcBef>
                <a:spcPts val="1800"/>
              </a:spcBef>
            </a:pPr>
            <a:r>
              <a:rPr lang="en-US" b="1" dirty="0"/>
              <a:t>Outcome Focused</a:t>
            </a:r>
          </a:p>
          <a:p>
            <a:pPr algn="l">
              <a:spcBef>
                <a:spcPts val="1800"/>
              </a:spcBef>
            </a:pPr>
            <a:r>
              <a:rPr lang="en-US" dirty="0"/>
              <a:t>Our client relationships are strategic, not transactional. We are committed to and invested in your success.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27F6AC-C03E-52D1-D3F4-30803EC9B29A}"/>
              </a:ext>
            </a:extLst>
          </p:cNvPr>
          <p:cNvSpPr txBox="1"/>
          <p:nvPr/>
        </p:nvSpPr>
        <p:spPr>
          <a:xfrm>
            <a:off x="662940" y="4143907"/>
            <a:ext cx="2754630" cy="2194560"/>
          </a:xfrm>
          <a:prstGeom prst="rect">
            <a:avLst/>
          </a:prstGeom>
        </p:spPr>
        <p:txBody>
          <a:bodyPr vert="horz" wrap="square" lIns="45720" tIns="45720" rIns="45720" bIns="45720" rtlCol="0">
            <a:normAutofit/>
          </a:bodyPr>
          <a:lstStyle/>
          <a:p>
            <a:pPr algn="l">
              <a:spcBef>
                <a:spcPts val="1800"/>
              </a:spcBef>
            </a:pPr>
            <a:r>
              <a:rPr lang="en-US" b="1" dirty="0"/>
              <a:t>Integrity, Quality, Professional… </a:t>
            </a:r>
          </a:p>
          <a:p>
            <a:pPr algn="l">
              <a:spcBef>
                <a:spcPts val="1800"/>
              </a:spcBef>
            </a:pPr>
            <a:r>
              <a:rPr lang="en-US" dirty="0"/>
              <a:t>We take a unique approach to developing talent…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7A6BDF-7415-C5C1-A915-9A146D405277}"/>
              </a:ext>
            </a:extLst>
          </p:cNvPr>
          <p:cNvSpPr txBox="1"/>
          <p:nvPr/>
        </p:nvSpPr>
        <p:spPr>
          <a:xfrm>
            <a:off x="4107180" y="4143907"/>
            <a:ext cx="2754630" cy="2194560"/>
          </a:xfrm>
          <a:prstGeom prst="rect">
            <a:avLst/>
          </a:prstGeom>
        </p:spPr>
        <p:txBody>
          <a:bodyPr vert="horz" wrap="square" lIns="45720" tIns="45720" rIns="45720" bIns="45720" rtlCol="0">
            <a:normAutofit/>
          </a:bodyPr>
          <a:lstStyle/>
          <a:p>
            <a:pPr algn="l">
              <a:spcBef>
                <a:spcPts val="1800"/>
              </a:spcBef>
            </a:pPr>
            <a:r>
              <a:rPr lang="en-US" b="1" dirty="0"/>
              <a:t>Diversity</a:t>
            </a:r>
          </a:p>
          <a:p>
            <a:pPr algn="l">
              <a:spcBef>
                <a:spcPts val="1800"/>
              </a:spcBef>
            </a:pPr>
            <a:r>
              <a:rPr lang="en-US" dirty="0"/>
              <a:t>Culture and group dynamic in general…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1BE026-3EE9-DBC5-3730-CF9D4B729988}"/>
              </a:ext>
            </a:extLst>
          </p:cNvPr>
          <p:cNvSpPr txBox="1"/>
          <p:nvPr/>
        </p:nvSpPr>
        <p:spPr>
          <a:xfrm>
            <a:off x="7551420" y="4154286"/>
            <a:ext cx="2754630" cy="2194560"/>
          </a:xfrm>
          <a:prstGeom prst="rect">
            <a:avLst/>
          </a:prstGeom>
        </p:spPr>
        <p:txBody>
          <a:bodyPr vert="horz" wrap="square" lIns="45720" tIns="45720" rIns="45720" bIns="45720" rtlCol="0">
            <a:normAutofit/>
          </a:bodyPr>
          <a:lstStyle/>
          <a:p>
            <a:pPr algn="l">
              <a:spcBef>
                <a:spcPts val="1800"/>
              </a:spcBef>
            </a:pPr>
            <a:r>
              <a:rPr lang="en-US" b="1" dirty="0"/>
              <a:t>Creativity and Innovation Entrepreneurship</a:t>
            </a:r>
          </a:p>
          <a:p>
            <a:pPr algn="l">
              <a:spcBef>
                <a:spcPts val="1800"/>
              </a:spcBef>
            </a:pPr>
            <a:r>
              <a:rPr lang="en-US" dirty="0"/>
              <a:t>Make a difference more quickly, </a:t>
            </a:r>
            <a:r>
              <a:rPr lang="en-US" dirty="0" err="1"/>
              <a:t>etc</a:t>
            </a:r>
            <a:r>
              <a:rPr lang="en-US" dirty="0"/>
              <a:t>… </a:t>
            </a:r>
          </a:p>
        </p:txBody>
      </p:sp>
    </p:spTree>
    <p:extLst>
      <p:ext uri="{BB962C8B-B14F-4D97-AF65-F5344CB8AC3E}">
        <p14:creationId xmlns:p14="http://schemas.microsoft.com/office/powerpoint/2010/main" val="461481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5BD798B-7CB4-0681-5553-2DAAF9E63B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strike="sngStrike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Nubibus</a:t>
            </a:r>
            <a:r>
              <a:rPr lang="en-US" sz="1800" strike="sngStrike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Solutions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strike="sngStrike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InNube</a:t>
            </a:r>
            <a:r>
              <a:rPr lang="en-US" sz="1800" strike="sngStrike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Solutions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strike="sngStrike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LaNube</a:t>
            </a:r>
            <a:r>
              <a:rPr lang="en-US" sz="1800" strike="sngStrike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(The Cloud) Solutions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strike="sngStrike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LasNubes</a:t>
            </a:r>
            <a:r>
              <a:rPr lang="en-US" sz="1800" strike="sngStrike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Solutions (given we are going to be working to multiple cloud platforms)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</a:rPr>
              <a:t>Ex Situ Solutions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We can also use it as a word game, due to the similar phonetics that it has with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Exito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, or Success in Spanish.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</a:rPr>
              <a:t>Ex Situ – not on premise (in situ), take off-site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No LLC in Texas, .io URL is available 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FireCloud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Solutions Development (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FireCloud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Solutions in Brazil)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We will set your growth on fire and increase your implementation skills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</a:rPr>
              <a:t>Fire for acceleration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 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LEF Technologies (solutions is already taken by a film organization)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 always loved the motto on the French emblem Liberté,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Egalité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Fraternité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that’s basically what we want to offer to our team.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4DB8EF-8593-4630-6A04-8D775C4B7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B8B27-2482-2944-BAE4-A2E493AC982D}" type="datetime1">
              <a:rPr lang="en-US" smtClean="0"/>
              <a:t>8/24/2022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1D6D7B-0962-AE4A-162C-1403FC2E1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995B8B1-4A2C-BEE6-4F31-C5EC541C0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Naming options</a:t>
            </a:r>
          </a:p>
        </p:txBody>
      </p:sp>
    </p:spTree>
    <p:extLst>
      <p:ext uri="{BB962C8B-B14F-4D97-AF65-F5344CB8AC3E}">
        <p14:creationId xmlns:p14="http://schemas.microsoft.com/office/powerpoint/2010/main" val="313553967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LB Template v1">
  <a:themeElements>
    <a:clrScheme name="The Launch Box 1">
      <a:dk1>
        <a:srgbClr val="000000"/>
      </a:dk1>
      <a:lt1>
        <a:srgbClr val="FFFFFF"/>
      </a:lt1>
      <a:dk2>
        <a:srgbClr val="6C808B"/>
      </a:dk2>
      <a:lt2>
        <a:srgbClr val="F2F2F2"/>
      </a:lt2>
      <a:accent1>
        <a:srgbClr val="FF0000"/>
      </a:accent1>
      <a:accent2>
        <a:srgbClr val="FF6600"/>
      </a:accent2>
      <a:accent3>
        <a:srgbClr val="33FFFF"/>
      </a:accent3>
      <a:accent4>
        <a:srgbClr val="33FF66"/>
      </a:accent4>
      <a:accent5>
        <a:srgbClr val="FFEB0D"/>
      </a:accent5>
      <a:accent6>
        <a:srgbClr val="FF1D1D"/>
      </a:accent6>
      <a:hlink>
        <a:srgbClr val="FF3300"/>
      </a:hlink>
      <a:folHlink>
        <a:srgbClr val="FF6600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lIns="91440" tIns="91440" rIns="91440" bIns="91440" rtlCol="0" anchor="ctr"/>
      <a:lstStyle>
        <a:defPPr algn="ctr">
          <a:defRPr sz="2000" dirty="0" smtClean="0">
            <a:solidFill>
              <a:schemeClr val="accent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45720" tIns="45720" rIns="45720" bIns="45720" rtlCol="0">
        <a:normAutofit/>
      </a:bodyPr>
      <a:lstStyle>
        <a:defPPr algn="l">
          <a:spcBef>
            <a:spcPts val="1800"/>
          </a:spcBef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Echelon PPT Template" id="{9D667EB7-86CB-0D48-8A57-B058E8A62183}" vid="{8150EB98-C9D5-5842-89DE-E73BA1F860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948C5FF7F42654E8BFD9C474085E8D3" ma:contentTypeVersion="19" ma:contentTypeDescription="Create a new document." ma:contentTypeScope="" ma:versionID="913a101e64e13edbacfac83c0f93c015">
  <xsd:schema xmlns:xsd="http://www.w3.org/2001/XMLSchema" xmlns:xs="http://www.w3.org/2001/XMLSchema" xmlns:p="http://schemas.microsoft.com/office/2006/metadata/properties" xmlns:ns2="7da7bdb0-dc76-4f10-9703-507b55c992fc" xmlns:ns3="7c1b799b-9263-4874-b153-9fe32b96900c" targetNamespace="http://schemas.microsoft.com/office/2006/metadata/properties" ma:root="true" ma:fieldsID="a0fa96b220b06b9aab417f097bb1b167" ns2:_="" ns3:_="">
    <xsd:import namespace="7da7bdb0-dc76-4f10-9703-507b55c992fc"/>
    <xsd:import namespace="7c1b799b-9263-4874-b153-9fe32b96900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File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a7bdb0-dc76-4f10-9703-507b55c992f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340be32b-3948-4603-be26-8bd62e0891cc}" ma:internalName="TaxCatchAll" ma:showField="CatchAllData" ma:web="7da7bdb0-dc76-4f10-9703-507b55c992f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c1b799b-9263-4874-b153-9fe32b96900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34efe893-eb4a-4167-8877-da8b418b888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Files" ma:index="24" nillable="true" ma:displayName="Files" ma:format="Hyperlink" ma:internalName="Files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c1b799b-9263-4874-b153-9fe32b96900c">
      <Terms xmlns="http://schemas.microsoft.com/office/infopath/2007/PartnerControls"/>
    </lcf76f155ced4ddcb4097134ff3c332f>
    <TaxCatchAll xmlns="7da7bdb0-dc76-4f10-9703-507b55c992fc" xsi:nil="true"/>
    <Files xmlns="7c1b799b-9263-4874-b153-9fe32b96900c">
      <Url xsi:nil="true"/>
      <Description xsi:nil="true"/>
    </File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AED99D0-4A9E-4701-838D-10F7C6889C39}"/>
</file>

<file path=customXml/itemProps2.xml><?xml version="1.0" encoding="utf-8"?>
<ds:datastoreItem xmlns:ds="http://schemas.openxmlformats.org/officeDocument/2006/customXml" ds:itemID="{88BCBC63-6785-478C-A274-57B40CD2A4C8}">
  <ds:schemaRefs>
    <ds:schemaRef ds:uri="http://schemas.microsoft.com/office/2006/metadata/properties"/>
    <ds:schemaRef ds:uri="http://schemas.microsoft.com/office/infopath/2007/PartnerControls"/>
    <ds:schemaRef ds:uri="7c1b799b-9263-4874-b153-9fe32b96900c"/>
    <ds:schemaRef ds:uri="7da7bdb0-dc76-4f10-9703-507b55c992fc"/>
  </ds:schemaRefs>
</ds:datastoreItem>
</file>

<file path=customXml/itemProps3.xml><?xml version="1.0" encoding="utf-8"?>
<ds:datastoreItem xmlns:ds="http://schemas.openxmlformats.org/officeDocument/2006/customXml" ds:itemID="{93E30C51-6563-4520-9980-F16ACCB0156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Echelon Template v1</Template>
  <TotalTime>2433</TotalTime>
  <Words>895</Words>
  <Application>Microsoft Office PowerPoint</Application>
  <PresentationFormat>Widescreen</PresentationFormat>
  <Paragraphs>104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Arial</vt:lpstr>
      <vt:lpstr>Calibri</vt:lpstr>
      <vt:lpstr>Franklin Gothic Book</vt:lpstr>
      <vt:lpstr>Franklin Gothic Medium</vt:lpstr>
      <vt:lpstr>System Font Regular</vt:lpstr>
      <vt:lpstr>Tw Cen MT</vt:lpstr>
      <vt:lpstr>Wingdings</vt:lpstr>
      <vt:lpstr>Wingdings 3</vt:lpstr>
      <vt:lpstr>TLB Template v1</vt:lpstr>
      <vt:lpstr>Tech Dev Firm –  messaging &amp; identity </vt:lpstr>
      <vt:lpstr>Brand promise</vt:lpstr>
      <vt:lpstr>Reasons to believe / differentiators </vt:lpstr>
      <vt:lpstr>Elevator pitch</vt:lpstr>
      <vt:lpstr>mission</vt:lpstr>
      <vt:lpstr>vision</vt:lpstr>
      <vt:lpstr>values</vt:lpstr>
      <vt:lpstr>Naming options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Notes</dc:title>
  <dc:creator>Steve Hurst</dc:creator>
  <cp:lastModifiedBy>Amy Kenly</cp:lastModifiedBy>
  <cp:revision>44</cp:revision>
  <dcterms:created xsi:type="dcterms:W3CDTF">2021-05-18T20:01:59Z</dcterms:created>
  <dcterms:modified xsi:type="dcterms:W3CDTF">2022-08-24T23:56:55Z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0x010100B948C5FF7F42654E8BFD9C474085E8D3</vt:lpwstr>
  </property>
  <property fmtid="{D5CDD505-2E9C-101B-9397-08002B2CF9AE}" pid="3" name="MediaServiceImageTags">
    <vt:lpwstr/>
  </property>
</Properties>
</file>
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5" r:id="rId4"/>
  </p:sldMasterIdLst>
  <p:notesMasterIdLst>
    <p:notesMasterId r:id="rId19"/>
  </p:notesMasterIdLst>
  <p:sldIdLst>
    <p:sldId id="256" r:id="rId5"/>
    <p:sldId id="2134805002" r:id="rId6"/>
    <p:sldId id="2134804995" r:id="rId7"/>
    <p:sldId id="2134804999" r:id="rId8"/>
    <p:sldId id="2134805001" r:id="rId9"/>
    <p:sldId id="2134805000" r:id="rId10"/>
    <p:sldId id="2134805004" r:id="rId11"/>
    <p:sldId id="2134805005" r:id="rId12"/>
    <p:sldId id="2134805006" r:id="rId13"/>
    <p:sldId id="2134805003" r:id="rId14"/>
    <p:sldId id="2134805007" r:id="rId15"/>
    <p:sldId id="2134804996" r:id="rId16"/>
    <p:sldId id="2134804997" r:id="rId17"/>
    <p:sldId id="2134804998" r:id="rId18"/>
  </p:sldIdLst>
  <p:sldSz cx="12192000" cy="6858000"/>
  <p:notesSz cx="6858000" cy="9144000"/>
  <p:defaultTextStyle>
    <a:defPPr>
      <a:defRPr lang="en-US"/>
    </a:defPPr>
    <a:lvl1pPr marL="0" algn="l" defTabSz="457139" rtl="0" eaLnBrk="1" latinLnBrk="0" hangingPunct="1">
      <a:defRPr sz="1801" kern="1200">
        <a:solidFill>
          <a:schemeClr val="tx1"/>
        </a:solidFill>
        <a:latin typeface="+mn-lt"/>
        <a:ea typeface="+mn-ea"/>
        <a:cs typeface="+mn-cs"/>
      </a:defRPr>
    </a:lvl1pPr>
    <a:lvl2pPr marL="457139" algn="l" defTabSz="457139" rtl="0" eaLnBrk="1" latinLnBrk="0" hangingPunct="1">
      <a:defRPr sz="1801" kern="1200">
        <a:solidFill>
          <a:schemeClr val="tx1"/>
        </a:solidFill>
        <a:latin typeface="+mn-lt"/>
        <a:ea typeface="+mn-ea"/>
        <a:cs typeface="+mn-cs"/>
      </a:defRPr>
    </a:lvl2pPr>
    <a:lvl3pPr marL="914281" algn="l" defTabSz="457139" rtl="0" eaLnBrk="1" latinLnBrk="0" hangingPunct="1">
      <a:defRPr sz="1801" kern="1200">
        <a:solidFill>
          <a:schemeClr val="tx1"/>
        </a:solidFill>
        <a:latin typeface="+mn-lt"/>
        <a:ea typeface="+mn-ea"/>
        <a:cs typeface="+mn-cs"/>
      </a:defRPr>
    </a:lvl3pPr>
    <a:lvl4pPr marL="1371416" algn="l" defTabSz="457139" rtl="0" eaLnBrk="1" latinLnBrk="0" hangingPunct="1">
      <a:defRPr sz="1801" kern="1200">
        <a:solidFill>
          <a:schemeClr val="tx1"/>
        </a:solidFill>
        <a:latin typeface="+mn-lt"/>
        <a:ea typeface="+mn-ea"/>
        <a:cs typeface="+mn-cs"/>
      </a:defRPr>
    </a:lvl4pPr>
    <a:lvl5pPr marL="1828561" algn="l" defTabSz="457139" rtl="0" eaLnBrk="1" latinLnBrk="0" hangingPunct="1">
      <a:defRPr sz="1801" kern="1200">
        <a:solidFill>
          <a:schemeClr val="tx1"/>
        </a:solidFill>
        <a:latin typeface="+mn-lt"/>
        <a:ea typeface="+mn-ea"/>
        <a:cs typeface="+mn-cs"/>
      </a:defRPr>
    </a:lvl5pPr>
    <a:lvl6pPr marL="2285698" algn="l" defTabSz="457139" rtl="0" eaLnBrk="1" latinLnBrk="0" hangingPunct="1">
      <a:defRPr sz="1801" kern="1200">
        <a:solidFill>
          <a:schemeClr val="tx1"/>
        </a:solidFill>
        <a:latin typeface="+mn-lt"/>
        <a:ea typeface="+mn-ea"/>
        <a:cs typeface="+mn-cs"/>
      </a:defRPr>
    </a:lvl6pPr>
    <a:lvl7pPr marL="2742837" algn="l" defTabSz="457139" rtl="0" eaLnBrk="1" latinLnBrk="0" hangingPunct="1">
      <a:defRPr sz="1801" kern="1200">
        <a:solidFill>
          <a:schemeClr val="tx1"/>
        </a:solidFill>
        <a:latin typeface="+mn-lt"/>
        <a:ea typeface="+mn-ea"/>
        <a:cs typeface="+mn-cs"/>
      </a:defRPr>
    </a:lvl7pPr>
    <a:lvl8pPr marL="3199977" algn="l" defTabSz="457139" rtl="0" eaLnBrk="1" latinLnBrk="0" hangingPunct="1">
      <a:defRPr sz="1801" kern="1200">
        <a:solidFill>
          <a:schemeClr val="tx1"/>
        </a:solidFill>
        <a:latin typeface="+mn-lt"/>
        <a:ea typeface="+mn-ea"/>
        <a:cs typeface="+mn-cs"/>
      </a:defRPr>
    </a:lvl8pPr>
    <a:lvl9pPr marL="3657115" algn="l" defTabSz="457139" rtl="0" eaLnBrk="1" latinLnBrk="0" hangingPunct="1">
      <a:defRPr sz="1801"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4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239"/>
    <p:restoredTop sz="74930" autoAdjust="0"/>
  </p:normalViewPr>
  <p:slideViewPr>
    <p:cSldViewPr snapToGrid="0" snapToObjects="1">
      <p:cViewPr varScale="1">
        <p:scale>
          <a:sx n="76" d="100"/>
          <a:sy n="76" d="100"/>
        </p:scale>
        <p:origin x="240" y="44"/>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y Kenly" userId="5109c585-9ffd-4f3e-ad41-0c3a8cfd71de" providerId="ADAL" clId="{089911C0-648C-4DCC-AA79-DDB051C7A02C}"/>
    <pc:docChg chg="custSel modSld">
      <pc:chgData name="Amy Kenly" userId="5109c585-9ffd-4f3e-ad41-0c3a8cfd71de" providerId="ADAL" clId="{089911C0-648C-4DCC-AA79-DDB051C7A02C}" dt="2022-08-24T18:11:04.785" v="5" actId="207"/>
      <pc:docMkLst>
        <pc:docMk/>
      </pc:docMkLst>
      <pc:sldChg chg="modSp mod">
        <pc:chgData name="Amy Kenly" userId="5109c585-9ffd-4f3e-ad41-0c3a8cfd71de" providerId="ADAL" clId="{089911C0-648C-4DCC-AA79-DDB051C7A02C}" dt="2022-08-24T18:09:59.556" v="4" actId="207"/>
        <pc:sldMkLst>
          <pc:docMk/>
          <pc:sldMk cId="1887509871" sldId="2134804995"/>
        </pc:sldMkLst>
        <pc:spChg chg="mod">
          <ac:chgData name="Amy Kenly" userId="5109c585-9ffd-4f3e-ad41-0c3a8cfd71de" providerId="ADAL" clId="{089911C0-648C-4DCC-AA79-DDB051C7A02C}" dt="2022-08-24T18:09:59.556" v="4" actId="207"/>
          <ac:spMkLst>
            <pc:docMk/>
            <pc:sldMk cId="1887509871" sldId="2134804995"/>
            <ac:spMk id="7" creationId="{14B49115-7147-8E49-938D-7B25139FECE8}"/>
          </ac:spMkLst>
        </pc:spChg>
      </pc:sldChg>
      <pc:sldChg chg="modSp mod">
        <pc:chgData name="Amy Kenly" userId="5109c585-9ffd-4f3e-ad41-0c3a8cfd71de" providerId="ADAL" clId="{089911C0-648C-4DCC-AA79-DDB051C7A02C}" dt="2022-08-24T18:11:04.785" v="5" actId="207"/>
        <pc:sldMkLst>
          <pc:docMk/>
          <pc:sldMk cId="4060841547" sldId="2134805003"/>
        </pc:sldMkLst>
        <pc:spChg chg="mod">
          <ac:chgData name="Amy Kenly" userId="5109c585-9ffd-4f3e-ad41-0c3a8cfd71de" providerId="ADAL" clId="{089911C0-648C-4DCC-AA79-DDB051C7A02C}" dt="2022-08-24T18:11:04.785" v="5" actId="207"/>
          <ac:spMkLst>
            <pc:docMk/>
            <pc:sldMk cId="4060841547" sldId="2134805003"/>
            <ac:spMk id="2" creationId="{BF313773-AEC6-2536-43A7-FBF27707003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A3C170-A009-4046-835C-5D7754DB02C5}" type="datetimeFigureOut">
              <a:rPr lang="en-US" smtClean="0"/>
              <a:t>8/24/2022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5397C3-CED0-9A45-8798-632767E5E36C}" type="slidenum">
              <a:rPr lang="en-US" smtClean="0"/>
              <a:t>‹#›</a:t>
            </a:fld>
            <a:endParaRPr lang="en-US"/>
          </a:p>
        </p:txBody>
      </p:sp>
    </p:spTree>
    <p:extLst>
      <p:ext uri="{BB962C8B-B14F-4D97-AF65-F5344CB8AC3E}">
        <p14:creationId xmlns:p14="http://schemas.microsoft.com/office/powerpoint/2010/main" val="3862767451"/>
      </p:ext>
    </p:extLst>
  </p:cSld>
  <p:clrMap bg1="lt1" tx1="dk1" bg2="lt2" tx2="dk2" accent1="accent1" accent2="accent2" accent3="accent3" accent4="accent4" accent5="accent5" accent6="accent6" hlink="hlink" folHlink="folHlink"/>
  <p:notesStyle>
    <a:lvl1pPr marL="0" algn="l" defTabSz="914238" rtl="0" eaLnBrk="1" latinLnBrk="0" hangingPunct="1">
      <a:defRPr sz="1199" kern="1200">
        <a:solidFill>
          <a:schemeClr val="tx1"/>
        </a:solidFill>
        <a:latin typeface="+mn-lt"/>
        <a:ea typeface="+mn-ea"/>
        <a:cs typeface="+mn-cs"/>
      </a:defRPr>
    </a:lvl1pPr>
    <a:lvl2pPr marL="457117" algn="l" defTabSz="914238" rtl="0" eaLnBrk="1" latinLnBrk="0" hangingPunct="1">
      <a:defRPr sz="1199" kern="1200">
        <a:solidFill>
          <a:schemeClr val="tx1"/>
        </a:solidFill>
        <a:latin typeface="+mn-lt"/>
        <a:ea typeface="+mn-ea"/>
        <a:cs typeface="+mn-cs"/>
      </a:defRPr>
    </a:lvl2pPr>
    <a:lvl3pPr marL="914238" algn="l" defTabSz="914238" rtl="0" eaLnBrk="1" latinLnBrk="0" hangingPunct="1">
      <a:defRPr sz="1199" kern="1200">
        <a:solidFill>
          <a:schemeClr val="tx1"/>
        </a:solidFill>
        <a:latin typeface="+mn-lt"/>
        <a:ea typeface="+mn-ea"/>
        <a:cs typeface="+mn-cs"/>
      </a:defRPr>
    </a:lvl3pPr>
    <a:lvl4pPr marL="1371352" algn="l" defTabSz="914238" rtl="0" eaLnBrk="1" latinLnBrk="0" hangingPunct="1">
      <a:defRPr sz="1199" kern="1200">
        <a:solidFill>
          <a:schemeClr val="tx1"/>
        </a:solidFill>
        <a:latin typeface="+mn-lt"/>
        <a:ea typeface="+mn-ea"/>
        <a:cs typeface="+mn-cs"/>
      </a:defRPr>
    </a:lvl4pPr>
    <a:lvl5pPr marL="1828474" algn="l" defTabSz="914238" rtl="0" eaLnBrk="1" latinLnBrk="0" hangingPunct="1">
      <a:defRPr sz="1199" kern="1200">
        <a:solidFill>
          <a:schemeClr val="tx1"/>
        </a:solidFill>
        <a:latin typeface="+mn-lt"/>
        <a:ea typeface="+mn-ea"/>
        <a:cs typeface="+mn-cs"/>
      </a:defRPr>
    </a:lvl5pPr>
    <a:lvl6pPr marL="2285590" algn="l" defTabSz="914238" rtl="0" eaLnBrk="1" latinLnBrk="0" hangingPunct="1">
      <a:defRPr sz="1199" kern="1200">
        <a:solidFill>
          <a:schemeClr val="tx1"/>
        </a:solidFill>
        <a:latin typeface="+mn-lt"/>
        <a:ea typeface="+mn-ea"/>
        <a:cs typeface="+mn-cs"/>
      </a:defRPr>
    </a:lvl6pPr>
    <a:lvl7pPr marL="2742706" algn="l" defTabSz="914238" rtl="0" eaLnBrk="1" latinLnBrk="0" hangingPunct="1">
      <a:defRPr sz="1199" kern="1200">
        <a:solidFill>
          <a:schemeClr val="tx1"/>
        </a:solidFill>
        <a:latin typeface="+mn-lt"/>
        <a:ea typeface="+mn-ea"/>
        <a:cs typeface="+mn-cs"/>
      </a:defRPr>
    </a:lvl7pPr>
    <a:lvl8pPr marL="3199827" algn="l" defTabSz="914238" rtl="0" eaLnBrk="1" latinLnBrk="0" hangingPunct="1">
      <a:defRPr sz="1199" kern="1200">
        <a:solidFill>
          <a:schemeClr val="tx1"/>
        </a:solidFill>
        <a:latin typeface="+mn-lt"/>
        <a:ea typeface="+mn-ea"/>
        <a:cs typeface="+mn-cs"/>
      </a:defRPr>
    </a:lvl8pPr>
    <a:lvl9pPr marL="3656943" algn="l" defTabSz="914238" rtl="0" eaLnBrk="1" latinLnBrk="0" hangingPunct="1">
      <a:defRPr sz="119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emergentsoftware.net/" TargetMode="External"/><Relationship Id="rId2" Type="http://schemas.openxmlformats.org/officeDocument/2006/relationships/slide" Target="../slides/slide3.xml"/><Relationship Id="rId1" Type="http://schemas.openxmlformats.org/officeDocument/2006/relationships/notesMaster" Target="../notesMasters/notesMaster1.xml"/><Relationship Id="rId6" Type="http://schemas.openxmlformats.org/officeDocument/2006/relationships/hyperlink" Target="https://www.instil.co/what-we-do/" TargetMode="External"/><Relationship Id="rId5" Type="http://schemas.openxmlformats.org/officeDocument/2006/relationships/hyperlink" Target="https://www.techmd.com/it-services/cloud-solutions/" TargetMode="External"/><Relationship Id="rId4" Type="http://schemas.openxmlformats.org/officeDocument/2006/relationships/hyperlink" Target="https://www.itransition.com/"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05397C3-CED0-9A45-8798-632767E5E36C}" type="slidenum">
              <a:rPr lang="en-US" smtClean="0"/>
              <a:t>1</a:t>
            </a:fld>
            <a:endParaRPr lang="en-US"/>
          </a:p>
        </p:txBody>
      </p:sp>
    </p:spTree>
    <p:extLst>
      <p:ext uri="{BB962C8B-B14F-4D97-AF65-F5344CB8AC3E}">
        <p14:creationId xmlns:p14="http://schemas.microsoft.com/office/powerpoint/2010/main" val="32424309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800" dirty="0">
                <a:effectLst/>
                <a:latin typeface="Calibri" panose="020F0502020204030204" pitchFamily="34" charset="0"/>
                <a:ea typeface="Calibri" panose="020F0502020204030204" pitchFamily="34" charset="0"/>
              </a:rPr>
              <a:t>Buyers – Top Partners for MSFT, AWS &amp; GCP looking for an extension of their current NA team</a:t>
            </a:r>
          </a:p>
          <a:p>
            <a:pPr marL="285750" marR="0" indent="-285750">
              <a:spcBef>
                <a:spcPts val="0"/>
              </a:spcBef>
              <a:spcAft>
                <a:spcPts val="0"/>
              </a:spcAft>
              <a:buFontTx/>
              <a:buChar char="-"/>
            </a:pPr>
            <a:r>
              <a:rPr lang="en-US" sz="1800" dirty="0">
                <a:effectLst/>
                <a:latin typeface="Calibri" panose="020F0502020204030204" pitchFamily="34" charset="0"/>
                <a:ea typeface="Calibri" panose="020F0502020204030204" pitchFamily="34" charset="0"/>
              </a:rPr>
              <a:t>Helping their clients transition from on-prem platforms to cloud-based solutions</a:t>
            </a:r>
          </a:p>
          <a:p>
            <a:pPr marL="285750" marR="0" indent="-285750">
              <a:spcBef>
                <a:spcPts val="0"/>
              </a:spcBef>
              <a:spcAft>
                <a:spcPts val="0"/>
              </a:spcAft>
              <a:buFontTx/>
              <a:buChar char="-"/>
            </a:pPr>
            <a:r>
              <a:rPr lang="en-US" sz="1800" dirty="0">
                <a:effectLst/>
                <a:latin typeface="Calibri" panose="020F0502020204030204" pitchFamily="34" charset="0"/>
                <a:ea typeface="Calibri" panose="020F0502020204030204" pitchFamily="34" charset="0"/>
              </a:rPr>
              <a:t>$50M will have about 100 people</a:t>
            </a:r>
          </a:p>
          <a:p>
            <a:pPr marL="285750" marR="0" indent="-285750">
              <a:spcBef>
                <a:spcPts val="0"/>
              </a:spcBef>
              <a:spcAft>
                <a:spcPts val="0"/>
              </a:spcAft>
              <a:buFontTx/>
              <a:buChar char="-"/>
            </a:pPr>
            <a:r>
              <a:rPr lang="en-US" sz="1800" dirty="0">
                <a:effectLst/>
                <a:latin typeface="Calibri" panose="020F0502020204030204" pitchFamily="34" charset="0"/>
                <a:ea typeface="Calibri" panose="020F0502020204030204" pitchFamily="34" charset="0"/>
              </a:rPr>
              <a:t>Over $50M will probably be working with recruiters – they will already have networks and resources </a:t>
            </a:r>
          </a:p>
          <a:p>
            <a:pPr marL="285750" marR="0" indent="-285750">
              <a:spcBef>
                <a:spcPts val="0"/>
              </a:spcBef>
              <a:spcAft>
                <a:spcPts val="0"/>
              </a:spcAft>
              <a:buFontTx/>
              <a:buChar char="-"/>
            </a:pPr>
            <a:r>
              <a:rPr lang="en-US" sz="1800" dirty="0">
                <a:effectLst/>
                <a:latin typeface="Calibri" panose="020F0502020204030204" pitchFamily="34" charset="0"/>
                <a:ea typeface="Calibri" panose="020F0502020204030204" pitchFamily="34" charset="0"/>
              </a:rPr>
              <a:t>Above $50M if they have open positions in our regions – we can selectively approach to offer – staffing agency of choice for larger companies </a:t>
            </a:r>
          </a:p>
          <a:p>
            <a:pPr marL="0" marR="0">
              <a:spcBef>
                <a:spcPts val="0"/>
              </a:spcBef>
              <a:spcAft>
                <a:spcPts val="0"/>
              </a:spcAft>
            </a:pPr>
            <a:endParaRPr lang="en-US" sz="18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800" dirty="0">
                <a:effectLst/>
                <a:latin typeface="Calibri" panose="020F0502020204030204" pitchFamily="34" charset="0"/>
                <a:ea typeface="Calibri" panose="020F0502020204030204" pitchFamily="34" charset="0"/>
              </a:rPr>
              <a:t>Some examples of potential clients - https://clutch.co/it-services/cloud/azure-partners  </a:t>
            </a:r>
          </a:p>
          <a:p>
            <a:pPr marL="0" marR="0">
              <a:spcBef>
                <a:spcPts val="0"/>
              </a:spcBef>
              <a:spcAft>
                <a:spcPts val="0"/>
              </a:spcAft>
            </a:pPr>
            <a:r>
              <a:rPr lang="en-US" sz="1800" u="sng" dirty="0">
                <a:solidFill>
                  <a:srgbClr val="0563C1"/>
                </a:solidFill>
                <a:effectLst/>
                <a:latin typeface="Calibri" panose="020F0502020204030204" pitchFamily="34" charset="0"/>
                <a:ea typeface="Calibri" panose="020F0502020204030204" pitchFamily="34" charset="0"/>
                <a:hlinkClick r:id="rId3"/>
              </a:rPr>
              <a:t>https://www.emergentsoftware.net</a:t>
            </a:r>
            <a:endParaRPr lang="en-US" sz="18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800" u="sng" dirty="0">
                <a:solidFill>
                  <a:srgbClr val="0563C1"/>
                </a:solidFill>
                <a:effectLst/>
                <a:latin typeface="Calibri" panose="020F0502020204030204" pitchFamily="34" charset="0"/>
                <a:ea typeface="Calibri" panose="020F0502020204030204" pitchFamily="34" charset="0"/>
                <a:hlinkClick r:id="rId4"/>
              </a:rPr>
              <a:t>https://www.itransition.com</a:t>
            </a:r>
            <a:endParaRPr lang="en-US" sz="18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800" u="sng" dirty="0">
                <a:solidFill>
                  <a:srgbClr val="0563C1"/>
                </a:solidFill>
                <a:effectLst/>
                <a:latin typeface="Calibri" panose="020F0502020204030204" pitchFamily="34" charset="0"/>
                <a:ea typeface="Calibri" panose="020F0502020204030204" pitchFamily="34" charset="0"/>
                <a:hlinkClick r:id="rId5"/>
              </a:rPr>
              <a:t>https://www.techmd.com/it-services/cloud-solutions/</a:t>
            </a:r>
            <a:endParaRPr lang="en-US" sz="18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800" u="sng" dirty="0">
                <a:solidFill>
                  <a:srgbClr val="0563C1"/>
                </a:solidFill>
                <a:effectLst/>
                <a:latin typeface="Calibri" panose="020F0502020204030204" pitchFamily="34" charset="0"/>
                <a:ea typeface="Calibri" panose="020F0502020204030204" pitchFamily="34" charset="0"/>
                <a:hlinkClick r:id="rId6"/>
              </a:rPr>
              <a:t>https://www.instil.co/what-we-do/</a:t>
            </a:r>
            <a:endParaRPr lang="en-US" sz="1800" dirty="0">
              <a:effectLst/>
              <a:latin typeface="Calibri" panose="020F0502020204030204" pitchFamily="34" charset="0"/>
              <a:ea typeface="Calibri" panose="020F0502020204030204" pitchFamily="34" charset="0"/>
            </a:endParaRPr>
          </a:p>
        </p:txBody>
      </p:sp>
      <p:sp>
        <p:nvSpPr>
          <p:cNvPr id="4" name="Slide Number Placeholder 3"/>
          <p:cNvSpPr>
            <a:spLocks noGrp="1"/>
          </p:cNvSpPr>
          <p:nvPr>
            <p:ph type="sldNum" sz="quarter" idx="5"/>
          </p:nvPr>
        </p:nvSpPr>
        <p:spPr/>
        <p:txBody>
          <a:bodyPr/>
          <a:lstStyle/>
          <a:p>
            <a:fld id="{805397C3-CED0-9A45-8798-632767E5E36C}" type="slidenum">
              <a:rPr lang="en-US" smtClean="0"/>
              <a:t>3</a:t>
            </a:fld>
            <a:endParaRPr lang="en-US"/>
          </a:p>
        </p:txBody>
      </p:sp>
    </p:spTree>
    <p:extLst>
      <p:ext uri="{BB962C8B-B14F-4D97-AF65-F5344CB8AC3E}">
        <p14:creationId xmlns:p14="http://schemas.microsoft.com/office/powerpoint/2010/main" val="41004113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rPr>
              <a:t>Talent – best technical developers with excellent self-management, critical thinking, decision making and interpersonal skills. We should look for people that have alignment with our values. Given the fast pace (faster than consulting) we don’t tolerate intellectual sloth</a:t>
            </a:r>
          </a:p>
          <a:p>
            <a:pPr marL="0" marR="0">
              <a:spcBef>
                <a:spcPts val="0"/>
              </a:spcBef>
              <a:spcAft>
                <a:spcPts val="0"/>
              </a:spcAft>
            </a:pP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Calibri" panose="020F0502020204030204" pitchFamily="34" charset="0"/>
                <a:ea typeface="Calibri" panose="020F0502020204030204" pitchFamily="34" charset="0"/>
              </a:rPr>
              <a:t>Looking for leaders in – MSFT, Amazon, Google, data science </a:t>
            </a:r>
          </a:p>
        </p:txBody>
      </p:sp>
      <p:sp>
        <p:nvSpPr>
          <p:cNvPr id="4" name="Slide Number Placeholder 3"/>
          <p:cNvSpPr>
            <a:spLocks noGrp="1"/>
          </p:cNvSpPr>
          <p:nvPr>
            <p:ph type="sldNum" sz="quarter" idx="5"/>
          </p:nvPr>
        </p:nvSpPr>
        <p:spPr/>
        <p:txBody>
          <a:bodyPr/>
          <a:lstStyle/>
          <a:p>
            <a:fld id="{805397C3-CED0-9A45-8798-632767E5E36C}" type="slidenum">
              <a:rPr lang="en-US" smtClean="0"/>
              <a:t>4</a:t>
            </a:fld>
            <a:endParaRPr lang="en-US"/>
          </a:p>
        </p:txBody>
      </p:sp>
    </p:spTree>
    <p:extLst>
      <p:ext uri="{BB962C8B-B14F-4D97-AF65-F5344CB8AC3E}">
        <p14:creationId xmlns:p14="http://schemas.microsoft.com/office/powerpoint/2010/main" val="39844800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want an agency and opportunity to work in different types of projects</a:t>
            </a:r>
          </a:p>
        </p:txBody>
      </p:sp>
      <p:sp>
        <p:nvSpPr>
          <p:cNvPr id="4" name="Slide Number Placeholder 3"/>
          <p:cNvSpPr>
            <a:spLocks noGrp="1"/>
          </p:cNvSpPr>
          <p:nvPr>
            <p:ph type="sldNum" sz="quarter" idx="5"/>
          </p:nvPr>
        </p:nvSpPr>
        <p:spPr/>
        <p:txBody>
          <a:bodyPr/>
          <a:lstStyle/>
          <a:p>
            <a:fld id="{805397C3-CED0-9A45-8798-632767E5E36C}" type="slidenum">
              <a:rPr lang="en-US" smtClean="0"/>
              <a:t>6</a:t>
            </a:fld>
            <a:endParaRPr lang="en-US"/>
          </a:p>
        </p:txBody>
      </p:sp>
    </p:spTree>
    <p:extLst>
      <p:ext uri="{BB962C8B-B14F-4D97-AF65-F5344CB8AC3E}">
        <p14:creationId xmlns:p14="http://schemas.microsoft.com/office/powerpoint/2010/main" val="14792182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 we like/not like in this messaging/branding?</a:t>
            </a:r>
          </a:p>
          <a:p>
            <a:r>
              <a:rPr lang="en-US" dirty="0"/>
              <a:t>How are we different?</a:t>
            </a:r>
          </a:p>
          <a:p>
            <a:endParaRPr lang="en-US" dirty="0"/>
          </a:p>
        </p:txBody>
      </p:sp>
      <p:sp>
        <p:nvSpPr>
          <p:cNvPr id="4" name="Slide Number Placeholder 3"/>
          <p:cNvSpPr>
            <a:spLocks noGrp="1"/>
          </p:cNvSpPr>
          <p:nvPr>
            <p:ph type="sldNum" sz="quarter" idx="5"/>
          </p:nvPr>
        </p:nvSpPr>
        <p:spPr/>
        <p:txBody>
          <a:bodyPr/>
          <a:lstStyle/>
          <a:p>
            <a:fld id="{805397C3-CED0-9A45-8798-632767E5E36C}" type="slidenum">
              <a:rPr lang="en-US" smtClean="0"/>
              <a:t>7</a:t>
            </a:fld>
            <a:endParaRPr lang="en-US"/>
          </a:p>
        </p:txBody>
      </p:sp>
    </p:spTree>
    <p:extLst>
      <p:ext uri="{BB962C8B-B14F-4D97-AF65-F5344CB8AC3E}">
        <p14:creationId xmlns:p14="http://schemas.microsoft.com/office/powerpoint/2010/main" val="21833244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 we like/not like in this messaging/branding?</a:t>
            </a:r>
          </a:p>
          <a:p>
            <a:r>
              <a:rPr lang="en-US" dirty="0"/>
              <a:t>How are we different?</a:t>
            </a:r>
          </a:p>
          <a:p>
            <a:endParaRPr lang="en-US" dirty="0"/>
          </a:p>
        </p:txBody>
      </p:sp>
      <p:sp>
        <p:nvSpPr>
          <p:cNvPr id="4" name="Slide Number Placeholder 3"/>
          <p:cNvSpPr>
            <a:spLocks noGrp="1"/>
          </p:cNvSpPr>
          <p:nvPr>
            <p:ph type="sldNum" sz="quarter" idx="5"/>
          </p:nvPr>
        </p:nvSpPr>
        <p:spPr/>
        <p:txBody>
          <a:bodyPr/>
          <a:lstStyle/>
          <a:p>
            <a:fld id="{805397C3-CED0-9A45-8798-632767E5E36C}" type="slidenum">
              <a:rPr lang="en-US" smtClean="0"/>
              <a:t>8</a:t>
            </a:fld>
            <a:endParaRPr lang="en-US"/>
          </a:p>
        </p:txBody>
      </p:sp>
    </p:spTree>
    <p:extLst>
      <p:ext uri="{BB962C8B-B14F-4D97-AF65-F5344CB8AC3E}">
        <p14:creationId xmlns:p14="http://schemas.microsoft.com/office/powerpoint/2010/main" val="25996281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 we like/not like in this messaging/branding?</a:t>
            </a:r>
          </a:p>
          <a:p>
            <a:r>
              <a:rPr lang="en-US" dirty="0"/>
              <a:t>How are we different?</a:t>
            </a:r>
          </a:p>
          <a:p>
            <a:endParaRPr lang="en-US" dirty="0"/>
          </a:p>
        </p:txBody>
      </p:sp>
      <p:sp>
        <p:nvSpPr>
          <p:cNvPr id="4" name="Slide Number Placeholder 3"/>
          <p:cNvSpPr>
            <a:spLocks noGrp="1"/>
          </p:cNvSpPr>
          <p:nvPr>
            <p:ph type="sldNum" sz="quarter" idx="5"/>
          </p:nvPr>
        </p:nvSpPr>
        <p:spPr/>
        <p:txBody>
          <a:bodyPr/>
          <a:lstStyle/>
          <a:p>
            <a:fld id="{805397C3-CED0-9A45-8798-632767E5E36C}" type="slidenum">
              <a:rPr lang="en-US" smtClean="0"/>
              <a:t>9</a:t>
            </a:fld>
            <a:endParaRPr lang="en-US"/>
          </a:p>
        </p:txBody>
      </p:sp>
    </p:spTree>
    <p:extLst>
      <p:ext uri="{BB962C8B-B14F-4D97-AF65-F5344CB8AC3E}">
        <p14:creationId xmlns:p14="http://schemas.microsoft.com/office/powerpoint/2010/main" val="895512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800" dirty="0">
                <a:effectLst/>
                <a:latin typeface="Calibri" panose="020F0502020204030204" pitchFamily="34" charset="0"/>
                <a:ea typeface="Calibri" panose="020F0502020204030204" pitchFamily="34" charset="0"/>
              </a:rPr>
              <a:t>VALUES</a:t>
            </a:r>
          </a:p>
          <a:p>
            <a:pPr marL="0" marR="0">
              <a:spcBef>
                <a:spcPts val="0"/>
              </a:spcBef>
              <a:spcAft>
                <a:spcPts val="0"/>
              </a:spcAft>
            </a:pPr>
            <a:r>
              <a:rPr lang="en-US" sz="1800" dirty="0">
                <a:effectLst/>
                <a:latin typeface="Calibri" panose="020F0502020204030204" pitchFamily="34" charset="0"/>
                <a:ea typeface="Calibri" panose="020F0502020204030204" pitchFamily="34" charset="0"/>
              </a:rPr>
              <a:t>In first place what we most value is our people that should crave for intellectual challenges where they can put their critical thinking, decision making and collaboration (interpersonal skills) in use.</a:t>
            </a:r>
          </a:p>
          <a:p>
            <a:pPr marL="0" marR="0">
              <a:spcBef>
                <a:spcPts val="0"/>
              </a:spcBef>
              <a:spcAft>
                <a:spcPts val="0"/>
              </a:spcAft>
            </a:pPr>
            <a:r>
              <a:rPr lang="en-US" sz="1800" dirty="0">
                <a:effectLst/>
                <a:latin typeface="Calibri" panose="020F0502020204030204" pitchFamily="34" charset="0"/>
                <a:ea typeface="Calibri" panose="020F0502020204030204" pitchFamily="34" charset="0"/>
              </a:rPr>
              <a:t>Given the fast pace of our industry we cannot tolerate intellectual sloth. We should be looking to become the best option to Cloud Development to then identify the next big tool, platform or coding language and become the best on that. Think about the Matthew McConaughey Oscar’s acceptance speech about his hero</a:t>
            </a:r>
          </a:p>
          <a:p>
            <a:pPr marL="0" marR="0">
              <a:spcBef>
                <a:spcPts val="0"/>
              </a:spcBef>
              <a:spcAft>
                <a:spcPts val="0"/>
              </a:spcAft>
            </a:pPr>
            <a:r>
              <a:rPr lang="en-US" sz="1800" dirty="0">
                <a:effectLst/>
                <a:latin typeface="Calibri" panose="020F0502020204030204" pitchFamily="34" charset="0"/>
                <a:ea typeface="Calibri" panose="020F0502020204030204" pitchFamily="34" charset="0"/>
              </a:rPr>
              <a:t>We will be am associate-centric (don’t like employee) company</a:t>
            </a:r>
          </a:p>
          <a:p>
            <a:pPr marL="0" marR="0">
              <a:spcBef>
                <a:spcPts val="0"/>
              </a:spcBef>
              <a:spcAft>
                <a:spcPts val="0"/>
              </a:spcAft>
            </a:pPr>
            <a:r>
              <a:rPr lang="en-US" sz="1800" dirty="0">
                <a:effectLst/>
                <a:latin typeface="Calibri" panose="020F0502020204030204" pitchFamily="34" charset="0"/>
                <a:ea typeface="Calibri" panose="020F0502020204030204" pitchFamily="34" charset="0"/>
              </a:rPr>
              <a:t>We value entrepreneurship </a:t>
            </a:r>
          </a:p>
          <a:p>
            <a:pPr marL="0" marR="0">
              <a:spcBef>
                <a:spcPts val="0"/>
              </a:spcBef>
              <a:spcAft>
                <a:spcPts val="0"/>
              </a:spcAft>
            </a:pPr>
            <a:r>
              <a:rPr lang="en-US" sz="1800" dirty="0">
                <a:effectLst/>
                <a:latin typeface="Calibri" panose="020F0502020204030204" pitchFamily="34" charset="0"/>
                <a:ea typeface="Calibri" panose="020F0502020204030204" pitchFamily="34" charset="0"/>
              </a:rPr>
              <a:t>We will provide a platform for a continuous professional and personal growth</a:t>
            </a:r>
          </a:p>
          <a:p>
            <a:pPr marL="0" marR="0">
              <a:spcBef>
                <a:spcPts val="0"/>
              </a:spcBef>
              <a:spcAft>
                <a:spcPts val="0"/>
              </a:spcAft>
            </a:pPr>
            <a:r>
              <a:rPr lang="en-US" sz="1800" dirty="0">
                <a:effectLst/>
                <a:latin typeface="Calibri" panose="020F0502020204030204" pitchFamily="34" charset="0"/>
                <a:ea typeface="Calibri" panose="020F0502020204030204" pitchFamily="34" charset="0"/>
              </a:rPr>
              <a:t>We expect a culture of candor</a:t>
            </a:r>
          </a:p>
          <a:p>
            <a:pPr marL="0" marR="0">
              <a:spcBef>
                <a:spcPts val="0"/>
              </a:spcBef>
              <a:spcAft>
                <a:spcPts val="0"/>
              </a:spcAft>
            </a:pPr>
            <a:r>
              <a:rPr lang="en-US" sz="1800" dirty="0">
                <a:effectLst/>
                <a:latin typeface="Calibri" panose="020F0502020204030204" pitchFamily="34" charset="0"/>
                <a:ea typeface="Calibri" panose="020F0502020204030204" pitchFamily="34" charset="0"/>
              </a:rPr>
              <a:t>We respect and welcome diversity and gender equality</a:t>
            </a:r>
          </a:p>
          <a:p>
            <a:pPr marL="0" marR="0">
              <a:spcBef>
                <a:spcPts val="0"/>
              </a:spcBef>
              <a:spcAft>
                <a:spcPts val="0"/>
              </a:spcAft>
            </a:pPr>
            <a:r>
              <a:rPr lang="en-US" sz="1800" dirty="0">
                <a:effectLst/>
                <a:latin typeface="Calibri" panose="020F0502020204030204" pitchFamily="34" charset="0"/>
                <a:ea typeface="Calibri" panose="020F0502020204030204" pitchFamily="34" charset="0"/>
              </a:rPr>
              <a:t>We actively participate in the improvement  of our society</a:t>
            </a:r>
          </a:p>
        </p:txBody>
      </p:sp>
      <p:sp>
        <p:nvSpPr>
          <p:cNvPr id="4" name="Slide Number Placeholder 3"/>
          <p:cNvSpPr>
            <a:spLocks noGrp="1"/>
          </p:cNvSpPr>
          <p:nvPr>
            <p:ph type="sldNum" sz="quarter" idx="5"/>
          </p:nvPr>
        </p:nvSpPr>
        <p:spPr/>
        <p:txBody>
          <a:bodyPr/>
          <a:lstStyle/>
          <a:p>
            <a:fld id="{805397C3-CED0-9A45-8798-632767E5E36C}" type="slidenum">
              <a:rPr lang="en-US" smtClean="0"/>
              <a:t>10</a:t>
            </a:fld>
            <a:endParaRPr lang="en-US"/>
          </a:p>
        </p:txBody>
      </p:sp>
    </p:spTree>
    <p:extLst>
      <p:ext uri="{BB962C8B-B14F-4D97-AF65-F5344CB8AC3E}">
        <p14:creationId xmlns:p14="http://schemas.microsoft.com/office/powerpoint/2010/main" val="22731702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Add links to </a:t>
            </a:r>
            <a:r>
              <a:rPr lang="en-US" dirty="0" err="1"/>
              <a:t>LinekdIn</a:t>
            </a:r>
            <a:r>
              <a:rPr lang="en-US" dirty="0"/>
              <a:t> profiles of people who fit this persona</a:t>
            </a:r>
          </a:p>
        </p:txBody>
      </p:sp>
      <p:sp>
        <p:nvSpPr>
          <p:cNvPr id="4" name="Slide Number Placeholder 3"/>
          <p:cNvSpPr>
            <a:spLocks noGrp="1"/>
          </p:cNvSpPr>
          <p:nvPr>
            <p:ph type="sldNum" sz="quarter" idx="5"/>
          </p:nvPr>
        </p:nvSpPr>
        <p:spPr/>
        <p:txBody>
          <a:bodyPr/>
          <a:lstStyle/>
          <a:p>
            <a:fld id="{805397C3-CED0-9A45-8798-632767E5E36C}" type="slidenum">
              <a:rPr lang="en-US" smtClean="0"/>
              <a:t>12</a:t>
            </a:fld>
            <a:endParaRPr lang="en-US"/>
          </a:p>
        </p:txBody>
      </p:sp>
    </p:spTree>
    <p:extLst>
      <p:ext uri="{BB962C8B-B14F-4D97-AF65-F5344CB8AC3E}">
        <p14:creationId xmlns:p14="http://schemas.microsoft.com/office/powerpoint/2010/main" val="33188902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Main Messaging Elements Summary</a:t>
            </a:r>
            <a:r>
              <a:rPr lang="en-US" dirty="0"/>
              <a:t>:</a:t>
            </a:r>
          </a:p>
        </p:txBody>
      </p:sp>
      <p:sp>
        <p:nvSpPr>
          <p:cNvPr id="4" name="Slide Number Placeholder 3"/>
          <p:cNvSpPr>
            <a:spLocks noGrp="1"/>
          </p:cNvSpPr>
          <p:nvPr>
            <p:ph type="sldNum" sz="quarter" idx="5"/>
          </p:nvPr>
        </p:nvSpPr>
        <p:spPr/>
        <p:txBody>
          <a:bodyPr/>
          <a:lstStyle/>
          <a:p>
            <a:fld id="{805397C3-CED0-9A45-8798-632767E5E36C}" type="slidenum">
              <a:rPr lang="en-US" smtClean="0"/>
              <a:t>13</a:t>
            </a:fld>
            <a:endParaRPr lang="en-US"/>
          </a:p>
        </p:txBody>
      </p:sp>
    </p:spTree>
    <p:extLst>
      <p:ext uri="{BB962C8B-B14F-4D97-AF65-F5344CB8AC3E}">
        <p14:creationId xmlns:p14="http://schemas.microsoft.com/office/powerpoint/2010/main" val="2361883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dirty="0"/>
              <a:t>Awareness = learning/realizing that they need to do more than what they are doing </a:t>
            </a:r>
            <a:r>
              <a:rPr lang="en-US" dirty="0"/>
              <a:t>– learning, understanding</a:t>
            </a:r>
          </a:p>
          <a:p>
            <a:pPr marL="628650" lvl="1" indent="-171450">
              <a:buFont typeface="Arial" panose="020B0604020202020204" pitchFamily="34" charset="0"/>
              <a:buChar char="•"/>
            </a:pPr>
            <a:r>
              <a:rPr lang="en-US" dirty="0"/>
              <a:t>What terms are they searching for?</a:t>
            </a:r>
          </a:p>
          <a:p>
            <a:pPr marL="628650" lvl="1" indent="-171450">
              <a:buFont typeface="Arial" panose="020B0604020202020204" pitchFamily="34" charset="0"/>
              <a:buChar char="•"/>
            </a:pPr>
            <a:r>
              <a:rPr lang="en-US" dirty="0"/>
              <a:t>What groups are they a member of?</a:t>
            </a:r>
          </a:p>
          <a:p>
            <a:pPr marL="628650" lvl="1" indent="-171450">
              <a:buFont typeface="Arial" panose="020B0604020202020204" pitchFamily="34" charset="0"/>
              <a:buChar char="•"/>
            </a:pPr>
            <a:r>
              <a:rPr lang="en-US" dirty="0"/>
              <a:t>Who do they ask?</a:t>
            </a:r>
          </a:p>
          <a:p>
            <a:pPr marL="628650" lvl="1" indent="-171450">
              <a:buFont typeface="Arial" panose="020B0604020202020204" pitchFamily="34" charset="0"/>
              <a:buChar char="•"/>
            </a:pPr>
            <a:r>
              <a:rPr lang="en-US" dirty="0"/>
              <a:t>What events do they attend?</a:t>
            </a:r>
          </a:p>
          <a:p>
            <a:pPr marL="628650" lvl="1" indent="-171450">
              <a:buFont typeface="Arial" panose="020B0604020202020204" pitchFamily="34" charset="0"/>
              <a:buChar char="•"/>
            </a:pPr>
            <a:r>
              <a:rPr lang="en-US" dirty="0"/>
              <a:t>How can we just show up where they are with helpful information? – checklist? FAQs?</a:t>
            </a:r>
          </a:p>
          <a:p>
            <a:pPr marL="171450" indent="-171450">
              <a:buFont typeface="Arial" panose="020B0604020202020204" pitchFamily="34" charset="0"/>
              <a:buChar char="•"/>
            </a:pPr>
            <a:r>
              <a:rPr lang="en-US" b="1" dirty="0"/>
              <a:t>Consideration = looking for firms like Echelon </a:t>
            </a:r>
            <a:r>
              <a:rPr lang="en-US" dirty="0"/>
              <a:t>– could they also be looking to hire internal help? What’s the alternative to Echelon? </a:t>
            </a:r>
          </a:p>
          <a:p>
            <a:pPr marL="628650" lvl="1" indent="-171450">
              <a:buFont typeface="Arial" panose="020B0604020202020204" pitchFamily="34" charset="0"/>
              <a:buChar char="•"/>
            </a:pPr>
            <a:r>
              <a:rPr lang="en-US" dirty="0"/>
              <a:t>How do we stand out?</a:t>
            </a:r>
          </a:p>
          <a:p>
            <a:pPr marL="628650" lvl="1" indent="-171450">
              <a:buFont typeface="Arial" panose="020B0604020202020204" pitchFamily="34" charset="0"/>
              <a:buChar char="•"/>
            </a:pPr>
            <a:r>
              <a:rPr lang="en-US" dirty="0"/>
              <a:t>Articles, webinars, downloads </a:t>
            </a:r>
          </a:p>
          <a:p>
            <a:pPr marL="171450" indent="-171450">
              <a:buFont typeface="Arial" panose="020B0604020202020204" pitchFamily="34" charset="0"/>
              <a:buChar char="•"/>
            </a:pPr>
            <a:r>
              <a:rPr lang="en-US" b="1" dirty="0"/>
              <a:t>Decision = deciding between you and a competitor or other alternatives</a:t>
            </a:r>
          </a:p>
          <a:p>
            <a:pPr marL="628650" lvl="1" indent="-171450">
              <a:buFont typeface="Arial" panose="020B0604020202020204" pitchFamily="34" charset="0"/>
              <a:buChar char="•"/>
            </a:pPr>
            <a:r>
              <a:rPr lang="en-US" dirty="0"/>
              <a:t>Hard proof points – case studies (even generic)</a:t>
            </a:r>
          </a:p>
        </p:txBody>
      </p:sp>
      <p:sp>
        <p:nvSpPr>
          <p:cNvPr id="4" name="Slide Number Placeholder 3"/>
          <p:cNvSpPr>
            <a:spLocks noGrp="1"/>
          </p:cNvSpPr>
          <p:nvPr>
            <p:ph type="sldNum" sz="quarter" idx="5"/>
          </p:nvPr>
        </p:nvSpPr>
        <p:spPr/>
        <p:txBody>
          <a:bodyPr/>
          <a:lstStyle/>
          <a:p>
            <a:fld id="{805397C3-CED0-9A45-8798-632767E5E36C}" type="slidenum">
              <a:rPr lang="en-US" smtClean="0"/>
              <a:t>14</a:t>
            </a:fld>
            <a:endParaRPr lang="en-US"/>
          </a:p>
        </p:txBody>
      </p:sp>
    </p:spTree>
    <p:extLst>
      <p:ext uri="{BB962C8B-B14F-4D97-AF65-F5344CB8AC3E}">
        <p14:creationId xmlns:p14="http://schemas.microsoft.com/office/powerpoint/2010/main" val="414773248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accent3"/>
        </a:soli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116991C2-4FF0-114C-B7CF-D3F8D697D06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08332" y="3283440"/>
            <a:ext cx="2931215" cy="2931215"/>
          </a:xfrm>
          <a:prstGeom prst="rect">
            <a:avLst/>
          </a:prstGeom>
        </p:spPr>
      </p:pic>
      <p:sp>
        <p:nvSpPr>
          <p:cNvPr id="4" name="Date Placeholder 3"/>
          <p:cNvSpPr>
            <a:spLocks noGrp="1"/>
          </p:cNvSpPr>
          <p:nvPr>
            <p:ph type="dt" sz="half" idx="10"/>
          </p:nvPr>
        </p:nvSpPr>
        <p:spPr>
          <a:xfrm>
            <a:off x="4598125" y="6005650"/>
            <a:ext cx="1043609" cy="274320"/>
          </a:xfrm>
        </p:spPr>
        <p:txBody>
          <a:bodyPr/>
          <a:lstStyle>
            <a:lvl1pPr algn="l">
              <a:defRPr sz="1103" spc="0">
                <a:solidFill>
                  <a:schemeClr val="accent1"/>
                </a:solidFill>
              </a:defRPr>
            </a:lvl1pPr>
          </a:lstStyle>
          <a:p>
            <a:fld id="{33798079-21CE-E14E-9A10-1B1BB8AD3EFD}" type="datetime1">
              <a:rPr lang="en-US" smtClean="0"/>
              <a:pPr/>
              <a:t>8/24/2022</a:t>
            </a:fld>
            <a:endParaRPr lang="en-US" dirty="0"/>
          </a:p>
        </p:txBody>
      </p:sp>
      <p:sp>
        <p:nvSpPr>
          <p:cNvPr id="5" name="Footer Placeholder 4"/>
          <p:cNvSpPr>
            <a:spLocks noGrp="1"/>
          </p:cNvSpPr>
          <p:nvPr>
            <p:ph type="ftr" sz="quarter" idx="11"/>
          </p:nvPr>
        </p:nvSpPr>
        <p:spPr>
          <a:xfrm>
            <a:off x="6845083" y="6005650"/>
            <a:ext cx="4738580" cy="274320"/>
          </a:xfrm>
        </p:spPr>
        <p:txBody>
          <a:bodyPr/>
          <a:lstStyle>
            <a:lvl1pPr algn="r">
              <a:defRPr sz="1103" spc="0" baseline="0">
                <a:solidFill>
                  <a:schemeClr val="accent1"/>
                </a:solidFill>
              </a:defRPr>
            </a:lvl1pPr>
          </a:lstStyle>
          <a:p>
            <a:r>
              <a:rPr lang="en-US"/>
              <a:t>Proposal</a:t>
            </a:r>
            <a:endParaRPr lang="en-US" dirty="0"/>
          </a:p>
        </p:txBody>
      </p:sp>
      <p:sp>
        <p:nvSpPr>
          <p:cNvPr id="6" name="Slide Number Placeholder 5"/>
          <p:cNvSpPr>
            <a:spLocks noGrp="1"/>
          </p:cNvSpPr>
          <p:nvPr>
            <p:ph type="sldNum" sz="quarter" idx="12"/>
          </p:nvPr>
        </p:nvSpPr>
        <p:spPr>
          <a:xfrm>
            <a:off x="10981773" y="7000861"/>
            <a:ext cx="829235" cy="274320"/>
          </a:xfrm>
        </p:spPr>
        <p:txBody>
          <a:bodyPr/>
          <a:lstStyle>
            <a:lvl1pPr>
              <a:defRPr sz="1103"/>
            </a:lvl1pPr>
          </a:lstStyle>
          <a:p>
            <a:fld id="{4FAB73BC-B049-4115-A692-8D63A059BFB8}" type="slidenum">
              <a:rPr lang="en-US" smtClean="0"/>
              <a:pPr/>
              <a:t>‹#›</a:t>
            </a:fld>
            <a:endParaRPr lang="en-US" dirty="0"/>
          </a:p>
        </p:txBody>
      </p:sp>
      <p:sp>
        <p:nvSpPr>
          <p:cNvPr id="8" name="Title 1">
            <a:extLst>
              <a:ext uri="{FF2B5EF4-FFF2-40B4-BE49-F238E27FC236}">
                <a16:creationId xmlns:a16="http://schemas.microsoft.com/office/drawing/2014/main" id="{470C3D38-DC09-2A42-9A06-A7C24D63976B}"/>
              </a:ext>
            </a:extLst>
          </p:cNvPr>
          <p:cNvSpPr>
            <a:spLocks noGrp="1"/>
          </p:cNvSpPr>
          <p:nvPr>
            <p:ph type="ctrTitle"/>
          </p:nvPr>
        </p:nvSpPr>
        <p:spPr>
          <a:xfrm>
            <a:off x="4598127" y="3283440"/>
            <a:ext cx="6985536" cy="1463040"/>
          </a:xfrm>
        </p:spPr>
        <p:txBody>
          <a:bodyPr anchor="b">
            <a:normAutofit/>
          </a:bodyPr>
          <a:lstStyle>
            <a:lvl1pPr algn="l">
              <a:defRPr sz="3999" i="1" spc="0" baseline="0">
                <a:solidFill>
                  <a:schemeClr val="tx1"/>
                </a:solidFill>
              </a:defRPr>
            </a:lvl1pPr>
          </a:lstStyle>
          <a:p>
            <a:r>
              <a:rPr lang="en-US" dirty="0"/>
              <a:t>Click to edit Master title style</a:t>
            </a:r>
          </a:p>
        </p:txBody>
      </p:sp>
      <p:sp>
        <p:nvSpPr>
          <p:cNvPr id="9" name="Subtitle 2">
            <a:extLst>
              <a:ext uri="{FF2B5EF4-FFF2-40B4-BE49-F238E27FC236}">
                <a16:creationId xmlns:a16="http://schemas.microsoft.com/office/drawing/2014/main" id="{EE5B16B8-349A-8D41-84DA-A8F8EFD0FFB9}"/>
              </a:ext>
            </a:extLst>
          </p:cNvPr>
          <p:cNvSpPr>
            <a:spLocks noGrp="1"/>
          </p:cNvSpPr>
          <p:nvPr>
            <p:ph type="subTitle" idx="1"/>
          </p:nvPr>
        </p:nvSpPr>
        <p:spPr>
          <a:xfrm>
            <a:off x="4598125" y="4875773"/>
            <a:ext cx="6985543" cy="989450"/>
          </a:xfrm>
        </p:spPr>
        <p:txBody>
          <a:bodyPr lIns="91440" rIns="91440" anchor="t">
            <a:normAutofit/>
          </a:bodyPr>
          <a:lstStyle>
            <a:lvl1pPr marL="0" indent="0" algn="l">
              <a:lnSpc>
                <a:spcPct val="100000"/>
              </a:lnSpc>
              <a:spcBef>
                <a:spcPts val="0"/>
              </a:spcBef>
              <a:buNone/>
              <a:defRPr sz="2400" b="0" spc="0" baseline="0">
                <a:solidFill>
                  <a:schemeClr val="tx1">
                    <a:lumMod val="95000"/>
                    <a:lumOff val="5000"/>
                  </a:schemeClr>
                </a:solidFill>
                <a:latin typeface="+mj-lt"/>
              </a:defRPr>
            </a:lvl1pPr>
            <a:lvl2pPr marL="456931" indent="0" algn="ctr">
              <a:buNone/>
              <a:defRPr sz="1800"/>
            </a:lvl2pPr>
            <a:lvl3pPr marL="913868" indent="0" algn="ctr">
              <a:buNone/>
              <a:defRPr sz="1800"/>
            </a:lvl3pPr>
            <a:lvl4pPr marL="1370786" indent="0" algn="ctr">
              <a:buNone/>
              <a:defRPr sz="1800"/>
            </a:lvl4pPr>
            <a:lvl5pPr marL="1827721" indent="0" algn="ctr">
              <a:buNone/>
              <a:defRPr sz="1800"/>
            </a:lvl5pPr>
            <a:lvl6pPr marL="2284658" indent="0" algn="ctr">
              <a:buNone/>
              <a:defRPr sz="1800"/>
            </a:lvl6pPr>
            <a:lvl7pPr marL="2741590" indent="0" algn="ctr">
              <a:buNone/>
              <a:defRPr sz="1800"/>
            </a:lvl7pPr>
            <a:lvl8pPr marL="3198504" indent="0" algn="ctr">
              <a:buNone/>
              <a:defRPr sz="1800"/>
            </a:lvl8pPr>
            <a:lvl9pPr marL="3655435" indent="0" algn="ctr">
              <a:buNone/>
              <a:defRPr sz="1800"/>
            </a:lvl9pPr>
          </a:lstStyle>
          <a:p>
            <a:r>
              <a:rPr lang="en-US"/>
              <a:t>Click to edit Master subtitle style</a:t>
            </a:r>
            <a:endParaRPr lang="en-US" dirty="0"/>
          </a:p>
        </p:txBody>
      </p:sp>
      <p:sp>
        <p:nvSpPr>
          <p:cNvPr id="13" name="TextBox 12">
            <a:extLst>
              <a:ext uri="{FF2B5EF4-FFF2-40B4-BE49-F238E27FC236}">
                <a16:creationId xmlns:a16="http://schemas.microsoft.com/office/drawing/2014/main" id="{7B476FCC-B8BB-F84C-A20F-7CAB31E0BBA6}"/>
              </a:ext>
            </a:extLst>
          </p:cNvPr>
          <p:cNvSpPr txBox="1"/>
          <p:nvPr userDrawn="1"/>
        </p:nvSpPr>
        <p:spPr>
          <a:xfrm>
            <a:off x="9988226" y="578030"/>
            <a:ext cx="1595437" cy="307777"/>
          </a:xfrm>
          <a:prstGeom prst="rect">
            <a:avLst/>
          </a:prstGeom>
          <a:noFill/>
        </p:spPr>
        <p:txBody>
          <a:bodyPr wrap="none" rtlCol="0" anchor="ctr">
            <a:spAutoFit/>
          </a:bodyPr>
          <a:lstStyle/>
          <a:p>
            <a:pPr algn="r"/>
            <a:r>
              <a:rPr lang="en-US" sz="1400" i="0" spc="0" baseline="0" dirty="0">
                <a:solidFill>
                  <a:schemeClr val="accent1"/>
                </a:solidFill>
                <a:latin typeface="+mj-lt"/>
              </a:rPr>
              <a:t>thelaunchbox.com</a:t>
            </a:r>
            <a:endParaRPr lang="en-US" sz="1400" i="0" spc="0" baseline="0" dirty="0">
              <a:solidFill>
                <a:schemeClr val="accent1"/>
              </a:solidFill>
            </a:endParaRPr>
          </a:p>
        </p:txBody>
      </p:sp>
    </p:spTree>
    <p:extLst>
      <p:ext uri="{BB962C8B-B14F-4D97-AF65-F5344CB8AC3E}">
        <p14:creationId xmlns:p14="http://schemas.microsoft.com/office/powerpoint/2010/main" val="31909693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Alt 2">
    <p:bg>
      <p:bgPr>
        <a:solidFill>
          <a:schemeClr val="bg1"/>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981773" y="7000861"/>
            <a:ext cx="829235" cy="274320"/>
          </a:xfrm>
        </p:spPr>
        <p:txBody>
          <a:bodyPr/>
          <a:lstStyle>
            <a:lvl1pPr>
              <a:defRPr sz="1103"/>
            </a:lvl1pPr>
          </a:lstStyle>
          <a:p>
            <a:fld id="{4FAB73BC-B049-4115-A692-8D63A059BFB8}" type="slidenum">
              <a:rPr lang="en-US" smtClean="0"/>
              <a:pPr/>
              <a:t>‹#›</a:t>
            </a:fld>
            <a:endParaRPr lang="en-US" dirty="0"/>
          </a:p>
        </p:txBody>
      </p:sp>
      <p:pic>
        <p:nvPicPr>
          <p:cNvPr id="10" name="Graphic 9">
            <a:extLst>
              <a:ext uri="{FF2B5EF4-FFF2-40B4-BE49-F238E27FC236}">
                <a16:creationId xmlns:a16="http://schemas.microsoft.com/office/drawing/2014/main" id="{AFF36402-A79A-BF42-9091-3F6D5D41C1C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08332" y="3283440"/>
            <a:ext cx="2931215" cy="2931215"/>
          </a:xfrm>
          <a:prstGeom prst="rect">
            <a:avLst/>
          </a:prstGeom>
        </p:spPr>
      </p:pic>
      <p:sp>
        <p:nvSpPr>
          <p:cNvPr id="12" name="Date Placeholder 3">
            <a:extLst>
              <a:ext uri="{FF2B5EF4-FFF2-40B4-BE49-F238E27FC236}">
                <a16:creationId xmlns:a16="http://schemas.microsoft.com/office/drawing/2014/main" id="{82318FBA-5946-7A42-86F3-8924C8928229}"/>
              </a:ext>
            </a:extLst>
          </p:cNvPr>
          <p:cNvSpPr>
            <a:spLocks noGrp="1"/>
          </p:cNvSpPr>
          <p:nvPr>
            <p:ph type="dt" sz="half" idx="10"/>
          </p:nvPr>
        </p:nvSpPr>
        <p:spPr>
          <a:xfrm>
            <a:off x="4598125" y="6005650"/>
            <a:ext cx="1043609" cy="274320"/>
          </a:xfrm>
        </p:spPr>
        <p:txBody>
          <a:bodyPr/>
          <a:lstStyle>
            <a:lvl1pPr algn="l">
              <a:defRPr sz="1103" spc="0">
                <a:solidFill>
                  <a:schemeClr val="accent1"/>
                </a:solidFill>
              </a:defRPr>
            </a:lvl1pPr>
          </a:lstStyle>
          <a:p>
            <a:fld id="{33798079-21CE-E14E-9A10-1B1BB8AD3EFD}" type="datetime1">
              <a:rPr lang="en-US" smtClean="0"/>
              <a:pPr/>
              <a:t>8/24/2022</a:t>
            </a:fld>
            <a:endParaRPr lang="en-US" dirty="0"/>
          </a:p>
        </p:txBody>
      </p:sp>
      <p:sp>
        <p:nvSpPr>
          <p:cNvPr id="13" name="Footer Placeholder 4">
            <a:extLst>
              <a:ext uri="{FF2B5EF4-FFF2-40B4-BE49-F238E27FC236}">
                <a16:creationId xmlns:a16="http://schemas.microsoft.com/office/drawing/2014/main" id="{C728406F-4C65-284D-95B7-9D3B8CF3EF2B}"/>
              </a:ext>
            </a:extLst>
          </p:cNvPr>
          <p:cNvSpPr>
            <a:spLocks noGrp="1"/>
          </p:cNvSpPr>
          <p:nvPr>
            <p:ph type="ftr" sz="quarter" idx="11"/>
          </p:nvPr>
        </p:nvSpPr>
        <p:spPr>
          <a:xfrm>
            <a:off x="6845083" y="6005650"/>
            <a:ext cx="4738580" cy="274320"/>
          </a:xfrm>
        </p:spPr>
        <p:txBody>
          <a:bodyPr/>
          <a:lstStyle>
            <a:lvl1pPr algn="r">
              <a:defRPr sz="1103" spc="0" baseline="0">
                <a:solidFill>
                  <a:schemeClr val="accent1"/>
                </a:solidFill>
              </a:defRPr>
            </a:lvl1pPr>
          </a:lstStyle>
          <a:p>
            <a:r>
              <a:rPr lang="en-US"/>
              <a:t>Proposal</a:t>
            </a:r>
            <a:endParaRPr lang="en-US" dirty="0"/>
          </a:p>
        </p:txBody>
      </p:sp>
      <p:sp>
        <p:nvSpPr>
          <p:cNvPr id="14" name="Title 1">
            <a:extLst>
              <a:ext uri="{FF2B5EF4-FFF2-40B4-BE49-F238E27FC236}">
                <a16:creationId xmlns:a16="http://schemas.microsoft.com/office/drawing/2014/main" id="{0C9D30F3-9144-AB4D-A616-541ABA05937F}"/>
              </a:ext>
            </a:extLst>
          </p:cNvPr>
          <p:cNvSpPr>
            <a:spLocks noGrp="1"/>
          </p:cNvSpPr>
          <p:nvPr>
            <p:ph type="ctrTitle"/>
          </p:nvPr>
        </p:nvSpPr>
        <p:spPr>
          <a:xfrm>
            <a:off x="4598127" y="3283440"/>
            <a:ext cx="6985536" cy="1463040"/>
          </a:xfrm>
        </p:spPr>
        <p:txBody>
          <a:bodyPr anchor="b">
            <a:normAutofit/>
          </a:bodyPr>
          <a:lstStyle>
            <a:lvl1pPr algn="l">
              <a:defRPr sz="3999" i="1" spc="0" baseline="0">
                <a:solidFill>
                  <a:schemeClr val="tx1"/>
                </a:solidFill>
              </a:defRPr>
            </a:lvl1pPr>
          </a:lstStyle>
          <a:p>
            <a:r>
              <a:rPr lang="en-US" dirty="0"/>
              <a:t>Click to edit Master title style</a:t>
            </a:r>
          </a:p>
        </p:txBody>
      </p:sp>
      <p:sp>
        <p:nvSpPr>
          <p:cNvPr id="15" name="Subtitle 2">
            <a:extLst>
              <a:ext uri="{FF2B5EF4-FFF2-40B4-BE49-F238E27FC236}">
                <a16:creationId xmlns:a16="http://schemas.microsoft.com/office/drawing/2014/main" id="{26B18EFE-24F0-6443-910A-0D80DE042BFD}"/>
              </a:ext>
            </a:extLst>
          </p:cNvPr>
          <p:cNvSpPr>
            <a:spLocks noGrp="1"/>
          </p:cNvSpPr>
          <p:nvPr>
            <p:ph type="subTitle" idx="1"/>
          </p:nvPr>
        </p:nvSpPr>
        <p:spPr>
          <a:xfrm>
            <a:off x="4598125" y="4875773"/>
            <a:ext cx="6985543" cy="989450"/>
          </a:xfrm>
        </p:spPr>
        <p:txBody>
          <a:bodyPr lIns="91440" rIns="91440" anchor="t">
            <a:normAutofit/>
          </a:bodyPr>
          <a:lstStyle>
            <a:lvl1pPr marL="0" indent="0" algn="l">
              <a:lnSpc>
                <a:spcPct val="100000"/>
              </a:lnSpc>
              <a:spcBef>
                <a:spcPts val="0"/>
              </a:spcBef>
              <a:buNone/>
              <a:defRPr sz="2400" b="0" spc="0" baseline="0">
                <a:solidFill>
                  <a:schemeClr val="tx1">
                    <a:lumMod val="95000"/>
                    <a:lumOff val="5000"/>
                  </a:schemeClr>
                </a:solidFill>
                <a:latin typeface="+mj-lt"/>
              </a:defRPr>
            </a:lvl1pPr>
            <a:lvl2pPr marL="456931" indent="0" algn="ctr">
              <a:buNone/>
              <a:defRPr sz="1800"/>
            </a:lvl2pPr>
            <a:lvl3pPr marL="913868" indent="0" algn="ctr">
              <a:buNone/>
              <a:defRPr sz="1800"/>
            </a:lvl3pPr>
            <a:lvl4pPr marL="1370786" indent="0" algn="ctr">
              <a:buNone/>
              <a:defRPr sz="1800"/>
            </a:lvl4pPr>
            <a:lvl5pPr marL="1827721" indent="0" algn="ctr">
              <a:buNone/>
              <a:defRPr sz="1800"/>
            </a:lvl5pPr>
            <a:lvl6pPr marL="2284658" indent="0" algn="ctr">
              <a:buNone/>
              <a:defRPr sz="1800"/>
            </a:lvl6pPr>
            <a:lvl7pPr marL="2741590" indent="0" algn="ctr">
              <a:buNone/>
              <a:defRPr sz="1800"/>
            </a:lvl7pPr>
            <a:lvl8pPr marL="3198504" indent="0" algn="ctr">
              <a:buNone/>
              <a:defRPr sz="1800"/>
            </a:lvl8pPr>
            <a:lvl9pPr marL="3655435" indent="0" algn="ctr">
              <a:buNone/>
              <a:defRPr sz="1800"/>
            </a:lvl9pPr>
          </a:lstStyle>
          <a:p>
            <a:r>
              <a:rPr lang="en-US"/>
              <a:t>Click to edit Master subtitle style</a:t>
            </a:r>
            <a:endParaRPr lang="en-US" dirty="0"/>
          </a:p>
        </p:txBody>
      </p:sp>
      <p:sp>
        <p:nvSpPr>
          <p:cNvPr id="17" name="TextBox 16">
            <a:extLst>
              <a:ext uri="{FF2B5EF4-FFF2-40B4-BE49-F238E27FC236}">
                <a16:creationId xmlns:a16="http://schemas.microsoft.com/office/drawing/2014/main" id="{8DEBCA87-EC7F-8A4B-BF12-591102263522}"/>
              </a:ext>
            </a:extLst>
          </p:cNvPr>
          <p:cNvSpPr txBox="1"/>
          <p:nvPr userDrawn="1"/>
        </p:nvSpPr>
        <p:spPr>
          <a:xfrm>
            <a:off x="9988226" y="578030"/>
            <a:ext cx="1595437" cy="307777"/>
          </a:xfrm>
          <a:prstGeom prst="rect">
            <a:avLst/>
          </a:prstGeom>
          <a:noFill/>
        </p:spPr>
        <p:txBody>
          <a:bodyPr wrap="none" rtlCol="0" anchor="ctr">
            <a:spAutoFit/>
          </a:bodyPr>
          <a:lstStyle/>
          <a:p>
            <a:pPr algn="r"/>
            <a:r>
              <a:rPr lang="en-US" sz="1400" i="0" spc="0" baseline="0" dirty="0">
                <a:solidFill>
                  <a:schemeClr val="accent1"/>
                </a:solidFill>
                <a:latin typeface="+mj-lt"/>
              </a:rPr>
              <a:t>thelaunchbox.com</a:t>
            </a:r>
            <a:endParaRPr lang="en-US" sz="1400" i="0" spc="0" baseline="0" dirty="0">
              <a:solidFill>
                <a:schemeClr val="accent1"/>
              </a:solidFill>
            </a:endParaRPr>
          </a:p>
        </p:txBody>
      </p:sp>
    </p:spTree>
    <p:extLst>
      <p:ext uri="{BB962C8B-B14F-4D97-AF65-F5344CB8AC3E}">
        <p14:creationId xmlns:p14="http://schemas.microsoft.com/office/powerpoint/2010/main" val="30210203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Dark">
    <p:bg>
      <p:bgPr>
        <a:solidFill>
          <a:schemeClr val="tx1"/>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981773" y="7000861"/>
            <a:ext cx="829235" cy="274320"/>
          </a:xfrm>
        </p:spPr>
        <p:txBody>
          <a:bodyPr/>
          <a:lstStyle>
            <a:lvl1pPr>
              <a:defRPr sz="1103"/>
            </a:lvl1pPr>
          </a:lstStyle>
          <a:p>
            <a:fld id="{4FAB73BC-B049-4115-A692-8D63A059BFB8}" type="slidenum">
              <a:rPr lang="en-US" smtClean="0"/>
              <a:pPr/>
              <a:t>‹#›</a:t>
            </a:fld>
            <a:endParaRPr lang="en-US" dirty="0"/>
          </a:p>
        </p:txBody>
      </p:sp>
      <p:pic>
        <p:nvPicPr>
          <p:cNvPr id="10" name="Graphic 9">
            <a:extLst>
              <a:ext uri="{FF2B5EF4-FFF2-40B4-BE49-F238E27FC236}">
                <a16:creationId xmlns:a16="http://schemas.microsoft.com/office/drawing/2014/main" id="{6C6D8ADD-52AB-CA44-B4C6-97A9E9C80D0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08333" y="3283440"/>
            <a:ext cx="2931215" cy="2931215"/>
          </a:xfrm>
          <a:prstGeom prst="rect">
            <a:avLst/>
          </a:prstGeom>
        </p:spPr>
      </p:pic>
      <p:sp>
        <p:nvSpPr>
          <p:cNvPr id="14" name="Date Placeholder 3">
            <a:extLst>
              <a:ext uri="{FF2B5EF4-FFF2-40B4-BE49-F238E27FC236}">
                <a16:creationId xmlns:a16="http://schemas.microsoft.com/office/drawing/2014/main" id="{90E0B908-F439-1E45-AA05-9A49EC8A57C8}"/>
              </a:ext>
            </a:extLst>
          </p:cNvPr>
          <p:cNvSpPr>
            <a:spLocks noGrp="1"/>
          </p:cNvSpPr>
          <p:nvPr>
            <p:ph type="dt" sz="half" idx="10"/>
          </p:nvPr>
        </p:nvSpPr>
        <p:spPr>
          <a:xfrm>
            <a:off x="4598125" y="6005650"/>
            <a:ext cx="1043609" cy="274320"/>
          </a:xfrm>
        </p:spPr>
        <p:txBody>
          <a:bodyPr/>
          <a:lstStyle>
            <a:lvl1pPr algn="l">
              <a:defRPr sz="1103" spc="0">
                <a:solidFill>
                  <a:schemeClr val="accent3"/>
                </a:solidFill>
              </a:defRPr>
            </a:lvl1pPr>
          </a:lstStyle>
          <a:p>
            <a:fld id="{33798079-21CE-E14E-9A10-1B1BB8AD3EFD}" type="datetime1">
              <a:rPr lang="en-US" smtClean="0"/>
              <a:pPr/>
              <a:t>8/24/2022</a:t>
            </a:fld>
            <a:endParaRPr lang="en-US" dirty="0"/>
          </a:p>
        </p:txBody>
      </p:sp>
      <p:sp>
        <p:nvSpPr>
          <p:cNvPr id="15" name="Footer Placeholder 4">
            <a:extLst>
              <a:ext uri="{FF2B5EF4-FFF2-40B4-BE49-F238E27FC236}">
                <a16:creationId xmlns:a16="http://schemas.microsoft.com/office/drawing/2014/main" id="{945C9175-6256-3643-9AA2-DEB68AFCFD9C}"/>
              </a:ext>
            </a:extLst>
          </p:cNvPr>
          <p:cNvSpPr>
            <a:spLocks noGrp="1"/>
          </p:cNvSpPr>
          <p:nvPr>
            <p:ph type="ftr" sz="quarter" idx="11"/>
          </p:nvPr>
        </p:nvSpPr>
        <p:spPr>
          <a:xfrm>
            <a:off x="6845083" y="6005650"/>
            <a:ext cx="4738580" cy="274320"/>
          </a:xfrm>
        </p:spPr>
        <p:txBody>
          <a:bodyPr/>
          <a:lstStyle>
            <a:lvl1pPr algn="r">
              <a:defRPr sz="1103" spc="0" baseline="0">
                <a:solidFill>
                  <a:schemeClr val="accent3"/>
                </a:solidFill>
              </a:defRPr>
            </a:lvl1pPr>
          </a:lstStyle>
          <a:p>
            <a:r>
              <a:rPr lang="en-US"/>
              <a:t>Proposal</a:t>
            </a:r>
            <a:endParaRPr lang="en-US" dirty="0"/>
          </a:p>
        </p:txBody>
      </p:sp>
      <p:sp>
        <p:nvSpPr>
          <p:cNvPr id="16" name="Title 1">
            <a:extLst>
              <a:ext uri="{FF2B5EF4-FFF2-40B4-BE49-F238E27FC236}">
                <a16:creationId xmlns:a16="http://schemas.microsoft.com/office/drawing/2014/main" id="{B35382E9-D5D5-4142-86D8-DDA9DB0F3FA8}"/>
              </a:ext>
            </a:extLst>
          </p:cNvPr>
          <p:cNvSpPr>
            <a:spLocks noGrp="1"/>
          </p:cNvSpPr>
          <p:nvPr>
            <p:ph type="ctrTitle"/>
          </p:nvPr>
        </p:nvSpPr>
        <p:spPr>
          <a:xfrm>
            <a:off x="4598127" y="3283440"/>
            <a:ext cx="6985536" cy="1463040"/>
          </a:xfrm>
        </p:spPr>
        <p:txBody>
          <a:bodyPr anchor="b">
            <a:normAutofit/>
          </a:bodyPr>
          <a:lstStyle>
            <a:lvl1pPr algn="l">
              <a:defRPr sz="3999" i="1" spc="0" baseline="0">
                <a:solidFill>
                  <a:schemeClr val="bg1"/>
                </a:solidFill>
              </a:defRPr>
            </a:lvl1pPr>
          </a:lstStyle>
          <a:p>
            <a:r>
              <a:rPr lang="en-US" dirty="0"/>
              <a:t>Click to edit Master title style</a:t>
            </a:r>
          </a:p>
        </p:txBody>
      </p:sp>
      <p:sp>
        <p:nvSpPr>
          <p:cNvPr id="17" name="Subtitle 2">
            <a:extLst>
              <a:ext uri="{FF2B5EF4-FFF2-40B4-BE49-F238E27FC236}">
                <a16:creationId xmlns:a16="http://schemas.microsoft.com/office/drawing/2014/main" id="{A161A220-C376-B140-9ED9-C150679D68DC}"/>
              </a:ext>
            </a:extLst>
          </p:cNvPr>
          <p:cNvSpPr>
            <a:spLocks noGrp="1"/>
          </p:cNvSpPr>
          <p:nvPr>
            <p:ph type="subTitle" idx="1"/>
          </p:nvPr>
        </p:nvSpPr>
        <p:spPr>
          <a:xfrm>
            <a:off x="4598125" y="4875773"/>
            <a:ext cx="6985543" cy="989450"/>
          </a:xfrm>
        </p:spPr>
        <p:txBody>
          <a:bodyPr lIns="91440" rIns="91440" anchor="t">
            <a:normAutofit/>
          </a:bodyPr>
          <a:lstStyle>
            <a:lvl1pPr marL="0" indent="0" algn="l">
              <a:lnSpc>
                <a:spcPct val="100000"/>
              </a:lnSpc>
              <a:spcBef>
                <a:spcPts val="0"/>
              </a:spcBef>
              <a:buNone/>
              <a:defRPr sz="2400" b="0" spc="0" baseline="0">
                <a:solidFill>
                  <a:schemeClr val="bg1"/>
                </a:solidFill>
                <a:latin typeface="+mj-lt"/>
              </a:defRPr>
            </a:lvl1pPr>
            <a:lvl2pPr marL="456931" indent="0" algn="ctr">
              <a:buNone/>
              <a:defRPr sz="1800"/>
            </a:lvl2pPr>
            <a:lvl3pPr marL="913868" indent="0" algn="ctr">
              <a:buNone/>
              <a:defRPr sz="1800"/>
            </a:lvl3pPr>
            <a:lvl4pPr marL="1370786" indent="0" algn="ctr">
              <a:buNone/>
              <a:defRPr sz="1800"/>
            </a:lvl4pPr>
            <a:lvl5pPr marL="1827721" indent="0" algn="ctr">
              <a:buNone/>
              <a:defRPr sz="1800"/>
            </a:lvl5pPr>
            <a:lvl6pPr marL="2284658" indent="0" algn="ctr">
              <a:buNone/>
              <a:defRPr sz="1800"/>
            </a:lvl6pPr>
            <a:lvl7pPr marL="2741590" indent="0" algn="ctr">
              <a:buNone/>
              <a:defRPr sz="1800"/>
            </a:lvl7pPr>
            <a:lvl8pPr marL="3198504" indent="0" algn="ctr">
              <a:buNone/>
              <a:defRPr sz="1800"/>
            </a:lvl8pPr>
            <a:lvl9pPr marL="3655435" indent="0" algn="ctr">
              <a:buNone/>
              <a:defRPr sz="1800"/>
            </a:lvl9pPr>
          </a:lstStyle>
          <a:p>
            <a:r>
              <a:rPr lang="en-US"/>
              <a:t>Click to edit Master subtitle style</a:t>
            </a:r>
            <a:endParaRPr lang="en-US" dirty="0"/>
          </a:p>
        </p:txBody>
      </p:sp>
      <p:sp>
        <p:nvSpPr>
          <p:cNvPr id="19" name="TextBox 18">
            <a:extLst>
              <a:ext uri="{FF2B5EF4-FFF2-40B4-BE49-F238E27FC236}">
                <a16:creationId xmlns:a16="http://schemas.microsoft.com/office/drawing/2014/main" id="{ED1F6B2F-E4D0-4B4F-A55F-A118ABC534B1}"/>
              </a:ext>
            </a:extLst>
          </p:cNvPr>
          <p:cNvSpPr txBox="1"/>
          <p:nvPr userDrawn="1"/>
        </p:nvSpPr>
        <p:spPr>
          <a:xfrm>
            <a:off x="9988226" y="578030"/>
            <a:ext cx="1595437" cy="307777"/>
          </a:xfrm>
          <a:prstGeom prst="rect">
            <a:avLst/>
          </a:prstGeom>
          <a:noFill/>
        </p:spPr>
        <p:txBody>
          <a:bodyPr wrap="none" rtlCol="0" anchor="ctr">
            <a:spAutoFit/>
          </a:bodyPr>
          <a:lstStyle/>
          <a:p>
            <a:pPr algn="r"/>
            <a:r>
              <a:rPr lang="en-US" sz="1400" i="0" spc="0" baseline="0" dirty="0">
                <a:solidFill>
                  <a:schemeClr val="accent2"/>
                </a:solidFill>
                <a:latin typeface="+mj-lt"/>
              </a:rPr>
              <a:t>thelaunchbox.com</a:t>
            </a:r>
            <a:endParaRPr lang="en-US" sz="1400" i="0" spc="0" baseline="0" dirty="0">
              <a:solidFill>
                <a:schemeClr val="accent2"/>
              </a:solidFill>
            </a:endParaRPr>
          </a:p>
        </p:txBody>
      </p:sp>
    </p:spTree>
    <p:extLst>
      <p:ext uri="{BB962C8B-B14F-4D97-AF65-F5344CB8AC3E}">
        <p14:creationId xmlns:p14="http://schemas.microsoft.com/office/powerpoint/2010/main" val="26600471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571499" y="914400"/>
            <a:ext cx="11049001" cy="5029200"/>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Date Placeholder 3"/>
          <p:cNvSpPr>
            <a:spLocks noGrp="1"/>
          </p:cNvSpPr>
          <p:nvPr>
            <p:ph type="dt" sz="half" idx="10"/>
          </p:nvPr>
        </p:nvSpPr>
        <p:spPr/>
        <p:txBody>
          <a:bodyPr/>
          <a:lstStyle/>
          <a:p>
            <a:fld id="{915B8B27-2482-2944-BAE4-A2E493AC982D}" type="datetime1">
              <a:rPr lang="en-US" smtClean="0"/>
              <a:t>8/24/2022</a:t>
            </a:fld>
            <a:endParaRPr lang="en-US" dirty="0"/>
          </a:p>
        </p:txBody>
      </p:sp>
      <p:sp>
        <p:nvSpPr>
          <p:cNvPr id="5" name="Footer Placeholder 4"/>
          <p:cNvSpPr>
            <a:spLocks noGrp="1"/>
          </p:cNvSpPr>
          <p:nvPr>
            <p:ph type="ftr" sz="quarter" idx="11"/>
          </p:nvPr>
        </p:nvSpPr>
        <p:spPr/>
        <p:txBody>
          <a:bodyPr/>
          <a:lstStyle/>
          <a:p>
            <a:r>
              <a:rPr lang="en-US"/>
              <a:t>Proposal</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
        <p:nvSpPr>
          <p:cNvPr id="8" name="Title Placeholder 1">
            <a:extLst>
              <a:ext uri="{FF2B5EF4-FFF2-40B4-BE49-F238E27FC236}">
                <a16:creationId xmlns:a16="http://schemas.microsoft.com/office/drawing/2014/main" id="{E45D6C41-F879-7B49-A81E-E945C51C3CE3}"/>
              </a:ext>
            </a:extLst>
          </p:cNvPr>
          <p:cNvSpPr>
            <a:spLocks noGrp="1"/>
          </p:cNvSpPr>
          <p:nvPr>
            <p:ph type="title"/>
          </p:nvPr>
        </p:nvSpPr>
        <p:spPr>
          <a:xfrm>
            <a:off x="152405" y="234834"/>
            <a:ext cx="11887201" cy="274320"/>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8021443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71500" y="3432940"/>
            <a:ext cx="11049000" cy="1696825"/>
          </a:xfrm>
        </p:spPr>
        <p:txBody>
          <a:bodyPr lIns="91440" rIns="91440" anchor="t">
            <a:normAutofit/>
          </a:bodyPr>
          <a:lstStyle>
            <a:lvl1pPr marL="0" indent="0">
              <a:lnSpc>
                <a:spcPct val="100000"/>
              </a:lnSpc>
              <a:spcBef>
                <a:spcPts val="0"/>
              </a:spcBef>
              <a:buNone/>
              <a:defRPr sz="2800" spc="53" baseline="0">
                <a:solidFill>
                  <a:schemeClr val="tx1">
                    <a:lumMod val="95000"/>
                    <a:lumOff val="5000"/>
                  </a:schemeClr>
                </a:solidFill>
                <a:latin typeface="+mj-lt"/>
              </a:defRPr>
            </a:lvl1pPr>
            <a:lvl2pPr marL="456931" indent="0">
              <a:buNone/>
              <a:defRPr sz="1800">
                <a:solidFill>
                  <a:schemeClr val="tx1">
                    <a:tint val="75000"/>
                  </a:schemeClr>
                </a:solidFill>
              </a:defRPr>
            </a:lvl2pPr>
            <a:lvl3pPr marL="913868" indent="0">
              <a:buNone/>
              <a:defRPr sz="1599">
                <a:solidFill>
                  <a:schemeClr val="tx1">
                    <a:tint val="75000"/>
                  </a:schemeClr>
                </a:solidFill>
              </a:defRPr>
            </a:lvl3pPr>
            <a:lvl4pPr marL="1370786" indent="0">
              <a:buNone/>
              <a:defRPr sz="1403">
                <a:solidFill>
                  <a:schemeClr val="tx1">
                    <a:tint val="75000"/>
                  </a:schemeClr>
                </a:solidFill>
              </a:defRPr>
            </a:lvl4pPr>
            <a:lvl5pPr marL="1827721" indent="0">
              <a:buNone/>
              <a:defRPr sz="1403">
                <a:solidFill>
                  <a:schemeClr val="tx1">
                    <a:tint val="75000"/>
                  </a:schemeClr>
                </a:solidFill>
              </a:defRPr>
            </a:lvl5pPr>
            <a:lvl6pPr marL="2284658" indent="0">
              <a:buNone/>
              <a:defRPr sz="1403">
                <a:solidFill>
                  <a:schemeClr val="tx1">
                    <a:tint val="75000"/>
                  </a:schemeClr>
                </a:solidFill>
              </a:defRPr>
            </a:lvl6pPr>
            <a:lvl7pPr marL="2741590" indent="0">
              <a:buNone/>
              <a:defRPr sz="1403">
                <a:solidFill>
                  <a:schemeClr val="tx1">
                    <a:tint val="75000"/>
                  </a:schemeClr>
                </a:solidFill>
              </a:defRPr>
            </a:lvl7pPr>
            <a:lvl8pPr marL="3198504" indent="0">
              <a:buNone/>
              <a:defRPr sz="1403">
                <a:solidFill>
                  <a:schemeClr val="tx1">
                    <a:tint val="75000"/>
                  </a:schemeClr>
                </a:solidFill>
              </a:defRPr>
            </a:lvl8pPr>
            <a:lvl9pPr marL="3655435" indent="0">
              <a:buNone/>
              <a:defRPr sz="1403">
                <a:solidFill>
                  <a:schemeClr val="tx1">
                    <a:tint val="75000"/>
                  </a:schemeClr>
                </a:solidFill>
              </a:defRPr>
            </a:lvl9pPr>
          </a:lstStyle>
          <a:p>
            <a:pPr lvl="0"/>
            <a:r>
              <a:rPr lang="en-US"/>
              <a:t>Click to edit Master text styles</a:t>
            </a:r>
          </a:p>
        </p:txBody>
      </p:sp>
      <p:sp>
        <p:nvSpPr>
          <p:cNvPr id="2" name="Title 1"/>
          <p:cNvSpPr>
            <a:spLocks noGrp="1"/>
          </p:cNvSpPr>
          <p:nvPr>
            <p:ph type="title"/>
          </p:nvPr>
        </p:nvSpPr>
        <p:spPr>
          <a:xfrm>
            <a:off x="571499" y="1728235"/>
            <a:ext cx="11048998" cy="1704705"/>
          </a:xfrm>
        </p:spPr>
        <p:txBody>
          <a:bodyPr anchor="b">
            <a:noAutofit/>
          </a:bodyPr>
          <a:lstStyle>
            <a:lvl1pPr algn="l">
              <a:defRPr sz="3600" b="0" spc="203" baseline="0">
                <a:solidFill>
                  <a:schemeClr val="tx1"/>
                </a:solidFill>
              </a:defRPr>
            </a:lvl1pPr>
          </a:lstStyle>
          <a:p>
            <a:r>
              <a:rPr lang="en-US" dirty="0"/>
              <a:t>Click to edit Master title style</a:t>
            </a:r>
          </a:p>
        </p:txBody>
      </p:sp>
      <p:sp>
        <p:nvSpPr>
          <p:cNvPr id="7" name="Date Placeholder 6">
            <a:extLst>
              <a:ext uri="{FF2B5EF4-FFF2-40B4-BE49-F238E27FC236}">
                <a16:creationId xmlns:a16="http://schemas.microsoft.com/office/drawing/2014/main" id="{AB702A91-E469-AC4A-9FAA-85DBF37F4490}"/>
              </a:ext>
            </a:extLst>
          </p:cNvPr>
          <p:cNvSpPr>
            <a:spLocks noGrp="1"/>
          </p:cNvSpPr>
          <p:nvPr>
            <p:ph type="dt" sz="half" idx="10"/>
          </p:nvPr>
        </p:nvSpPr>
        <p:spPr/>
        <p:txBody>
          <a:bodyPr/>
          <a:lstStyle/>
          <a:p>
            <a:fld id="{1BE1322F-7C1C-8D41-BA42-73A90B3995D9}" type="datetime1">
              <a:rPr lang="en-US" smtClean="0"/>
              <a:t>8/24/2022</a:t>
            </a:fld>
            <a:endParaRPr lang="en-US" dirty="0"/>
          </a:p>
        </p:txBody>
      </p:sp>
      <p:sp>
        <p:nvSpPr>
          <p:cNvPr id="8" name="Footer Placeholder 7">
            <a:extLst>
              <a:ext uri="{FF2B5EF4-FFF2-40B4-BE49-F238E27FC236}">
                <a16:creationId xmlns:a16="http://schemas.microsoft.com/office/drawing/2014/main" id="{7D84D714-B42B-7D4D-80CB-C941408ECE1C}"/>
              </a:ext>
            </a:extLst>
          </p:cNvPr>
          <p:cNvSpPr>
            <a:spLocks noGrp="1"/>
          </p:cNvSpPr>
          <p:nvPr>
            <p:ph type="ftr" sz="quarter" idx="11"/>
          </p:nvPr>
        </p:nvSpPr>
        <p:spPr/>
        <p:txBody>
          <a:bodyPr/>
          <a:lstStyle/>
          <a:p>
            <a:r>
              <a:rPr lang="en-US"/>
              <a:t>Proposal</a:t>
            </a:r>
            <a:endParaRPr lang="en-US" dirty="0"/>
          </a:p>
        </p:txBody>
      </p:sp>
      <p:sp>
        <p:nvSpPr>
          <p:cNvPr id="9" name="Slide Number Placeholder 8">
            <a:extLst>
              <a:ext uri="{FF2B5EF4-FFF2-40B4-BE49-F238E27FC236}">
                <a16:creationId xmlns:a16="http://schemas.microsoft.com/office/drawing/2014/main" id="{F5D0CA38-B6CB-B847-9DC3-A14F298C0944}"/>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0768875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Alt">
    <p:bg>
      <p:bgPr>
        <a:solidFill>
          <a:schemeClr val="accent3"/>
        </a:solidFill>
        <a:effectLst/>
      </p:bgPr>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AB702A91-E469-AC4A-9FAA-85DBF37F4490}"/>
              </a:ext>
            </a:extLst>
          </p:cNvPr>
          <p:cNvSpPr>
            <a:spLocks noGrp="1"/>
          </p:cNvSpPr>
          <p:nvPr>
            <p:ph type="dt" sz="half" idx="10"/>
          </p:nvPr>
        </p:nvSpPr>
        <p:spPr/>
        <p:txBody>
          <a:bodyPr/>
          <a:lstStyle/>
          <a:p>
            <a:fld id="{D73F9AD4-3577-2D4A-9737-804159C52116}" type="datetime1">
              <a:rPr lang="en-US" smtClean="0"/>
              <a:t>8/24/2022</a:t>
            </a:fld>
            <a:endParaRPr lang="en-US" dirty="0"/>
          </a:p>
        </p:txBody>
      </p:sp>
      <p:sp>
        <p:nvSpPr>
          <p:cNvPr id="8" name="Footer Placeholder 7">
            <a:extLst>
              <a:ext uri="{FF2B5EF4-FFF2-40B4-BE49-F238E27FC236}">
                <a16:creationId xmlns:a16="http://schemas.microsoft.com/office/drawing/2014/main" id="{7D84D714-B42B-7D4D-80CB-C941408ECE1C}"/>
              </a:ext>
            </a:extLst>
          </p:cNvPr>
          <p:cNvSpPr>
            <a:spLocks noGrp="1"/>
          </p:cNvSpPr>
          <p:nvPr>
            <p:ph type="ftr" sz="quarter" idx="11"/>
          </p:nvPr>
        </p:nvSpPr>
        <p:spPr/>
        <p:txBody>
          <a:bodyPr/>
          <a:lstStyle/>
          <a:p>
            <a:r>
              <a:rPr lang="en-US"/>
              <a:t>Proposal</a:t>
            </a:r>
            <a:endParaRPr lang="en-US" dirty="0"/>
          </a:p>
        </p:txBody>
      </p:sp>
      <p:sp>
        <p:nvSpPr>
          <p:cNvPr id="9" name="Slide Number Placeholder 8">
            <a:extLst>
              <a:ext uri="{FF2B5EF4-FFF2-40B4-BE49-F238E27FC236}">
                <a16:creationId xmlns:a16="http://schemas.microsoft.com/office/drawing/2014/main" id="{F5D0CA38-B6CB-B847-9DC3-A14F298C0944}"/>
              </a:ext>
            </a:extLst>
          </p:cNvPr>
          <p:cNvSpPr>
            <a:spLocks noGrp="1"/>
          </p:cNvSpPr>
          <p:nvPr>
            <p:ph type="sldNum" sz="quarter" idx="12"/>
          </p:nvPr>
        </p:nvSpPr>
        <p:spPr/>
        <p:txBody>
          <a:bodyPr/>
          <a:lstStyle/>
          <a:p>
            <a:fld id="{4FAB73BC-B049-4115-A692-8D63A059BFB8}" type="slidenum">
              <a:rPr lang="en-US" smtClean="0"/>
              <a:pPr/>
              <a:t>‹#›</a:t>
            </a:fld>
            <a:endParaRPr lang="en-US" dirty="0"/>
          </a:p>
        </p:txBody>
      </p:sp>
      <p:sp>
        <p:nvSpPr>
          <p:cNvPr id="10" name="Text Placeholder 2">
            <a:extLst>
              <a:ext uri="{FF2B5EF4-FFF2-40B4-BE49-F238E27FC236}">
                <a16:creationId xmlns:a16="http://schemas.microsoft.com/office/drawing/2014/main" id="{77B45955-040F-5B4F-B215-8B007E3F5559}"/>
              </a:ext>
            </a:extLst>
          </p:cNvPr>
          <p:cNvSpPr>
            <a:spLocks noGrp="1"/>
          </p:cNvSpPr>
          <p:nvPr>
            <p:ph type="body" idx="1"/>
          </p:nvPr>
        </p:nvSpPr>
        <p:spPr>
          <a:xfrm>
            <a:off x="571500" y="3432940"/>
            <a:ext cx="11049000" cy="1696825"/>
          </a:xfrm>
        </p:spPr>
        <p:txBody>
          <a:bodyPr lIns="91440" rIns="91440" anchor="t">
            <a:normAutofit/>
          </a:bodyPr>
          <a:lstStyle>
            <a:lvl1pPr marL="0" indent="0">
              <a:lnSpc>
                <a:spcPct val="100000"/>
              </a:lnSpc>
              <a:spcBef>
                <a:spcPts val="0"/>
              </a:spcBef>
              <a:buNone/>
              <a:defRPr sz="2800" spc="53" baseline="0">
                <a:solidFill>
                  <a:schemeClr val="tx1">
                    <a:lumMod val="95000"/>
                    <a:lumOff val="5000"/>
                  </a:schemeClr>
                </a:solidFill>
                <a:latin typeface="+mj-lt"/>
              </a:defRPr>
            </a:lvl1pPr>
            <a:lvl2pPr marL="456931" indent="0">
              <a:buNone/>
              <a:defRPr sz="1800">
                <a:solidFill>
                  <a:schemeClr val="tx1">
                    <a:tint val="75000"/>
                  </a:schemeClr>
                </a:solidFill>
              </a:defRPr>
            </a:lvl2pPr>
            <a:lvl3pPr marL="913868" indent="0">
              <a:buNone/>
              <a:defRPr sz="1599">
                <a:solidFill>
                  <a:schemeClr val="tx1">
                    <a:tint val="75000"/>
                  </a:schemeClr>
                </a:solidFill>
              </a:defRPr>
            </a:lvl3pPr>
            <a:lvl4pPr marL="1370786" indent="0">
              <a:buNone/>
              <a:defRPr sz="1403">
                <a:solidFill>
                  <a:schemeClr val="tx1">
                    <a:tint val="75000"/>
                  </a:schemeClr>
                </a:solidFill>
              </a:defRPr>
            </a:lvl4pPr>
            <a:lvl5pPr marL="1827721" indent="0">
              <a:buNone/>
              <a:defRPr sz="1403">
                <a:solidFill>
                  <a:schemeClr val="tx1">
                    <a:tint val="75000"/>
                  </a:schemeClr>
                </a:solidFill>
              </a:defRPr>
            </a:lvl5pPr>
            <a:lvl6pPr marL="2284658" indent="0">
              <a:buNone/>
              <a:defRPr sz="1403">
                <a:solidFill>
                  <a:schemeClr val="tx1">
                    <a:tint val="75000"/>
                  </a:schemeClr>
                </a:solidFill>
              </a:defRPr>
            </a:lvl6pPr>
            <a:lvl7pPr marL="2741590" indent="0">
              <a:buNone/>
              <a:defRPr sz="1403">
                <a:solidFill>
                  <a:schemeClr val="tx1">
                    <a:tint val="75000"/>
                  </a:schemeClr>
                </a:solidFill>
              </a:defRPr>
            </a:lvl7pPr>
            <a:lvl8pPr marL="3198504" indent="0">
              <a:buNone/>
              <a:defRPr sz="1403">
                <a:solidFill>
                  <a:schemeClr val="tx1">
                    <a:tint val="75000"/>
                  </a:schemeClr>
                </a:solidFill>
              </a:defRPr>
            </a:lvl8pPr>
            <a:lvl9pPr marL="3655435" indent="0">
              <a:buNone/>
              <a:defRPr sz="1403">
                <a:solidFill>
                  <a:schemeClr val="tx1">
                    <a:tint val="75000"/>
                  </a:schemeClr>
                </a:solidFill>
              </a:defRPr>
            </a:lvl9pPr>
          </a:lstStyle>
          <a:p>
            <a:pPr lvl="0"/>
            <a:r>
              <a:rPr lang="en-US" dirty="0"/>
              <a:t>Click to edit Master text styles</a:t>
            </a:r>
          </a:p>
        </p:txBody>
      </p:sp>
      <p:sp>
        <p:nvSpPr>
          <p:cNvPr id="11" name="Title 1">
            <a:extLst>
              <a:ext uri="{FF2B5EF4-FFF2-40B4-BE49-F238E27FC236}">
                <a16:creationId xmlns:a16="http://schemas.microsoft.com/office/drawing/2014/main" id="{318D9009-6ACA-2243-BBC0-1C4FE9FD8B1B}"/>
              </a:ext>
            </a:extLst>
          </p:cNvPr>
          <p:cNvSpPr>
            <a:spLocks noGrp="1"/>
          </p:cNvSpPr>
          <p:nvPr>
            <p:ph type="title"/>
          </p:nvPr>
        </p:nvSpPr>
        <p:spPr>
          <a:xfrm>
            <a:off x="571499" y="1728235"/>
            <a:ext cx="11048998" cy="1704705"/>
          </a:xfrm>
        </p:spPr>
        <p:txBody>
          <a:bodyPr anchor="b">
            <a:noAutofit/>
          </a:bodyPr>
          <a:lstStyle>
            <a:lvl1pPr algn="l">
              <a:defRPr sz="3600" b="0" spc="203" baseline="0">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42256762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 Header Dark">
    <p:bg>
      <p:bgPr>
        <a:solidFill>
          <a:schemeClr val="tx1"/>
        </a:solidFill>
        <a:effectLst/>
      </p:bgPr>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AB702A91-E469-AC4A-9FAA-85DBF37F4490}"/>
              </a:ext>
            </a:extLst>
          </p:cNvPr>
          <p:cNvSpPr>
            <a:spLocks noGrp="1"/>
          </p:cNvSpPr>
          <p:nvPr>
            <p:ph type="dt" sz="half" idx="10"/>
          </p:nvPr>
        </p:nvSpPr>
        <p:spPr/>
        <p:txBody>
          <a:bodyPr/>
          <a:lstStyle>
            <a:lvl1pPr>
              <a:defRPr>
                <a:solidFill>
                  <a:schemeClr val="accent3"/>
                </a:solidFill>
              </a:defRPr>
            </a:lvl1pPr>
          </a:lstStyle>
          <a:p>
            <a:fld id="{E542966D-F481-5B45-9AEF-3DAD617D7000}" type="datetime1">
              <a:rPr lang="en-US" smtClean="0"/>
              <a:pPr/>
              <a:t>8/24/2022</a:t>
            </a:fld>
            <a:endParaRPr lang="en-US" dirty="0"/>
          </a:p>
        </p:txBody>
      </p:sp>
      <p:sp>
        <p:nvSpPr>
          <p:cNvPr id="8" name="Footer Placeholder 7">
            <a:extLst>
              <a:ext uri="{FF2B5EF4-FFF2-40B4-BE49-F238E27FC236}">
                <a16:creationId xmlns:a16="http://schemas.microsoft.com/office/drawing/2014/main" id="{7D84D714-B42B-7D4D-80CB-C941408ECE1C}"/>
              </a:ext>
            </a:extLst>
          </p:cNvPr>
          <p:cNvSpPr>
            <a:spLocks noGrp="1"/>
          </p:cNvSpPr>
          <p:nvPr>
            <p:ph type="ftr" sz="quarter" idx="11"/>
          </p:nvPr>
        </p:nvSpPr>
        <p:spPr/>
        <p:txBody>
          <a:bodyPr/>
          <a:lstStyle>
            <a:lvl1pPr>
              <a:defRPr>
                <a:solidFill>
                  <a:schemeClr val="accent3"/>
                </a:solidFill>
              </a:defRPr>
            </a:lvl1pPr>
          </a:lstStyle>
          <a:p>
            <a:r>
              <a:rPr lang="en-US"/>
              <a:t>Proposal</a:t>
            </a:r>
            <a:endParaRPr lang="en-US" dirty="0"/>
          </a:p>
        </p:txBody>
      </p:sp>
      <p:sp>
        <p:nvSpPr>
          <p:cNvPr id="9" name="Slide Number Placeholder 8">
            <a:extLst>
              <a:ext uri="{FF2B5EF4-FFF2-40B4-BE49-F238E27FC236}">
                <a16:creationId xmlns:a16="http://schemas.microsoft.com/office/drawing/2014/main" id="{F5D0CA38-B6CB-B847-9DC3-A14F298C0944}"/>
              </a:ext>
            </a:extLst>
          </p:cNvPr>
          <p:cNvSpPr>
            <a:spLocks noGrp="1"/>
          </p:cNvSpPr>
          <p:nvPr>
            <p:ph type="sldNum" sz="quarter" idx="12"/>
          </p:nvPr>
        </p:nvSpPr>
        <p:spPr/>
        <p:txBody>
          <a:bodyPr/>
          <a:lstStyle>
            <a:lvl1pPr>
              <a:defRPr>
                <a:solidFill>
                  <a:schemeClr val="accent3"/>
                </a:solidFill>
              </a:defRPr>
            </a:lvl1pPr>
          </a:lstStyle>
          <a:p>
            <a:fld id="{4FAB73BC-B049-4115-A692-8D63A059BFB8}" type="slidenum">
              <a:rPr lang="en-US" smtClean="0"/>
              <a:pPr/>
              <a:t>‹#›</a:t>
            </a:fld>
            <a:endParaRPr lang="en-US" dirty="0"/>
          </a:p>
        </p:txBody>
      </p:sp>
      <p:pic>
        <p:nvPicPr>
          <p:cNvPr id="11" name="Graphic 10">
            <a:extLst>
              <a:ext uri="{FF2B5EF4-FFF2-40B4-BE49-F238E27FC236}">
                <a16:creationId xmlns:a16="http://schemas.microsoft.com/office/drawing/2014/main" id="{190A482C-6289-D54C-8D98-9E271CD8418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19456" y="6190488"/>
            <a:ext cx="2276856" cy="400676"/>
          </a:xfrm>
          <a:prstGeom prst="rect">
            <a:avLst/>
          </a:prstGeom>
        </p:spPr>
      </p:pic>
      <p:sp>
        <p:nvSpPr>
          <p:cNvPr id="13" name="Text Placeholder 2">
            <a:extLst>
              <a:ext uri="{FF2B5EF4-FFF2-40B4-BE49-F238E27FC236}">
                <a16:creationId xmlns:a16="http://schemas.microsoft.com/office/drawing/2014/main" id="{D9A8F1DF-26D0-CE44-AFA3-23C5A4C8B543}"/>
              </a:ext>
            </a:extLst>
          </p:cNvPr>
          <p:cNvSpPr>
            <a:spLocks noGrp="1"/>
          </p:cNvSpPr>
          <p:nvPr>
            <p:ph type="body" idx="1"/>
          </p:nvPr>
        </p:nvSpPr>
        <p:spPr>
          <a:xfrm>
            <a:off x="571499" y="3432940"/>
            <a:ext cx="11049003" cy="1696825"/>
          </a:xfrm>
        </p:spPr>
        <p:txBody>
          <a:bodyPr lIns="91440" rIns="91440" anchor="t">
            <a:normAutofit/>
          </a:bodyPr>
          <a:lstStyle>
            <a:lvl1pPr marL="0" indent="0">
              <a:lnSpc>
                <a:spcPct val="100000"/>
              </a:lnSpc>
              <a:spcBef>
                <a:spcPts val="0"/>
              </a:spcBef>
              <a:buNone/>
              <a:defRPr sz="2800" spc="53" baseline="0">
                <a:solidFill>
                  <a:schemeClr val="bg1"/>
                </a:solidFill>
                <a:latin typeface="+mj-lt"/>
              </a:defRPr>
            </a:lvl1pPr>
            <a:lvl2pPr marL="456931" indent="0">
              <a:buNone/>
              <a:defRPr sz="1800">
                <a:solidFill>
                  <a:schemeClr val="tx1">
                    <a:tint val="75000"/>
                  </a:schemeClr>
                </a:solidFill>
              </a:defRPr>
            </a:lvl2pPr>
            <a:lvl3pPr marL="913868" indent="0">
              <a:buNone/>
              <a:defRPr sz="1599">
                <a:solidFill>
                  <a:schemeClr val="tx1">
                    <a:tint val="75000"/>
                  </a:schemeClr>
                </a:solidFill>
              </a:defRPr>
            </a:lvl3pPr>
            <a:lvl4pPr marL="1370786" indent="0">
              <a:buNone/>
              <a:defRPr sz="1403">
                <a:solidFill>
                  <a:schemeClr val="tx1">
                    <a:tint val="75000"/>
                  </a:schemeClr>
                </a:solidFill>
              </a:defRPr>
            </a:lvl4pPr>
            <a:lvl5pPr marL="1827721" indent="0">
              <a:buNone/>
              <a:defRPr sz="1403">
                <a:solidFill>
                  <a:schemeClr val="tx1">
                    <a:tint val="75000"/>
                  </a:schemeClr>
                </a:solidFill>
              </a:defRPr>
            </a:lvl5pPr>
            <a:lvl6pPr marL="2284658" indent="0">
              <a:buNone/>
              <a:defRPr sz="1403">
                <a:solidFill>
                  <a:schemeClr val="tx1">
                    <a:tint val="75000"/>
                  </a:schemeClr>
                </a:solidFill>
              </a:defRPr>
            </a:lvl6pPr>
            <a:lvl7pPr marL="2741590" indent="0">
              <a:buNone/>
              <a:defRPr sz="1403">
                <a:solidFill>
                  <a:schemeClr val="tx1">
                    <a:tint val="75000"/>
                  </a:schemeClr>
                </a:solidFill>
              </a:defRPr>
            </a:lvl7pPr>
            <a:lvl8pPr marL="3198504" indent="0">
              <a:buNone/>
              <a:defRPr sz="1403">
                <a:solidFill>
                  <a:schemeClr val="tx1">
                    <a:tint val="75000"/>
                  </a:schemeClr>
                </a:solidFill>
              </a:defRPr>
            </a:lvl8pPr>
            <a:lvl9pPr marL="3655435" indent="0">
              <a:buNone/>
              <a:defRPr sz="1403">
                <a:solidFill>
                  <a:schemeClr val="tx1">
                    <a:tint val="75000"/>
                  </a:schemeClr>
                </a:solidFill>
              </a:defRPr>
            </a:lvl9pPr>
          </a:lstStyle>
          <a:p>
            <a:pPr lvl="0"/>
            <a:r>
              <a:rPr lang="en-US" dirty="0"/>
              <a:t>Click to edit Master text styles</a:t>
            </a:r>
          </a:p>
        </p:txBody>
      </p:sp>
      <p:sp>
        <p:nvSpPr>
          <p:cNvPr id="14" name="Title 1">
            <a:extLst>
              <a:ext uri="{FF2B5EF4-FFF2-40B4-BE49-F238E27FC236}">
                <a16:creationId xmlns:a16="http://schemas.microsoft.com/office/drawing/2014/main" id="{2E5C5791-934F-E042-9502-F4DF78604E52}"/>
              </a:ext>
            </a:extLst>
          </p:cNvPr>
          <p:cNvSpPr>
            <a:spLocks noGrp="1"/>
          </p:cNvSpPr>
          <p:nvPr>
            <p:ph type="title"/>
          </p:nvPr>
        </p:nvSpPr>
        <p:spPr>
          <a:xfrm>
            <a:off x="571499" y="1728235"/>
            <a:ext cx="11049001" cy="1704705"/>
          </a:xfrm>
        </p:spPr>
        <p:txBody>
          <a:bodyPr anchor="b">
            <a:noAutofit/>
          </a:bodyPr>
          <a:lstStyle>
            <a:lvl1pPr algn="l">
              <a:defRPr sz="3600" b="0" spc="203"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40999547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71500" y="914400"/>
            <a:ext cx="5303520" cy="4572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Content Placeholder 3"/>
          <p:cNvSpPr>
            <a:spLocks noGrp="1"/>
          </p:cNvSpPr>
          <p:nvPr>
            <p:ph sz="half" idx="2"/>
          </p:nvPr>
        </p:nvSpPr>
        <p:spPr>
          <a:xfrm>
            <a:off x="6316980" y="914400"/>
            <a:ext cx="530352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Date Placeholder 4"/>
          <p:cNvSpPr>
            <a:spLocks noGrp="1"/>
          </p:cNvSpPr>
          <p:nvPr>
            <p:ph type="dt" sz="half" idx="10"/>
          </p:nvPr>
        </p:nvSpPr>
        <p:spPr/>
        <p:txBody>
          <a:bodyPr/>
          <a:lstStyle/>
          <a:p>
            <a:fld id="{25245383-D5A8-CB4D-B221-8D1B4A1CDC9E}" type="datetime1">
              <a:rPr lang="en-US" smtClean="0"/>
              <a:t>8/24/2022</a:t>
            </a:fld>
            <a:endParaRPr lang="en-US" dirty="0"/>
          </a:p>
        </p:txBody>
      </p:sp>
      <p:sp>
        <p:nvSpPr>
          <p:cNvPr id="6" name="Footer Placeholder 5"/>
          <p:cNvSpPr>
            <a:spLocks noGrp="1"/>
          </p:cNvSpPr>
          <p:nvPr>
            <p:ph type="ftr" sz="quarter" idx="11"/>
          </p:nvPr>
        </p:nvSpPr>
        <p:spPr/>
        <p:txBody>
          <a:bodyPr/>
          <a:lstStyle/>
          <a:p>
            <a:r>
              <a:rPr lang="en-US"/>
              <a:t>Proposal</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
        <p:nvSpPr>
          <p:cNvPr id="8" name="Title 7">
            <a:extLst>
              <a:ext uri="{FF2B5EF4-FFF2-40B4-BE49-F238E27FC236}">
                <a16:creationId xmlns:a16="http://schemas.microsoft.com/office/drawing/2014/main" id="{600F5549-3EFD-CA41-9DB0-887AECF339A9}"/>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272724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71499" y="914400"/>
            <a:ext cx="5303519" cy="822960"/>
          </a:xfrm>
        </p:spPr>
        <p:txBody>
          <a:bodyPr lIns="137160" rIns="137160" anchor="ctr">
            <a:normAutofit/>
          </a:bodyPr>
          <a:lstStyle>
            <a:lvl1pPr marL="0" indent="0">
              <a:spcBef>
                <a:spcPts val="0"/>
              </a:spcBef>
              <a:spcAft>
                <a:spcPts val="0"/>
              </a:spcAft>
              <a:buNone/>
              <a:defRPr sz="2001" b="0" cap="none" baseline="0">
                <a:solidFill>
                  <a:schemeClr val="tx1"/>
                </a:solidFill>
                <a:latin typeface="+mj-lt"/>
              </a:defRPr>
            </a:lvl1pPr>
            <a:lvl2pPr marL="456931" indent="0">
              <a:buNone/>
              <a:defRPr sz="2001" b="1"/>
            </a:lvl2pPr>
            <a:lvl3pPr marL="913868" indent="0">
              <a:buNone/>
              <a:defRPr sz="1800" b="1"/>
            </a:lvl3pPr>
            <a:lvl4pPr marL="1370786" indent="0">
              <a:buNone/>
              <a:defRPr sz="1599" b="1"/>
            </a:lvl4pPr>
            <a:lvl5pPr marL="1827721" indent="0">
              <a:buNone/>
              <a:defRPr sz="1599" b="1"/>
            </a:lvl5pPr>
            <a:lvl6pPr marL="2284658" indent="0">
              <a:buNone/>
              <a:defRPr sz="1599" b="1"/>
            </a:lvl6pPr>
            <a:lvl7pPr marL="2741590" indent="0">
              <a:buNone/>
              <a:defRPr sz="1599" b="1"/>
            </a:lvl7pPr>
            <a:lvl8pPr marL="3198504" indent="0">
              <a:buNone/>
              <a:defRPr sz="1599" b="1"/>
            </a:lvl8pPr>
            <a:lvl9pPr marL="3655435" indent="0">
              <a:buNone/>
              <a:defRPr sz="1599" b="1"/>
            </a:lvl9pPr>
          </a:lstStyle>
          <a:p>
            <a:pPr lvl="0"/>
            <a:r>
              <a:rPr lang="en-US"/>
              <a:t>Click to edit Master text styles</a:t>
            </a:r>
          </a:p>
        </p:txBody>
      </p:sp>
      <p:sp>
        <p:nvSpPr>
          <p:cNvPr id="4" name="Content Placeholder 3"/>
          <p:cNvSpPr>
            <a:spLocks noGrp="1"/>
          </p:cNvSpPr>
          <p:nvPr>
            <p:ph sz="half" idx="2"/>
          </p:nvPr>
        </p:nvSpPr>
        <p:spPr>
          <a:xfrm>
            <a:off x="571498" y="1737360"/>
            <a:ext cx="5303520" cy="3887999"/>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p:cNvSpPr>
            <a:spLocks noGrp="1"/>
          </p:cNvSpPr>
          <p:nvPr>
            <p:ph type="body" sz="quarter" idx="3"/>
          </p:nvPr>
        </p:nvSpPr>
        <p:spPr>
          <a:xfrm>
            <a:off x="6316106" y="914400"/>
            <a:ext cx="5303519" cy="822960"/>
          </a:xfrm>
        </p:spPr>
        <p:txBody>
          <a:bodyPr lIns="137160" rIns="137160" anchor="ctr">
            <a:normAutofit/>
          </a:bodyPr>
          <a:lstStyle>
            <a:lvl1pPr marL="0" indent="0">
              <a:spcBef>
                <a:spcPts val="0"/>
              </a:spcBef>
              <a:spcAft>
                <a:spcPts val="0"/>
              </a:spcAft>
              <a:buNone/>
              <a:defRPr lang="en-US" sz="2001" b="0" kern="1200" cap="none" baseline="0" dirty="0">
                <a:solidFill>
                  <a:schemeClr val="tx1"/>
                </a:solidFill>
                <a:latin typeface="+mj-lt"/>
                <a:ea typeface="+mn-ea"/>
                <a:cs typeface="+mn-cs"/>
              </a:defRPr>
            </a:lvl1pPr>
            <a:lvl2pPr marL="456931" indent="0">
              <a:buNone/>
              <a:defRPr sz="2001" b="1"/>
            </a:lvl2pPr>
            <a:lvl3pPr marL="913868" indent="0">
              <a:buNone/>
              <a:defRPr sz="1800" b="1"/>
            </a:lvl3pPr>
            <a:lvl4pPr marL="1370786" indent="0">
              <a:buNone/>
              <a:defRPr sz="1599" b="1"/>
            </a:lvl4pPr>
            <a:lvl5pPr marL="1827721" indent="0">
              <a:buNone/>
              <a:defRPr sz="1599" b="1"/>
            </a:lvl5pPr>
            <a:lvl6pPr marL="2284658" indent="0">
              <a:buNone/>
              <a:defRPr sz="1599" b="1"/>
            </a:lvl6pPr>
            <a:lvl7pPr marL="2741590" indent="0">
              <a:buNone/>
              <a:defRPr sz="1599" b="1"/>
            </a:lvl7pPr>
            <a:lvl8pPr marL="3198504" indent="0">
              <a:buNone/>
              <a:defRPr sz="1599" b="1"/>
            </a:lvl8pPr>
            <a:lvl9pPr marL="3655435" indent="0">
              <a:buNone/>
              <a:defRPr sz="1599" b="1"/>
            </a:lvl9pPr>
          </a:lstStyle>
          <a:p>
            <a:pPr marL="0" lvl="0" indent="0" algn="l" defTabSz="913868"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6316105" y="1737360"/>
            <a:ext cx="5303520" cy="38879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Date Placeholder 6"/>
          <p:cNvSpPr>
            <a:spLocks noGrp="1"/>
          </p:cNvSpPr>
          <p:nvPr>
            <p:ph type="dt" sz="half" idx="10"/>
          </p:nvPr>
        </p:nvSpPr>
        <p:spPr/>
        <p:txBody>
          <a:bodyPr/>
          <a:lstStyle/>
          <a:p>
            <a:fld id="{7B9B9839-7139-0445-8DA4-CE99F11AD909}" type="datetime1">
              <a:rPr lang="en-US" smtClean="0"/>
              <a:t>8/24/2022</a:t>
            </a:fld>
            <a:endParaRPr lang="en-US" dirty="0"/>
          </a:p>
        </p:txBody>
      </p:sp>
      <p:sp>
        <p:nvSpPr>
          <p:cNvPr id="8" name="Footer Placeholder 7"/>
          <p:cNvSpPr>
            <a:spLocks noGrp="1"/>
          </p:cNvSpPr>
          <p:nvPr>
            <p:ph type="ftr" sz="quarter" idx="11"/>
          </p:nvPr>
        </p:nvSpPr>
        <p:spPr/>
        <p:txBody>
          <a:bodyPr/>
          <a:lstStyle/>
          <a:p>
            <a:r>
              <a:rPr lang="en-US"/>
              <a:t>Proposal</a:t>
            </a:r>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3100200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plit Content">
    <p:bg>
      <p:bgPr>
        <a:solidFill>
          <a:schemeClr val="bg1"/>
        </a:solidFill>
        <a:effectLst/>
      </p:bgPr>
    </p:bg>
    <p:spTree>
      <p:nvGrpSpPr>
        <p:cNvPr id="1" name=""/>
        <p:cNvGrpSpPr/>
        <p:nvPr/>
      </p:nvGrpSpPr>
      <p:grpSpPr>
        <a:xfrm>
          <a:off x="0" y="0"/>
          <a:ext cx="0" cy="0"/>
          <a:chOff x="0" y="0"/>
          <a:chExt cx="0" cy="0"/>
        </a:xfrm>
      </p:grpSpPr>
      <p:sp>
        <p:nvSpPr>
          <p:cNvPr id="4" name="Content Placeholder 3"/>
          <p:cNvSpPr>
            <a:spLocks noGrp="1"/>
          </p:cNvSpPr>
          <p:nvPr>
            <p:ph sz="quarter" idx="11"/>
          </p:nvPr>
        </p:nvSpPr>
        <p:spPr>
          <a:xfrm>
            <a:off x="571501" y="914407"/>
            <a:ext cx="5303520" cy="538144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8" name="Content Placeholder 7"/>
          <p:cNvSpPr>
            <a:spLocks noGrp="1"/>
          </p:cNvSpPr>
          <p:nvPr>
            <p:ph sz="quarter" idx="12"/>
          </p:nvPr>
        </p:nvSpPr>
        <p:spPr>
          <a:xfrm>
            <a:off x="6316980" y="914401"/>
            <a:ext cx="5303520" cy="5372100"/>
          </a:xfrm>
        </p:spPr>
        <p:txBody>
          <a:bodyPr/>
          <a:lstStyle>
            <a:lvl1pPr marL="514054" indent="-514054">
              <a:buFont typeface="+mj-lt"/>
              <a:buAutoNum type="arabicPeriod"/>
              <a:defRPr sz="2800"/>
            </a:lvl1pPr>
            <a:lvl2pPr>
              <a:defRPr sz="2400"/>
            </a:lvl2pPr>
            <a:lvl3pPr>
              <a:defRPr sz="2000"/>
            </a:lvl3pPr>
          </a:lstStyle>
          <a:p>
            <a:pPr lvl="0"/>
            <a:r>
              <a:rPr lang="en-US" dirty="0"/>
              <a:t>Click to edit Master text styles</a:t>
            </a:r>
          </a:p>
          <a:p>
            <a:pPr lvl="1"/>
            <a:r>
              <a:rPr lang="en-US" dirty="0"/>
              <a:t>Second level</a:t>
            </a:r>
          </a:p>
          <a:p>
            <a:pPr lvl="2"/>
            <a:r>
              <a:rPr lang="en-US" dirty="0"/>
              <a:t>Third level</a:t>
            </a:r>
          </a:p>
        </p:txBody>
      </p:sp>
      <p:sp>
        <p:nvSpPr>
          <p:cNvPr id="2" name="Title 1">
            <a:extLst>
              <a:ext uri="{FF2B5EF4-FFF2-40B4-BE49-F238E27FC236}">
                <a16:creationId xmlns:a16="http://schemas.microsoft.com/office/drawing/2014/main" id="{0CBBF4A5-D241-6743-8842-0080753DF479}"/>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7" name="Date Placeholder 6">
            <a:extLst>
              <a:ext uri="{FF2B5EF4-FFF2-40B4-BE49-F238E27FC236}">
                <a16:creationId xmlns:a16="http://schemas.microsoft.com/office/drawing/2014/main" id="{74D92D5B-1CE0-944B-9527-24FC3B128ED8}"/>
              </a:ext>
            </a:extLst>
          </p:cNvPr>
          <p:cNvSpPr>
            <a:spLocks noGrp="1"/>
          </p:cNvSpPr>
          <p:nvPr>
            <p:ph type="dt" sz="half" idx="10"/>
          </p:nvPr>
        </p:nvSpPr>
        <p:spPr>
          <a:xfrm>
            <a:off x="9246104" y="6419634"/>
            <a:ext cx="2154143" cy="274320"/>
          </a:xfrm>
        </p:spPr>
        <p:txBody>
          <a:bodyPr/>
          <a:lstStyle/>
          <a:p>
            <a:fld id="{7B9B9839-7139-0445-8DA4-CE99F11AD909}" type="datetime1">
              <a:rPr lang="en-US" smtClean="0"/>
              <a:t>8/24/2022</a:t>
            </a:fld>
            <a:endParaRPr lang="en-US" dirty="0"/>
          </a:p>
        </p:txBody>
      </p:sp>
      <p:sp>
        <p:nvSpPr>
          <p:cNvPr id="9" name="Footer Placeholder 7">
            <a:extLst>
              <a:ext uri="{FF2B5EF4-FFF2-40B4-BE49-F238E27FC236}">
                <a16:creationId xmlns:a16="http://schemas.microsoft.com/office/drawing/2014/main" id="{A46896D0-4CD5-8647-8C43-D07F7CA58105}"/>
              </a:ext>
            </a:extLst>
          </p:cNvPr>
          <p:cNvSpPr>
            <a:spLocks noGrp="1"/>
          </p:cNvSpPr>
          <p:nvPr>
            <p:ph type="ftr" sz="quarter" idx="13"/>
          </p:nvPr>
        </p:nvSpPr>
        <p:spPr>
          <a:xfrm>
            <a:off x="2663596" y="6419634"/>
            <a:ext cx="5679113" cy="274320"/>
          </a:xfrm>
        </p:spPr>
        <p:txBody>
          <a:bodyPr/>
          <a:lstStyle/>
          <a:p>
            <a:r>
              <a:rPr lang="en-US"/>
              <a:t>Proposal</a:t>
            </a:r>
            <a:endParaRPr lang="en-US" dirty="0"/>
          </a:p>
        </p:txBody>
      </p:sp>
      <p:sp>
        <p:nvSpPr>
          <p:cNvPr id="10" name="Slide Number Placeholder 8">
            <a:extLst>
              <a:ext uri="{FF2B5EF4-FFF2-40B4-BE49-F238E27FC236}">
                <a16:creationId xmlns:a16="http://schemas.microsoft.com/office/drawing/2014/main" id="{70F220A4-A661-C941-8411-A06C9DC85197}"/>
              </a:ext>
            </a:extLst>
          </p:cNvPr>
          <p:cNvSpPr>
            <a:spLocks noGrp="1"/>
          </p:cNvSpPr>
          <p:nvPr>
            <p:ph type="sldNum" sz="quarter" idx="14"/>
          </p:nvPr>
        </p:nvSpPr>
        <p:spPr>
          <a:xfrm>
            <a:off x="11496519" y="6419086"/>
            <a:ext cx="486833" cy="274320"/>
          </a:xfrm>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584492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55467E5-96C8-4F49-8D65-1751A5E8BB3A}" type="datetime1">
              <a:rPr lang="en-US" smtClean="0"/>
              <a:t>8/24/2022</a:t>
            </a:fld>
            <a:endParaRPr lang="en-US" dirty="0"/>
          </a:p>
        </p:txBody>
      </p:sp>
      <p:sp>
        <p:nvSpPr>
          <p:cNvPr id="4" name="Footer Placeholder 3"/>
          <p:cNvSpPr>
            <a:spLocks noGrp="1"/>
          </p:cNvSpPr>
          <p:nvPr>
            <p:ph type="ftr" sz="quarter" idx="11"/>
          </p:nvPr>
        </p:nvSpPr>
        <p:spPr/>
        <p:txBody>
          <a:bodyPr/>
          <a:lstStyle/>
          <a:p>
            <a:r>
              <a:rPr lang="en-US"/>
              <a:t>Proposal</a:t>
            </a:r>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8122004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9" name="Date Placeholder 8">
            <a:extLst>
              <a:ext uri="{FF2B5EF4-FFF2-40B4-BE49-F238E27FC236}">
                <a16:creationId xmlns:a16="http://schemas.microsoft.com/office/drawing/2014/main" id="{14FF58BD-94FD-4145-99DE-3D4A7FE33069}"/>
              </a:ext>
            </a:extLst>
          </p:cNvPr>
          <p:cNvSpPr>
            <a:spLocks noGrp="1"/>
          </p:cNvSpPr>
          <p:nvPr>
            <p:ph type="dt" sz="half" idx="10"/>
          </p:nvPr>
        </p:nvSpPr>
        <p:spPr/>
        <p:txBody>
          <a:bodyPr/>
          <a:lstStyle/>
          <a:p>
            <a:fld id="{2F66B414-0BAA-254F-A54B-9A4CBE4CF7B4}" type="datetime1">
              <a:rPr lang="en-US" smtClean="0"/>
              <a:pPr/>
              <a:t>8/24/2022</a:t>
            </a:fld>
            <a:endParaRPr lang="en-US" dirty="0"/>
          </a:p>
        </p:txBody>
      </p:sp>
      <p:sp>
        <p:nvSpPr>
          <p:cNvPr id="10" name="Footer Placeholder 9">
            <a:extLst>
              <a:ext uri="{FF2B5EF4-FFF2-40B4-BE49-F238E27FC236}">
                <a16:creationId xmlns:a16="http://schemas.microsoft.com/office/drawing/2014/main" id="{BF8845C5-6F15-3D4F-8DFF-601DD428BABD}"/>
              </a:ext>
            </a:extLst>
          </p:cNvPr>
          <p:cNvSpPr>
            <a:spLocks noGrp="1"/>
          </p:cNvSpPr>
          <p:nvPr>
            <p:ph type="ftr" sz="quarter" idx="11"/>
          </p:nvPr>
        </p:nvSpPr>
        <p:spPr/>
        <p:txBody>
          <a:bodyPr/>
          <a:lstStyle/>
          <a:p>
            <a:r>
              <a:rPr lang="en-US"/>
              <a:t>Proposal</a:t>
            </a:r>
            <a:endParaRPr lang="en-US" dirty="0"/>
          </a:p>
        </p:txBody>
      </p:sp>
      <p:sp>
        <p:nvSpPr>
          <p:cNvPr id="11" name="Slide Number Placeholder 10">
            <a:extLst>
              <a:ext uri="{FF2B5EF4-FFF2-40B4-BE49-F238E27FC236}">
                <a16:creationId xmlns:a16="http://schemas.microsoft.com/office/drawing/2014/main" id="{CD799134-C32D-AF49-8F06-9E3AC37AD935}"/>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2434572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ig Point A">
    <p:spTree>
      <p:nvGrpSpPr>
        <p:cNvPr id="1" name=""/>
        <p:cNvGrpSpPr/>
        <p:nvPr/>
      </p:nvGrpSpPr>
      <p:grpSpPr>
        <a:xfrm>
          <a:off x="0" y="0"/>
          <a:ext cx="0" cy="0"/>
          <a:chOff x="0" y="0"/>
          <a:chExt cx="0" cy="0"/>
        </a:xfrm>
      </p:grpSpPr>
      <p:sp>
        <p:nvSpPr>
          <p:cNvPr id="8" name="Title 7"/>
          <p:cNvSpPr>
            <a:spLocks noGrp="1"/>
          </p:cNvSpPr>
          <p:nvPr>
            <p:ph type="title"/>
          </p:nvPr>
        </p:nvSpPr>
        <p:spPr>
          <a:xfrm>
            <a:off x="571499" y="822977"/>
            <a:ext cx="4549141" cy="2508064"/>
          </a:xfrm>
        </p:spPr>
        <p:txBody>
          <a:bodyPr anchor="ctr">
            <a:noAutofit/>
          </a:bodyPr>
          <a:lstStyle>
            <a:lvl1pPr>
              <a:lnSpc>
                <a:spcPct val="80000"/>
              </a:lnSpc>
              <a:defRPr sz="3600">
                <a:solidFill>
                  <a:schemeClr val="tx1"/>
                </a:solidFill>
              </a:defRPr>
            </a:lvl1pPr>
          </a:lstStyle>
          <a:p>
            <a:r>
              <a:rPr lang="en-US"/>
              <a:t>Click to edit Master title style</a:t>
            </a:r>
            <a:endParaRPr lang="en-US" dirty="0"/>
          </a:p>
        </p:txBody>
      </p:sp>
      <p:sp>
        <p:nvSpPr>
          <p:cNvPr id="5" name="Date Placeholder 4"/>
          <p:cNvSpPr>
            <a:spLocks noGrp="1"/>
          </p:cNvSpPr>
          <p:nvPr>
            <p:ph type="dt" sz="half" idx="10"/>
          </p:nvPr>
        </p:nvSpPr>
        <p:spPr/>
        <p:txBody>
          <a:bodyPr/>
          <a:lstStyle/>
          <a:p>
            <a:fld id="{A7E6AF12-EC90-614F-8CEA-7B42F207F2B7}" type="datetime1">
              <a:rPr lang="en-US" smtClean="0"/>
              <a:t>8/24/2022</a:t>
            </a:fld>
            <a:endParaRPr lang="en-US" dirty="0"/>
          </a:p>
        </p:txBody>
      </p:sp>
      <p:sp>
        <p:nvSpPr>
          <p:cNvPr id="6" name="Footer Placeholder 5"/>
          <p:cNvSpPr>
            <a:spLocks noGrp="1"/>
          </p:cNvSpPr>
          <p:nvPr>
            <p:ph type="ftr" sz="quarter" idx="11"/>
          </p:nvPr>
        </p:nvSpPr>
        <p:spPr/>
        <p:txBody>
          <a:bodyPr/>
          <a:lstStyle/>
          <a:p>
            <a:r>
              <a:rPr lang="en-US"/>
              <a:t>Proposal</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
        <p:nvSpPr>
          <p:cNvPr id="9" name="Content Placeholder 2">
            <a:extLst>
              <a:ext uri="{FF2B5EF4-FFF2-40B4-BE49-F238E27FC236}">
                <a16:creationId xmlns:a16="http://schemas.microsoft.com/office/drawing/2014/main" id="{9F9E4D61-0EC8-F34A-AAF0-46B58482D11F}"/>
              </a:ext>
            </a:extLst>
          </p:cNvPr>
          <p:cNvSpPr>
            <a:spLocks noGrp="1"/>
          </p:cNvSpPr>
          <p:nvPr>
            <p:ph idx="1"/>
          </p:nvPr>
        </p:nvSpPr>
        <p:spPr>
          <a:xfrm>
            <a:off x="5715013" y="822977"/>
            <a:ext cx="5208103" cy="5184645"/>
          </a:xfrm>
        </p:spPr>
        <p:txBody>
          <a:bodyPr/>
          <a:lstStyle>
            <a:lvl1pPr marL="319847" indent="-319847">
              <a:lnSpc>
                <a:spcPct val="100000"/>
              </a:lnSpc>
              <a:spcBef>
                <a:spcPts val="1800"/>
              </a:spcBef>
              <a:buFont typeface="Wingdings" pitchFamily="2" charset="2"/>
              <a:buChar char="§"/>
              <a:defRPr sz="2400"/>
            </a:lvl1pPr>
            <a:lvl2pPr marL="639707" indent="-319847">
              <a:lnSpc>
                <a:spcPct val="100000"/>
              </a:lnSpc>
              <a:spcBef>
                <a:spcPts val="600"/>
              </a:spcBef>
              <a:buSzPct val="100000"/>
              <a:buFont typeface="System Font Regular"/>
              <a:buChar char="➔"/>
              <a:defRPr sz="2001"/>
            </a:lvl2pPr>
            <a:lvl3pPr marL="959555" indent="-319847">
              <a:lnSpc>
                <a:spcPct val="100000"/>
              </a:lnSpc>
              <a:spcBef>
                <a:spcPts val="600"/>
              </a:spcBef>
              <a:buFont typeface="Wingdings" pitchFamily="2" charset="2"/>
              <a:buChar char="§"/>
              <a:defRPr sz="1599"/>
            </a:lvl3pPr>
            <a:lvl4pPr>
              <a:defRPr sz="1599"/>
            </a:lvl4pPr>
            <a:lvl5pPr>
              <a:defRPr sz="1599"/>
            </a:lvl5pPr>
            <a:lvl6pPr>
              <a:defRPr sz="1599"/>
            </a:lvl6pPr>
            <a:lvl7pPr>
              <a:defRPr sz="1599"/>
            </a:lvl7pPr>
            <a:lvl8pPr>
              <a:defRPr sz="1599"/>
            </a:lvl8pPr>
            <a:lvl9pPr>
              <a:defRPr sz="1599"/>
            </a:lvl9pPr>
          </a:lstStyle>
          <a:p>
            <a:pPr lvl="0"/>
            <a:r>
              <a:rPr lang="en-US" dirty="0"/>
              <a:t>Click to edit Master text styles</a:t>
            </a:r>
          </a:p>
          <a:p>
            <a:pPr lvl="1"/>
            <a:r>
              <a:rPr lang="en-US" dirty="0"/>
              <a:t>Second level</a:t>
            </a:r>
          </a:p>
          <a:p>
            <a:pPr lvl="2"/>
            <a:r>
              <a:rPr lang="en-US" dirty="0"/>
              <a:t>Third level</a:t>
            </a:r>
          </a:p>
        </p:txBody>
      </p:sp>
      <p:sp>
        <p:nvSpPr>
          <p:cNvPr id="10" name="Text Placeholder 3">
            <a:extLst>
              <a:ext uri="{FF2B5EF4-FFF2-40B4-BE49-F238E27FC236}">
                <a16:creationId xmlns:a16="http://schemas.microsoft.com/office/drawing/2014/main" id="{66E7116C-40C4-B641-902C-1EE8E0BCB112}"/>
              </a:ext>
            </a:extLst>
          </p:cNvPr>
          <p:cNvSpPr>
            <a:spLocks noGrp="1"/>
          </p:cNvSpPr>
          <p:nvPr>
            <p:ph type="body" sz="half" idx="14"/>
          </p:nvPr>
        </p:nvSpPr>
        <p:spPr>
          <a:xfrm>
            <a:off x="571499" y="3305788"/>
            <a:ext cx="4549141" cy="2701831"/>
          </a:xfrm>
        </p:spPr>
        <p:txBody>
          <a:bodyPr lIns="91440" rIns="91440">
            <a:normAutofit/>
          </a:bodyPr>
          <a:lstStyle>
            <a:lvl1pPr marL="0" indent="0">
              <a:lnSpc>
                <a:spcPct val="110000"/>
              </a:lnSpc>
              <a:spcBef>
                <a:spcPts val="600"/>
              </a:spcBef>
              <a:buNone/>
              <a:defRPr sz="2400">
                <a:solidFill>
                  <a:schemeClr val="accent1"/>
                </a:solidFill>
              </a:defRPr>
            </a:lvl1pPr>
            <a:lvl2pPr marL="456931" indent="0">
              <a:buNone/>
              <a:defRPr sz="1200"/>
            </a:lvl2pPr>
            <a:lvl3pPr marL="913868" indent="0">
              <a:buNone/>
              <a:defRPr sz="999"/>
            </a:lvl3pPr>
            <a:lvl4pPr marL="1370786" indent="0">
              <a:buNone/>
              <a:defRPr sz="900"/>
            </a:lvl4pPr>
            <a:lvl5pPr marL="1827721" indent="0">
              <a:buNone/>
              <a:defRPr sz="900"/>
            </a:lvl5pPr>
            <a:lvl6pPr marL="2284658" indent="0">
              <a:buNone/>
              <a:defRPr sz="900"/>
            </a:lvl6pPr>
            <a:lvl7pPr marL="2741590" indent="0">
              <a:buNone/>
              <a:defRPr sz="900"/>
            </a:lvl7pPr>
            <a:lvl8pPr marL="3198504" indent="0">
              <a:buNone/>
              <a:defRPr sz="900"/>
            </a:lvl8pPr>
            <a:lvl9pPr marL="3655435" indent="0">
              <a:buNone/>
              <a:defRPr sz="900"/>
            </a:lvl9pPr>
          </a:lstStyle>
          <a:p>
            <a:pPr lvl="0"/>
            <a:r>
              <a:rPr lang="en-US"/>
              <a:t>Click to edit Master text styles</a:t>
            </a:r>
          </a:p>
        </p:txBody>
      </p:sp>
    </p:spTree>
    <p:extLst>
      <p:ext uri="{BB962C8B-B14F-4D97-AF65-F5344CB8AC3E}">
        <p14:creationId xmlns:p14="http://schemas.microsoft.com/office/powerpoint/2010/main" val="6441798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ig Point B">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7E6AF12-EC90-614F-8CEA-7B42F207F2B7}" type="datetime1">
              <a:rPr lang="en-US" smtClean="0"/>
              <a:t>8/24/2022</a:t>
            </a:fld>
            <a:endParaRPr lang="en-US" dirty="0"/>
          </a:p>
        </p:txBody>
      </p:sp>
      <p:sp>
        <p:nvSpPr>
          <p:cNvPr id="6" name="Footer Placeholder 5"/>
          <p:cNvSpPr>
            <a:spLocks noGrp="1"/>
          </p:cNvSpPr>
          <p:nvPr>
            <p:ph type="ftr" sz="quarter" idx="11"/>
          </p:nvPr>
        </p:nvSpPr>
        <p:spPr/>
        <p:txBody>
          <a:bodyPr/>
          <a:lstStyle/>
          <a:p>
            <a:r>
              <a:rPr lang="en-US"/>
              <a:t>Proposal</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
        <p:nvSpPr>
          <p:cNvPr id="9" name="Title 7">
            <a:extLst>
              <a:ext uri="{FF2B5EF4-FFF2-40B4-BE49-F238E27FC236}">
                <a16:creationId xmlns:a16="http://schemas.microsoft.com/office/drawing/2014/main" id="{0EDF5659-A4FE-0D42-8483-B874501A7468}"/>
              </a:ext>
            </a:extLst>
          </p:cNvPr>
          <p:cNvSpPr>
            <a:spLocks noGrp="1"/>
          </p:cNvSpPr>
          <p:nvPr>
            <p:ph type="title" hasCustomPrompt="1"/>
          </p:nvPr>
        </p:nvSpPr>
        <p:spPr>
          <a:xfrm>
            <a:off x="571499" y="822977"/>
            <a:ext cx="4549141" cy="2508064"/>
          </a:xfrm>
        </p:spPr>
        <p:txBody>
          <a:bodyPr anchor="ctr">
            <a:noAutofit/>
          </a:bodyPr>
          <a:lstStyle>
            <a:lvl1pPr>
              <a:lnSpc>
                <a:spcPct val="80000"/>
              </a:lnSpc>
              <a:defRPr sz="3600" i="0" cap="none">
                <a:solidFill>
                  <a:schemeClr val="tx1"/>
                </a:solidFill>
              </a:defRPr>
            </a:lvl1pPr>
          </a:lstStyle>
          <a:p>
            <a:r>
              <a:rPr lang="en-US" dirty="0"/>
              <a:t>Click to edit master title style</a:t>
            </a:r>
          </a:p>
        </p:txBody>
      </p:sp>
      <p:sp>
        <p:nvSpPr>
          <p:cNvPr id="10" name="Content Placeholder 2">
            <a:extLst>
              <a:ext uri="{FF2B5EF4-FFF2-40B4-BE49-F238E27FC236}">
                <a16:creationId xmlns:a16="http://schemas.microsoft.com/office/drawing/2014/main" id="{C64E78A9-65B1-4245-8BC6-19381441EA14}"/>
              </a:ext>
            </a:extLst>
          </p:cNvPr>
          <p:cNvSpPr>
            <a:spLocks noGrp="1"/>
          </p:cNvSpPr>
          <p:nvPr>
            <p:ph idx="1"/>
          </p:nvPr>
        </p:nvSpPr>
        <p:spPr>
          <a:xfrm>
            <a:off x="5715013" y="822977"/>
            <a:ext cx="5208103" cy="5184645"/>
          </a:xfrm>
        </p:spPr>
        <p:txBody>
          <a:bodyPr/>
          <a:lstStyle>
            <a:lvl1pPr marL="319847" indent="-319847">
              <a:lnSpc>
                <a:spcPct val="100000"/>
              </a:lnSpc>
              <a:spcBef>
                <a:spcPts val="1800"/>
              </a:spcBef>
              <a:buFont typeface="Wingdings" pitchFamily="2" charset="2"/>
              <a:buChar char="§"/>
              <a:defRPr sz="2400"/>
            </a:lvl1pPr>
            <a:lvl2pPr marL="639707" indent="-319847">
              <a:lnSpc>
                <a:spcPct val="100000"/>
              </a:lnSpc>
              <a:spcBef>
                <a:spcPts val="600"/>
              </a:spcBef>
              <a:buSzPct val="100000"/>
              <a:buFont typeface="System Font Regular"/>
              <a:buChar char="➔"/>
              <a:defRPr sz="2001"/>
            </a:lvl2pPr>
            <a:lvl3pPr marL="959555" indent="-319847">
              <a:lnSpc>
                <a:spcPct val="100000"/>
              </a:lnSpc>
              <a:spcBef>
                <a:spcPts val="600"/>
              </a:spcBef>
              <a:buFont typeface="Wingdings" pitchFamily="2" charset="2"/>
              <a:buChar char="§"/>
              <a:defRPr sz="1599"/>
            </a:lvl3pPr>
            <a:lvl4pPr>
              <a:defRPr sz="1599"/>
            </a:lvl4pPr>
            <a:lvl5pPr>
              <a:defRPr sz="1599"/>
            </a:lvl5pPr>
            <a:lvl6pPr>
              <a:defRPr sz="1599"/>
            </a:lvl6pPr>
            <a:lvl7pPr>
              <a:defRPr sz="1599"/>
            </a:lvl7pPr>
            <a:lvl8pPr>
              <a:defRPr sz="1599"/>
            </a:lvl8pPr>
            <a:lvl9pPr>
              <a:defRPr sz="1599"/>
            </a:lvl9pPr>
          </a:lstStyle>
          <a:p>
            <a:pPr lvl="0"/>
            <a:r>
              <a:rPr lang="en-US" dirty="0"/>
              <a:t>Click to edit Master text styles</a:t>
            </a:r>
          </a:p>
          <a:p>
            <a:pPr lvl="1"/>
            <a:r>
              <a:rPr lang="en-US" dirty="0"/>
              <a:t>Second level</a:t>
            </a:r>
          </a:p>
          <a:p>
            <a:pPr lvl="2"/>
            <a:r>
              <a:rPr lang="en-US" dirty="0"/>
              <a:t>Third level</a:t>
            </a:r>
          </a:p>
        </p:txBody>
      </p:sp>
      <p:sp>
        <p:nvSpPr>
          <p:cNvPr id="11" name="Text Placeholder 3">
            <a:extLst>
              <a:ext uri="{FF2B5EF4-FFF2-40B4-BE49-F238E27FC236}">
                <a16:creationId xmlns:a16="http://schemas.microsoft.com/office/drawing/2014/main" id="{25455CE7-BADB-8F40-A51A-66835C7246A4}"/>
              </a:ext>
            </a:extLst>
          </p:cNvPr>
          <p:cNvSpPr>
            <a:spLocks noGrp="1"/>
          </p:cNvSpPr>
          <p:nvPr>
            <p:ph type="body" sz="half" idx="14"/>
          </p:nvPr>
        </p:nvSpPr>
        <p:spPr>
          <a:xfrm>
            <a:off x="571499" y="3305788"/>
            <a:ext cx="4549141" cy="2701831"/>
          </a:xfrm>
        </p:spPr>
        <p:txBody>
          <a:bodyPr lIns="91440" rIns="91440">
            <a:normAutofit/>
          </a:bodyPr>
          <a:lstStyle>
            <a:lvl1pPr marL="0" indent="0">
              <a:lnSpc>
                <a:spcPct val="110000"/>
              </a:lnSpc>
              <a:spcBef>
                <a:spcPts val="600"/>
              </a:spcBef>
              <a:buNone/>
              <a:defRPr sz="2400">
                <a:solidFill>
                  <a:schemeClr val="accent1"/>
                </a:solidFill>
              </a:defRPr>
            </a:lvl1pPr>
            <a:lvl2pPr marL="456931" indent="0">
              <a:buNone/>
              <a:defRPr sz="1200"/>
            </a:lvl2pPr>
            <a:lvl3pPr marL="913868" indent="0">
              <a:buNone/>
              <a:defRPr sz="999"/>
            </a:lvl3pPr>
            <a:lvl4pPr marL="1370786" indent="0">
              <a:buNone/>
              <a:defRPr sz="900"/>
            </a:lvl4pPr>
            <a:lvl5pPr marL="1827721" indent="0">
              <a:buNone/>
              <a:defRPr sz="900"/>
            </a:lvl5pPr>
            <a:lvl6pPr marL="2284658" indent="0">
              <a:buNone/>
              <a:defRPr sz="900"/>
            </a:lvl6pPr>
            <a:lvl7pPr marL="2741590" indent="0">
              <a:buNone/>
              <a:defRPr sz="900"/>
            </a:lvl7pPr>
            <a:lvl8pPr marL="3198504" indent="0">
              <a:buNone/>
              <a:defRPr sz="900"/>
            </a:lvl8pPr>
            <a:lvl9pPr marL="3655435" indent="0">
              <a:buNone/>
              <a:defRPr sz="900"/>
            </a:lvl9pPr>
          </a:lstStyle>
          <a:p>
            <a:pPr lvl="0"/>
            <a:r>
              <a:rPr lang="en-US"/>
              <a:t>Click to edit Master text styles</a:t>
            </a:r>
          </a:p>
        </p:txBody>
      </p:sp>
    </p:spTree>
    <p:extLst>
      <p:ext uri="{BB962C8B-B14F-4D97-AF65-F5344CB8AC3E}">
        <p14:creationId xmlns:p14="http://schemas.microsoft.com/office/powerpoint/2010/main" val="17218108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ig Point C">
    <p:spTree>
      <p:nvGrpSpPr>
        <p:cNvPr id="1" name=""/>
        <p:cNvGrpSpPr/>
        <p:nvPr/>
      </p:nvGrpSpPr>
      <p:grpSpPr>
        <a:xfrm>
          <a:off x="0" y="0"/>
          <a:ext cx="0" cy="0"/>
          <a:chOff x="0" y="0"/>
          <a:chExt cx="0" cy="0"/>
        </a:xfrm>
      </p:grpSpPr>
      <p:sp>
        <p:nvSpPr>
          <p:cNvPr id="8" name="Title 7"/>
          <p:cNvSpPr>
            <a:spLocks noGrp="1"/>
          </p:cNvSpPr>
          <p:nvPr>
            <p:ph type="title"/>
          </p:nvPr>
        </p:nvSpPr>
        <p:spPr>
          <a:xfrm>
            <a:off x="571500" y="418038"/>
            <a:ext cx="11254740" cy="2312123"/>
          </a:xfrm>
        </p:spPr>
        <p:txBody>
          <a:bodyPr vert="horz" lIns="91440" tIns="45720" rIns="91440" bIns="45720" rtlCol="0" anchor="ctr">
            <a:noAutofit/>
          </a:bodyPr>
          <a:lstStyle>
            <a:lvl1pPr>
              <a:defRPr lang="en-US" sz="3600" dirty="0">
                <a:solidFill>
                  <a:schemeClr val="tx1"/>
                </a:solidFill>
              </a:defRPr>
            </a:lvl1pPr>
          </a:lstStyle>
          <a:p>
            <a:pPr marL="0" lvl="0"/>
            <a:r>
              <a:rPr lang="en-US"/>
              <a:t>Click to edit Master title style</a:t>
            </a:r>
            <a:endParaRPr lang="en-US" dirty="0"/>
          </a:p>
        </p:txBody>
      </p:sp>
      <p:sp>
        <p:nvSpPr>
          <p:cNvPr id="4" name="Text Placeholder 3"/>
          <p:cNvSpPr>
            <a:spLocks noGrp="1"/>
          </p:cNvSpPr>
          <p:nvPr>
            <p:ph type="body" sz="half" idx="2"/>
          </p:nvPr>
        </p:nvSpPr>
        <p:spPr>
          <a:xfrm>
            <a:off x="571499" y="3016188"/>
            <a:ext cx="4549141" cy="3003639"/>
          </a:xfrm>
        </p:spPr>
        <p:txBody>
          <a:bodyPr lIns="91440" rIns="91440">
            <a:normAutofit/>
          </a:bodyPr>
          <a:lstStyle>
            <a:lvl1pPr marL="0" indent="0">
              <a:lnSpc>
                <a:spcPct val="110000"/>
              </a:lnSpc>
              <a:spcBef>
                <a:spcPts val="600"/>
              </a:spcBef>
              <a:buNone/>
              <a:defRPr sz="2799">
                <a:solidFill>
                  <a:schemeClr val="accent1"/>
                </a:solidFill>
              </a:defRPr>
            </a:lvl1pPr>
            <a:lvl2pPr marL="456931" indent="0">
              <a:buNone/>
              <a:defRPr sz="1200"/>
            </a:lvl2pPr>
            <a:lvl3pPr marL="913868" indent="0">
              <a:buNone/>
              <a:defRPr sz="999"/>
            </a:lvl3pPr>
            <a:lvl4pPr marL="1370786" indent="0">
              <a:buNone/>
              <a:defRPr sz="900"/>
            </a:lvl4pPr>
            <a:lvl5pPr marL="1827721" indent="0">
              <a:buNone/>
              <a:defRPr sz="900"/>
            </a:lvl5pPr>
            <a:lvl6pPr marL="2284658" indent="0">
              <a:buNone/>
              <a:defRPr sz="900"/>
            </a:lvl6pPr>
            <a:lvl7pPr marL="2741590" indent="0">
              <a:buNone/>
              <a:defRPr sz="900"/>
            </a:lvl7pPr>
            <a:lvl8pPr marL="3198504" indent="0">
              <a:buNone/>
              <a:defRPr sz="900"/>
            </a:lvl8pPr>
            <a:lvl9pPr marL="3655435"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7E6AF12-EC90-614F-8CEA-7B42F207F2B7}" type="datetime1">
              <a:rPr lang="en-US" smtClean="0"/>
              <a:t>8/24/2022</a:t>
            </a:fld>
            <a:endParaRPr lang="en-US" dirty="0"/>
          </a:p>
        </p:txBody>
      </p:sp>
      <p:sp>
        <p:nvSpPr>
          <p:cNvPr id="6" name="Footer Placeholder 5"/>
          <p:cNvSpPr>
            <a:spLocks noGrp="1"/>
          </p:cNvSpPr>
          <p:nvPr>
            <p:ph type="ftr" sz="quarter" idx="11"/>
          </p:nvPr>
        </p:nvSpPr>
        <p:spPr/>
        <p:txBody>
          <a:bodyPr/>
          <a:lstStyle/>
          <a:p>
            <a:r>
              <a:rPr lang="en-US"/>
              <a:t>Proposal</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
        <p:nvSpPr>
          <p:cNvPr id="9" name="Content Placeholder 2">
            <a:extLst>
              <a:ext uri="{FF2B5EF4-FFF2-40B4-BE49-F238E27FC236}">
                <a16:creationId xmlns:a16="http://schemas.microsoft.com/office/drawing/2014/main" id="{2272F885-FA0C-5C49-A259-7073DDB35833}"/>
              </a:ext>
            </a:extLst>
          </p:cNvPr>
          <p:cNvSpPr>
            <a:spLocks noGrp="1"/>
          </p:cNvSpPr>
          <p:nvPr>
            <p:ph idx="13"/>
          </p:nvPr>
        </p:nvSpPr>
        <p:spPr>
          <a:xfrm>
            <a:off x="5715013" y="3016168"/>
            <a:ext cx="5905488" cy="2991451"/>
          </a:xfrm>
        </p:spPr>
        <p:txBody>
          <a:bodyPr/>
          <a:lstStyle>
            <a:lvl1pPr marL="319847" indent="-319847">
              <a:lnSpc>
                <a:spcPct val="100000"/>
              </a:lnSpc>
              <a:spcBef>
                <a:spcPts val="1800"/>
              </a:spcBef>
              <a:buFont typeface="Wingdings" pitchFamily="2" charset="2"/>
              <a:buChar char="§"/>
              <a:defRPr sz="2400"/>
            </a:lvl1pPr>
            <a:lvl2pPr marL="639707" indent="-319847">
              <a:lnSpc>
                <a:spcPct val="100000"/>
              </a:lnSpc>
              <a:spcBef>
                <a:spcPts val="600"/>
              </a:spcBef>
              <a:buSzPct val="100000"/>
              <a:buFont typeface="System Font Regular"/>
              <a:buChar char="➔"/>
              <a:defRPr sz="2001"/>
            </a:lvl2pPr>
            <a:lvl3pPr marL="959555" indent="-319847">
              <a:lnSpc>
                <a:spcPct val="100000"/>
              </a:lnSpc>
              <a:spcBef>
                <a:spcPts val="600"/>
              </a:spcBef>
              <a:buFont typeface="Wingdings" pitchFamily="2" charset="2"/>
              <a:buChar char="§"/>
              <a:defRPr sz="1599"/>
            </a:lvl3pPr>
            <a:lvl4pPr>
              <a:defRPr sz="1599"/>
            </a:lvl4pPr>
            <a:lvl5pPr>
              <a:defRPr sz="1599"/>
            </a:lvl5pPr>
            <a:lvl6pPr>
              <a:defRPr sz="1599"/>
            </a:lvl6pPr>
            <a:lvl7pPr>
              <a:defRPr sz="1599"/>
            </a:lvl7pPr>
            <a:lvl8pPr>
              <a:defRPr sz="1599"/>
            </a:lvl8pPr>
            <a:lvl9pPr>
              <a:defRPr sz="1599"/>
            </a:lvl9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40431502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ig Point 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7E6AF12-EC90-614F-8CEA-7B42F207F2B7}" type="datetime1">
              <a:rPr lang="en-US" smtClean="0"/>
              <a:t>8/24/2022</a:t>
            </a:fld>
            <a:endParaRPr lang="en-US" dirty="0"/>
          </a:p>
        </p:txBody>
      </p:sp>
      <p:sp>
        <p:nvSpPr>
          <p:cNvPr id="6" name="Footer Placeholder 5"/>
          <p:cNvSpPr>
            <a:spLocks noGrp="1"/>
          </p:cNvSpPr>
          <p:nvPr>
            <p:ph type="ftr" sz="quarter" idx="11"/>
          </p:nvPr>
        </p:nvSpPr>
        <p:spPr/>
        <p:txBody>
          <a:bodyPr/>
          <a:lstStyle/>
          <a:p>
            <a:r>
              <a:rPr lang="en-US"/>
              <a:t>Proposal</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
        <p:nvSpPr>
          <p:cNvPr id="9" name="Title 7">
            <a:extLst>
              <a:ext uri="{FF2B5EF4-FFF2-40B4-BE49-F238E27FC236}">
                <a16:creationId xmlns:a16="http://schemas.microsoft.com/office/drawing/2014/main" id="{29B5F230-D09D-DD42-8B4A-E8CB61E5C247}"/>
              </a:ext>
            </a:extLst>
          </p:cNvPr>
          <p:cNvSpPr>
            <a:spLocks noGrp="1"/>
          </p:cNvSpPr>
          <p:nvPr>
            <p:ph type="title" hasCustomPrompt="1"/>
          </p:nvPr>
        </p:nvSpPr>
        <p:spPr>
          <a:xfrm>
            <a:off x="571500" y="418038"/>
            <a:ext cx="11254740" cy="2312123"/>
          </a:xfrm>
        </p:spPr>
        <p:txBody>
          <a:bodyPr vert="horz" lIns="91440" tIns="45720" rIns="91440" bIns="45720" rtlCol="0" anchor="ctr">
            <a:noAutofit/>
          </a:bodyPr>
          <a:lstStyle>
            <a:lvl1pPr>
              <a:defRPr lang="en-US" sz="3600" i="0" cap="none" dirty="0">
                <a:solidFill>
                  <a:schemeClr val="tx1"/>
                </a:solidFill>
              </a:defRPr>
            </a:lvl1pPr>
          </a:lstStyle>
          <a:p>
            <a:pPr marL="0" lvl="0"/>
            <a:r>
              <a:rPr lang="en-US" dirty="0"/>
              <a:t>Click to edit master title style</a:t>
            </a:r>
          </a:p>
        </p:txBody>
      </p:sp>
      <p:sp>
        <p:nvSpPr>
          <p:cNvPr id="11" name="Text Placeholder 3">
            <a:extLst>
              <a:ext uri="{FF2B5EF4-FFF2-40B4-BE49-F238E27FC236}">
                <a16:creationId xmlns:a16="http://schemas.microsoft.com/office/drawing/2014/main" id="{C704FE58-29E9-BA4C-A500-0653CA90F8C8}"/>
              </a:ext>
            </a:extLst>
          </p:cNvPr>
          <p:cNvSpPr>
            <a:spLocks noGrp="1"/>
          </p:cNvSpPr>
          <p:nvPr>
            <p:ph type="body" sz="half" idx="2"/>
          </p:nvPr>
        </p:nvSpPr>
        <p:spPr>
          <a:xfrm>
            <a:off x="571499" y="3016188"/>
            <a:ext cx="4549141" cy="3003639"/>
          </a:xfrm>
        </p:spPr>
        <p:txBody>
          <a:bodyPr lIns="91440" rIns="91440">
            <a:normAutofit/>
          </a:bodyPr>
          <a:lstStyle>
            <a:lvl1pPr marL="0" indent="0">
              <a:lnSpc>
                <a:spcPct val="110000"/>
              </a:lnSpc>
              <a:spcBef>
                <a:spcPts val="600"/>
              </a:spcBef>
              <a:buNone/>
              <a:defRPr sz="2799">
                <a:solidFill>
                  <a:schemeClr val="accent1"/>
                </a:solidFill>
              </a:defRPr>
            </a:lvl1pPr>
            <a:lvl2pPr marL="456931" indent="0">
              <a:buNone/>
              <a:defRPr sz="1200"/>
            </a:lvl2pPr>
            <a:lvl3pPr marL="913868" indent="0">
              <a:buNone/>
              <a:defRPr sz="999"/>
            </a:lvl3pPr>
            <a:lvl4pPr marL="1370786" indent="0">
              <a:buNone/>
              <a:defRPr sz="900"/>
            </a:lvl4pPr>
            <a:lvl5pPr marL="1827721" indent="0">
              <a:buNone/>
              <a:defRPr sz="900"/>
            </a:lvl5pPr>
            <a:lvl6pPr marL="2284658" indent="0">
              <a:buNone/>
              <a:defRPr sz="900"/>
            </a:lvl6pPr>
            <a:lvl7pPr marL="2741590" indent="0">
              <a:buNone/>
              <a:defRPr sz="900"/>
            </a:lvl7pPr>
            <a:lvl8pPr marL="3198504" indent="0">
              <a:buNone/>
              <a:defRPr sz="900"/>
            </a:lvl8pPr>
            <a:lvl9pPr marL="3655435" indent="0">
              <a:buNone/>
              <a:defRPr sz="900"/>
            </a:lvl9pPr>
          </a:lstStyle>
          <a:p>
            <a:pPr lvl="0"/>
            <a:r>
              <a:rPr lang="en-US"/>
              <a:t>Click to edit Master text styles</a:t>
            </a:r>
          </a:p>
        </p:txBody>
      </p:sp>
      <p:sp>
        <p:nvSpPr>
          <p:cNvPr id="12" name="Content Placeholder 2">
            <a:extLst>
              <a:ext uri="{FF2B5EF4-FFF2-40B4-BE49-F238E27FC236}">
                <a16:creationId xmlns:a16="http://schemas.microsoft.com/office/drawing/2014/main" id="{D95B254B-1D81-454C-8C20-173E564331BC}"/>
              </a:ext>
            </a:extLst>
          </p:cNvPr>
          <p:cNvSpPr>
            <a:spLocks noGrp="1"/>
          </p:cNvSpPr>
          <p:nvPr>
            <p:ph idx="13"/>
          </p:nvPr>
        </p:nvSpPr>
        <p:spPr>
          <a:xfrm>
            <a:off x="5715013" y="3016168"/>
            <a:ext cx="5905488" cy="2991451"/>
          </a:xfrm>
        </p:spPr>
        <p:txBody>
          <a:bodyPr/>
          <a:lstStyle>
            <a:lvl1pPr marL="319847" indent="-319847">
              <a:lnSpc>
                <a:spcPct val="100000"/>
              </a:lnSpc>
              <a:spcBef>
                <a:spcPts val="1800"/>
              </a:spcBef>
              <a:buFont typeface="Wingdings" pitchFamily="2" charset="2"/>
              <a:buChar char="§"/>
              <a:defRPr sz="2400"/>
            </a:lvl1pPr>
            <a:lvl2pPr marL="639707" indent="-319847">
              <a:lnSpc>
                <a:spcPct val="100000"/>
              </a:lnSpc>
              <a:spcBef>
                <a:spcPts val="600"/>
              </a:spcBef>
              <a:buSzPct val="100000"/>
              <a:buFont typeface="System Font Regular"/>
              <a:buChar char="➔"/>
              <a:defRPr sz="2001"/>
            </a:lvl2pPr>
            <a:lvl3pPr marL="959555" indent="-319847">
              <a:lnSpc>
                <a:spcPct val="100000"/>
              </a:lnSpc>
              <a:spcBef>
                <a:spcPts val="600"/>
              </a:spcBef>
              <a:buFont typeface="Wingdings" pitchFamily="2" charset="2"/>
              <a:buChar char="§"/>
              <a:defRPr sz="1599"/>
            </a:lvl3pPr>
            <a:lvl4pPr>
              <a:defRPr sz="1599"/>
            </a:lvl4pPr>
            <a:lvl5pPr>
              <a:defRPr sz="1599"/>
            </a:lvl5pPr>
            <a:lvl6pPr>
              <a:defRPr sz="1599"/>
            </a:lvl6pPr>
            <a:lvl7pPr>
              <a:defRPr sz="1599"/>
            </a:lvl7pPr>
            <a:lvl8pPr>
              <a:defRPr sz="1599"/>
            </a:lvl8pPr>
            <a:lvl9pPr>
              <a:defRPr sz="1599"/>
            </a:lvl9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3362773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Big Point Dark A">
    <p:bg>
      <p:bgPr>
        <a:solidFill>
          <a:schemeClr val="tx1"/>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lvl1pPr>
              <a:defRPr>
                <a:solidFill>
                  <a:schemeClr val="accent3"/>
                </a:solidFill>
              </a:defRPr>
            </a:lvl1pPr>
          </a:lstStyle>
          <a:p>
            <a:fld id="{A7E6AF12-EC90-614F-8CEA-7B42F207F2B7}" type="datetime1">
              <a:rPr lang="en-US" smtClean="0"/>
              <a:pPr/>
              <a:t>8/24/2022</a:t>
            </a:fld>
            <a:endParaRPr lang="en-US" dirty="0"/>
          </a:p>
        </p:txBody>
      </p:sp>
      <p:sp>
        <p:nvSpPr>
          <p:cNvPr id="6" name="Footer Placeholder 5"/>
          <p:cNvSpPr>
            <a:spLocks noGrp="1"/>
          </p:cNvSpPr>
          <p:nvPr>
            <p:ph type="ftr" sz="quarter" idx="11"/>
          </p:nvPr>
        </p:nvSpPr>
        <p:spPr/>
        <p:txBody>
          <a:bodyPr/>
          <a:lstStyle>
            <a:lvl1pPr>
              <a:defRPr>
                <a:solidFill>
                  <a:schemeClr val="accent3"/>
                </a:solidFill>
              </a:defRPr>
            </a:lvl1pPr>
          </a:lstStyle>
          <a:p>
            <a:r>
              <a:rPr lang="en-US"/>
              <a:t>Proposal</a:t>
            </a:r>
            <a:endParaRPr lang="en-US" dirty="0"/>
          </a:p>
        </p:txBody>
      </p:sp>
      <p:sp>
        <p:nvSpPr>
          <p:cNvPr id="7" name="Slide Number Placeholder 6"/>
          <p:cNvSpPr>
            <a:spLocks noGrp="1"/>
          </p:cNvSpPr>
          <p:nvPr>
            <p:ph type="sldNum" sz="quarter" idx="12"/>
          </p:nvPr>
        </p:nvSpPr>
        <p:spPr/>
        <p:txBody>
          <a:bodyPr/>
          <a:lstStyle>
            <a:lvl1pPr>
              <a:defRPr>
                <a:solidFill>
                  <a:schemeClr val="accent3"/>
                </a:solidFill>
              </a:defRPr>
            </a:lvl1pPr>
          </a:lstStyle>
          <a:p>
            <a:fld id="{4FAB73BC-B049-4115-A692-8D63A059BFB8}" type="slidenum">
              <a:rPr lang="en-US" smtClean="0"/>
              <a:pPr/>
              <a:t>‹#›</a:t>
            </a:fld>
            <a:endParaRPr lang="en-US" dirty="0"/>
          </a:p>
        </p:txBody>
      </p:sp>
      <p:pic>
        <p:nvPicPr>
          <p:cNvPr id="14" name="Graphic 13">
            <a:extLst>
              <a:ext uri="{FF2B5EF4-FFF2-40B4-BE49-F238E27FC236}">
                <a16:creationId xmlns:a16="http://schemas.microsoft.com/office/drawing/2014/main" id="{9B931038-146F-DF4E-82E9-DFB28338A0B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19456" y="6190488"/>
            <a:ext cx="2276856" cy="400676"/>
          </a:xfrm>
          <a:prstGeom prst="rect">
            <a:avLst/>
          </a:prstGeom>
        </p:spPr>
      </p:pic>
      <p:sp>
        <p:nvSpPr>
          <p:cNvPr id="18" name="Title 7">
            <a:extLst>
              <a:ext uri="{FF2B5EF4-FFF2-40B4-BE49-F238E27FC236}">
                <a16:creationId xmlns:a16="http://schemas.microsoft.com/office/drawing/2014/main" id="{C36FDA55-B43F-EB45-86A3-51877ABA5A5E}"/>
              </a:ext>
            </a:extLst>
          </p:cNvPr>
          <p:cNvSpPr>
            <a:spLocks noGrp="1"/>
          </p:cNvSpPr>
          <p:nvPr>
            <p:ph type="title"/>
          </p:nvPr>
        </p:nvSpPr>
        <p:spPr>
          <a:xfrm>
            <a:off x="571499" y="822977"/>
            <a:ext cx="4549141" cy="2508064"/>
          </a:xfrm>
        </p:spPr>
        <p:txBody>
          <a:bodyPr anchor="ctr">
            <a:noAutofit/>
          </a:bodyPr>
          <a:lstStyle>
            <a:lvl1pPr>
              <a:lnSpc>
                <a:spcPct val="80000"/>
              </a:lnSpc>
              <a:defRPr sz="3600">
                <a:solidFill>
                  <a:schemeClr val="bg1"/>
                </a:solidFill>
              </a:defRPr>
            </a:lvl1pPr>
          </a:lstStyle>
          <a:p>
            <a:r>
              <a:rPr lang="en-US"/>
              <a:t>Click to edit Master title style</a:t>
            </a:r>
            <a:endParaRPr lang="en-US" dirty="0"/>
          </a:p>
        </p:txBody>
      </p:sp>
      <p:sp>
        <p:nvSpPr>
          <p:cNvPr id="19" name="Content Placeholder 2">
            <a:extLst>
              <a:ext uri="{FF2B5EF4-FFF2-40B4-BE49-F238E27FC236}">
                <a16:creationId xmlns:a16="http://schemas.microsoft.com/office/drawing/2014/main" id="{A4B8EDED-FF60-FE43-9FA1-82F96A2CCB70}"/>
              </a:ext>
            </a:extLst>
          </p:cNvPr>
          <p:cNvSpPr>
            <a:spLocks noGrp="1"/>
          </p:cNvSpPr>
          <p:nvPr>
            <p:ph idx="1"/>
          </p:nvPr>
        </p:nvSpPr>
        <p:spPr>
          <a:xfrm>
            <a:off x="5715013" y="822977"/>
            <a:ext cx="5208103" cy="5184645"/>
          </a:xfrm>
        </p:spPr>
        <p:txBody>
          <a:bodyPr/>
          <a:lstStyle>
            <a:lvl1pPr marL="319847" indent="-319847">
              <a:lnSpc>
                <a:spcPct val="100000"/>
              </a:lnSpc>
              <a:spcBef>
                <a:spcPts val="1800"/>
              </a:spcBef>
              <a:buClr>
                <a:schemeClr val="accent3"/>
              </a:buClr>
              <a:buFont typeface="Wingdings" pitchFamily="2" charset="2"/>
              <a:buChar char="§"/>
              <a:defRPr sz="2400">
                <a:solidFill>
                  <a:schemeClr val="bg1"/>
                </a:solidFill>
              </a:defRPr>
            </a:lvl1pPr>
            <a:lvl2pPr marL="639707" indent="-319847">
              <a:lnSpc>
                <a:spcPct val="100000"/>
              </a:lnSpc>
              <a:spcBef>
                <a:spcPts val="600"/>
              </a:spcBef>
              <a:buClr>
                <a:schemeClr val="accent3"/>
              </a:buClr>
              <a:buSzPct val="100000"/>
              <a:buFont typeface="System Font Regular"/>
              <a:buChar char="➔"/>
              <a:defRPr sz="2001">
                <a:solidFill>
                  <a:schemeClr val="bg1"/>
                </a:solidFill>
              </a:defRPr>
            </a:lvl2pPr>
            <a:lvl3pPr marL="959555" indent="-319847">
              <a:lnSpc>
                <a:spcPct val="100000"/>
              </a:lnSpc>
              <a:spcBef>
                <a:spcPts val="600"/>
              </a:spcBef>
              <a:buClr>
                <a:schemeClr val="accent3"/>
              </a:buClr>
              <a:buFont typeface="Wingdings" pitchFamily="2" charset="2"/>
              <a:buChar char="§"/>
              <a:defRPr sz="1599">
                <a:solidFill>
                  <a:schemeClr val="bg1"/>
                </a:solidFill>
              </a:defRPr>
            </a:lvl3pPr>
            <a:lvl4pPr>
              <a:defRPr sz="1599"/>
            </a:lvl4pPr>
            <a:lvl5pPr>
              <a:defRPr sz="1599"/>
            </a:lvl5pPr>
            <a:lvl6pPr>
              <a:defRPr sz="1599"/>
            </a:lvl6pPr>
            <a:lvl7pPr>
              <a:defRPr sz="1599"/>
            </a:lvl7pPr>
            <a:lvl8pPr>
              <a:defRPr sz="1599"/>
            </a:lvl8pPr>
            <a:lvl9pPr>
              <a:defRPr sz="1599"/>
            </a:lvl9pPr>
          </a:lstStyle>
          <a:p>
            <a:pPr lvl="0"/>
            <a:r>
              <a:rPr lang="en-US" dirty="0"/>
              <a:t>Click to edit Master text styles</a:t>
            </a:r>
          </a:p>
          <a:p>
            <a:pPr lvl="1"/>
            <a:r>
              <a:rPr lang="en-US" dirty="0"/>
              <a:t>Second level</a:t>
            </a:r>
          </a:p>
          <a:p>
            <a:pPr lvl="2"/>
            <a:r>
              <a:rPr lang="en-US" dirty="0"/>
              <a:t>Third level</a:t>
            </a:r>
          </a:p>
        </p:txBody>
      </p:sp>
      <p:sp>
        <p:nvSpPr>
          <p:cNvPr id="20" name="Text Placeholder 3">
            <a:extLst>
              <a:ext uri="{FF2B5EF4-FFF2-40B4-BE49-F238E27FC236}">
                <a16:creationId xmlns:a16="http://schemas.microsoft.com/office/drawing/2014/main" id="{1030F219-45B3-804C-B627-47C7774570CB}"/>
              </a:ext>
            </a:extLst>
          </p:cNvPr>
          <p:cNvSpPr>
            <a:spLocks noGrp="1"/>
          </p:cNvSpPr>
          <p:nvPr>
            <p:ph type="body" sz="half" idx="14"/>
          </p:nvPr>
        </p:nvSpPr>
        <p:spPr>
          <a:xfrm>
            <a:off x="571499" y="3305788"/>
            <a:ext cx="4549141" cy="2701831"/>
          </a:xfrm>
        </p:spPr>
        <p:txBody>
          <a:bodyPr lIns="91440" rIns="91440">
            <a:normAutofit/>
          </a:bodyPr>
          <a:lstStyle>
            <a:lvl1pPr marL="0" indent="0">
              <a:lnSpc>
                <a:spcPct val="110000"/>
              </a:lnSpc>
              <a:spcBef>
                <a:spcPts val="600"/>
              </a:spcBef>
              <a:buNone/>
              <a:defRPr sz="2400">
                <a:solidFill>
                  <a:schemeClr val="accent3"/>
                </a:solidFill>
              </a:defRPr>
            </a:lvl1pPr>
            <a:lvl2pPr marL="456931" indent="0">
              <a:buNone/>
              <a:defRPr sz="1200"/>
            </a:lvl2pPr>
            <a:lvl3pPr marL="913868" indent="0">
              <a:buNone/>
              <a:defRPr sz="999"/>
            </a:lvl3pPr>
            <a:lvl4pPr marL="1370786" indent="0">
              <a:buNone/>
              <a:defRPr sz="900"/>
            </a:lvl4pPr>
            <a:lvl5pPr marL="1827721" indent="0">
              <a:buNone/>
              <a:defRPr sz="900"/>
            </a:lvl5pPr>
            <a:lvl6pPr marL="2284658" indent="0">
              <a:buNone/>
              <a:defRPr sz="900"/>
            </a:lvl6pPr>
            <a:lvl7pPr marL="2741590" indent="0">
              <a:buNone/>
              <a:defRPr sz="900"/>
            </a:lvl7pPr>
            <a:lvl8pPr marL="3198504" indent="0">
              <a:buNone/>
              <a:defRPr sz="900"/>
            </a:lvl8pPr>
            <a:lvl9pPr marL="3655435" indent="0">
              <a:buNone/>
              <a:defRPr sz="900"/>
            </a:lvl9pPr>
          </a:lstStyle>
          <a:p>
            <a:pPr lvl="0"/>
            <a:r>
              <a:rPr lang="en-US"/>
              <a:t>Click to edit Master text styles</a:t>
            </a:r>
          </a:p>
        </p:txBody>
      </p:sp>
    </p:spTree>
    <p:extLst>
      <p:ext uri="{BB962C8B-B14F-4D97-AF65-F5344CB8AC3E}">
        <p14:creationId xmlns:p14="http://schemas.microsoft.com/office/powerpoint/2010/main" val="15356616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Big Point Dark B">
    <p:bg>
      <p:bgPr>
        <a:solidFill>
          <a:schemeClr val="tx1"/>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lvl1pPr>
              <a:defRPr>
                <a:solidFill>
                  <a:schemeClr val="accent3"/>
                </a:solidFill>
              </a:defRPr>
            </a:lvl1pPr>
          </a:lstStyle>
          <a:p>
            <a:fld id="{A7E6AF12-EC90-614F-8CEA-7B42F207F2B7}" type="datetime1">
              <a:rPr lang="en-US" smtClean="0"/>
              <a:pPr/>
              <a:t>8/24/2022</a:t>
            </a:fld>
            <a:endParaRPr lang="en-US" dirty="0"/>
          </a:p>
        </p:txBody>
      </p:sp>
      <p:sp>
        <p:nvSpPr>
          <p:cNvPr id="6" name="Footer Placeholder 5"/>
          <p:cNvSpPr>
            <a:spLocks noGrp="1"/>
          </p:cNvSpPr>
          <p:nvPr>
            <p:ph type="ftr" sz="quarter" idx="11"/>
          </p:nvPr>
        </p:nvSpPr>
        <p:spPr/>
        <p:txBody>
          <a:bodyPr/>
          <a:lstStyle>
            <a:lvl1pPr>
              <a:defRPr>
                <a:solidFill>
                  <a:schemeClr val="accent3"/>
                </a:solidFill>
              </a:defRPr>
            </a:lvl1pPr>
          </a:lstStyle>
          <a:p>
            <a:r>
              <a:rPr lang="en-US"/>
              <a:t>Proposal</a:t>
            </a:r>
            <a:endParaRPr lang="en-US" dirty="0"/>
          </a:p>
        </p:txBody>
      </p:sp>
      <p:sp>
        <p:nvSpPr>
          <p:cNvPr id="7" name="Slide Number Placeholder 6"/>
          <p:cNvSpPr>
            <a:spLocks noGrp="1"/>
          </p:cNvSpPr>
          <p:nvPr>
            <p:ph type="sldNum" sz="quarter" idx="12"/>
          </p:nvPr>
        </p:nvSpPr>
        <p:spPr/>
        <p:txBody>
          <a:bodyPr/>
          <a:lstStyle>
            <a:lvl1pPr>
              <a:defRPr>
                <a:solidFill>
                  <a:schemeClr val="accent3"/>
                </a:solidFill>
              </a:defRPr>
            </a:lvl1pPr>
          </a:lstStyle>
          <a:p>
            <a:fld id="{4FAB73BC-B049-4115-A692-8D63A059BFB8}" type="slidenum">
              <a:rPr lang="en-US" smtClean="0"/>
              <a:pPr/>
              <a:t>‹#›</a:t>
            </a:fld>
            <a:endParaRPr lang="en-US" dirty="0"/>
          </a:p>
        </p:txBody>
      </p:sp>
      <p:pic>
        <p:nvPicPr>
          <p:cNvPr id="10" name="Graphic 9">
            <a:extLst>
              <a:ext uri="{FF2B5EF4-FFF2-40B4-BE49-F238E27FC236}">
                <a16:creationId xmlns:a16="http://schemas.microsoft.com/office/drawing/2014/main" id="{6047961E-1BE5-2440-97DB-D065A7882E1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19456" y="6190488"/>
            <a:ext cx="2276856" cy="400676"/>
          </a:xfrm>
          <a:prstGeom prst="rect">
            <a:avLst/>
          </a:prstGeom>
        </p:spPr>
      </p:pic>
      <p:sp>
        <p:nvSpPr>
          <p:cNvPr id="13" name="Title 7">
            <a:extLst>
              <a:ext uri="{FF2B5EF4-FFF2-40B4-BE49-F238E27FC236}">
                <a16:creationId xmlns:a16="http://schemas.microsoft.com/office/drawing/2014/main" id="{D7CEC201-BD8B-2040-A660-AC6853BDBF9C}"/>
              </a:ext>
            </a:extLst>
          </p:cNvPr>
          <p:cNvSpPr>
            <a:spLocks noGrp="1"/>
          </p:cNvSpPr>
          <p:nvPr>
            <p:ph type="title" hasCustomPrompt="1"/>
          </p:nvPr>
        </p:nvSpPr>
        <p:spPr>
          <a:xfrm>
            <a:off x="571499" y="822977"/>
            <a:ext cx="4549141" cy="2508064"/>
          </a:xfrm>
        </p:spPr>
        <p:txBody>
          <a:bodyPr anchor="ctr">
            <a:noAutofit/>
          </a:bodyPr>
          <a:lstStyle>
            <a:lvl1pPr>
              <a:lnSpc>
                <a:spcPct val="80000"/>
              </a:lnSpc>
              <a:defRPr sz="3600" i="0" cap="none">
                <a:solidFill>
                  <a:schemeClr val="bg1"/>
                </a:solidFill>
              </a:defRPr>
            </a:lvl1pPr>
          </a:lstStyle>
          <a:p>
            <a:r>
              <a:rPr lang="en-US" dirty="0"/>
              <a:t>Click to edit master title style</a:t>
            </a:r>
          </a:p>
        </p:txBody>
      </p:sp>
      <p:sp>
        <p:nvSpPr>
          <p:cNvPr id="14" name="Content Placeholder 2">
            <a:extLst>
              <a:ext uri="{FF2B5EF4-FFF2-40B4-BE49-F238E27FC236}">
                <a16:creationId xmlns:a16="http://schemas.microsoft.com/office/drawing/2014/main" id="{89456ED8-631E-AC45-81CB-42D9D153E727}"/>
              </a:ext>
            </a:extLst>
          </p:cNvPr>
          <p:cNvSpPr>
            <a:spLocks noGrp="1"/>
          </p:cNvSpPr>
          <p:nvPr>
            <p:ph idx="1"/>
          </p:nvPr>
        </p:nvSpPr>
        <p:spPr>
          <a:xfrm>
            <a:off x="5715013" y="822977"/>
            <a:ext cx="5208103" cy="5184645"/>
          </a:xfrm>
        </p:spPr>
        <p:txBody>
          <a:bodyPr/>
          <a:lstStyle>
            <a:lvl1pPr marL="319847" indent="-319847">
              <a:lnSpc>
                <a:spcPct val="100000"/>
              </a:lnSpc>
              <a:spcBef>
                <a:spcPts val="1800"/>
              </a:spcBef>
              <a:buFont typeface="Wingdings" pitchFamily="2" charset="2"/>
              <a:buChar char="§"/>
              <a:defRPr sz="2400">
                <a:solidFill>
                  <a:schemeClr val="bg1"/>
                </a:solidFill>
              </a:defRPr>
            </a:lvl1pPr>
            <a:lvl2pPr marL="639707" indent="-319847">
              <a:lnSpc>
                <a:spcPct val="100000"/>
              </a:lnSpc>
              <a:spcBef>
                <a:spcPts val="600"/>
              </a:spcBef>
              <a:buSzPct val="100000"/>
              <a:buFont typeface="System Font Regular"/>
              <a:buChar char="➔"/>
              <a:defRPr sz="2001">
                <a:solidFill>
                  <a:schemeClr val="bg1"/>
                </a:solidFill>
              </a:defRPr>
            </a:lvl2pPr>
            <a:lvl3pPr marL="959555" indent="-319847">
              <a:lnSpc>
                <a:spcPct val="100000"/>
              </a:lnSpc>
              <a:spcBef>
                <a:spcPts val="600"/>
              </a:spcBef>
              <a:buFont typeface="Wingdings" pitchFamily="2" charset="2"/>
              <a:buChar char="§"/>
              <a:defRPr sz="1599">
                <a:solidFill>
                  <a:schemeClr val="bg1"/>
                </a:solidFill>
              </a:defRPr>
            </a:lvl3pPr>
            <a:lvl4pPr>
              <a:defRPr sz="1599"/>
            </a:lvl4pPr>
            <a:lvl5pPr>
              <a:defRPr sz="1599"/>
            </a:lvl5pPr>
            <a:lvl6pPr>
              <a:defRPr sz="1599"/>
            </a:lvl6pPr>
            <a:lvl7pPr>
              <a:defRPr sz="1599"/>
            </a:lvl7pPr>
            <a:lvl8pPr>
              <a:defRPr sz="1599"/>
            </a:lvl8pPr>
            <a:lvl9pPr>
              <a:defRPr sz="1599"/>
            </a:lvl9pPr>
          </a:lstStyle>
          <a:p>
            <a:pPr lvl="0"/>
            <a:r>
              <a:rPr lang="en-US" dirty="0"/>
              <a:t>Click to edit Master text styles</a:t>
            </a:r>
          </a:p>
          <a:p>
            <a:pPr lvl="1"/>
            <a:r>
              <a:rPr lang="en-US" dirty="0"/>
              <a:t>Second level</a:t>
            </a:r>
          </a:p>
          <a:p>
            <a:pPr lvl="2"/>
            <a:r>
              <a:rPr lang="en-US" dirty="0"/>
              <a:t>Third level</a:t>
            </a:r>
          </a:p>
        </p:txBody>
      </p:sp>
      <p:sp>
        <p:nvSpPr>
          <p:cNvPr id="16" name="Text Placeholder 3">
            <a:extLst>
              <a:ext uri="{FF2B5EF4-FFF2-40B4-BE49-F238E27FC236}">
                <a16:creationId xmlns:a16="http://schemas.microsoft.com/office/drawing/2014/main" id="{1E6F607B-E1F8-6D4D-B193-11E73CA40BFA}"/>
              </a:ext>
            </a:extLst>
          </p:cNvPr>
          <p:cNvSpPr>
            <a:spLocks noGrp="1"/>
          </p:cNvSpPr>
          <p:nvPr>
            <p:ph type="body" sz="half" idx="14"/>
          </p:nvPr>
        </p:nvSpPr>
        <p:spPr>
          <a:xfrm>
            <a:off x="571499" y="3305788"/>
            <a:ext cx="4549141" cy="2701831"/>
          </a:xfrm>
        </p:spPr>
        <p:txBody>
          <a:bodyPr lIns="91440" rIns="91440">
            <a:normAutofit/>
          </a:bodyPr>
          <a:lstStyle>
            <a:lvl1pPr marL="0" indent="0">
              <a:lnSpc>
                <a:spcPct val="110000"/>
              </a:lnSpc>
              <a:spcBef>
                <a:spcPts val="600"/>
              </a:spcBef>
              <a:buNone/>
              <a:defRPr sz="2400">
                <a:solidFill>
                  <a:schemeClr val="accent3"/>
                </a:solidFill>
              </a:defRPr>
            </a:lvl1pPr>
            <a:lvl2pPr marL="456931" indent="0">
              <a:buNone/>
              <a:defRPr sz="1200"/>
            </a:lvl2pPr>
            <a:lvl3pPr marL="913868" indent="0">
              <a:buNone/>
              <a:defRPr sz="999"/>
            </a:lvl3pPr>
            <a:lvl4pPr marL="1370786" indent="0">
              <a:buNone/>
              <a:defRPr sz="900"/>
            </a:lvl4pPr>
            <a:lvl5pPr marL="1827721" indent="0">
              <a:buNone/>
              <a:defRPr sz="900"/>
            </a:lvl5pPr>
            <a:lvl6pPr marL="2284658" indent="0">
              <a:buNone/>
              <a:defRPr sz="900"/>
            </a:lvl6pPr>
            <a:lvl7pPr marL="2741590" indent="0">
              <a:buNone/>
              <a:defRPr sz="900"/>
            </a:lvl7pPr>
            <a:lvl8pPr marL="3198504" indent="0">
              <a:buNone/>
              <a:defRPr sz="900"/>
            </a:lvl8pPr>
            <a:lvl9pPr marL="3655435" indent="0">
              <a:buNone/>
              <a:defRPr sz="900"/>
            </a:lvl9pPr>
          </a:lstStyle>
          <a:p>
            <a:pPr lvl="0"/>
            <a:r>
              <a:rPr lang="en-US"/>
              <a:t>Click to edit Master text styles</a:t>
            </a:r>
          </a:p>
        </p:txBody>
      </p:sp>
    </p:spTree>
    <p:extLst>
      <p:ext uri="{BB962C8B-B14F-4D97-AF65-F5344CB8AC3E}">
        <p14:creationId xmlns:p14="http://schemas.microsoft.com/office/powerpoint/2010/main" val="3959677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Big Point Dark C">
    <p:bg>
      <p:bgPr>
        <a:solidFill>
          <a:schemeClr val="tx1"/>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lvl1pPr>
              <a:defRPr>
                <a:solidFill>
                  <a:schemeClr val="accent3"/>
                </a:solidFill>
              </a:defRPr>
            </a:lvl1pPr>
          </a:lstStyle>
          <a:p>
            <a:fld id="{A7E6AF12-EC90-614F-8CEA-7B42F207F2B7}" type="datetime1">
              <a:rPr lang="en-US" smtClean="0"/>
              <a:pPr/>
              <a:t>8/24/2022</a:t>
            </a:fld>
            <a:endParaRPr lang="en-US" dirty="0"/>
          </a:p>
        </p:txBody>
      </p:sp>
      <p:sp>
        <p:nvSpPr>
          <p:cNvPr id="6" name="Footer Placeholder 5"/>
          <p:cNvSpPr>
            <a:spLocks noGrp="1"/>
          </p:cNvSpPr>
          <p:nvPr>
            <p:ph type="ftr" sz="quarter" idx="11"/>
          </p:nvPr>
        </p:nvSpPr>
        <p:spPr/>
        <p:txBody>
          <a:bodyPr/>
          <a:lstStyle>
            <a:lvl1pPr>
              <a:defRPr>
                <a:solidFill>
                  <a:schemeClr val="accent3"/>
                </a:solidFill>
              </a:defRPr>
            </a:lvl1pPr>
          </a:lstStyle>
          <a:p>
            <a:r>
              <a:rPr lang="en-US"/>
              <a:t>Proposal</a:t>
            </a:r>
            <a:endParaRPr lang="en-US" dirty="0"/>
          </a:p>
        </p:txBody>
      </p:sp>
      <p:sp>
        <p:nvSpPr>
          <p:cNvPr id="7" name="Slide Number Placeholder 6"/>
          <p:cNvSpPr>
            <a:spLocks noGrp="1"/>
          </p:cNvSpPr>
          <p:nvPr>
            <p:ph type="sldNum" sz="quarter" idx="12"/>
          </p:nvPr>
        </p:nvSpPr>
        <p:spPr/>
        <p:txBody>
          <a:bodyPr/>
          <a:lstStyle>
            <a:lvl1pPr>
              <a:defRPr>
                <a:solidFill>
                  <a:schemeClr val="accent3"/>
                </a:solidFill>
              </a:defRPr>
            </a:lvl1pPr>
          </a:lstStyle>
          <a:p>
            <a:fld id="{4FAB73BC-B049-4115-A692-8D63A059BFB8}" type="slidenum">
              <a:rPr lang="en-US" smtClean="0"/>
              <a:pPr/>
              <a:t>‹#›</a:t>
            </a:fld>
            <a:endParaRPr lang="en-US" dirty="0"/>
          </a:p>
        </p:txBody>
      </p:sp>
      <p:pic>
        <p:nvPicPr>
          <p:cNvPr id="12" name="Graphic 11">
            <a:extLst>
              <a:ext uri="{FF2B5EF4-FFF2-40B4-BE49-F238E27FC236}">
                <a16:creationId xmlns:a16="http://schemas.microsoft.com/office/drawing/2014/main" id="{9126DA48-CBCD-0E4D-BFAA-6037B267534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19456" y="6190488"/>
            <a:ext cx="2276856" cy="400676"/>
          </a:xfrm>
          <a:prstGeom prst="rect">
            <a:avLst/>
          </a:prstGeom>
        </p:spPr>
      </p:pic>
      <p:sp>
        <p:nvSpPr>
          <p:cNvPr id="13" name="Title 7">
            <a:extLst>
              <a:ext uri="{FF2B5EF4-FFF2-40B4-BE49-F238E27FC236}">
                <a16:creationId xmlns:a16="http://schemas.microsoft.com/office/drawing/2014/main" id="{EE3B8CD3-06E9-3D4B-B9BC-8C1A48638AAA}"/>
              </a:ext>
            </a:extLst>
          </p:cNvPr>
          <p:cNvSpPr>
            <a:spLocks noGrp="1"/>
          </p:cNvSpPr>
          <p:nvPr>
            <p:ph type="title"/>
          </p:nvPr>
        </p:nvSpPr>
        <p:spPr>
          <a:xfrm>
            <a:off x="571500" y="418038"/>
            <a:ext cx="11254740" cy="2312123"/>
          </a:xfrm>
        </p:spPr>
        <p:txBody>
          <a:bodyPr vert="horz" lIns="91440" tIns="45720" rIns="91440" bIns="45720" rtlCol="0" anchor="ctr">
            <a:noAutofit/>
          </a:bodyPr>
          <a:lstStyle>
            <a:lvl1pPr>
              <a:defRPr lang="en-US" sz="3600" dirty="0">
                <a:solidFill>
                  <a:schemeClr val="bg1"/>
                </a:solidFill>
              </a:defRPr>
            </a:lvl1pPr>
          </a:lstStyle>
          <a:p>
            <a:pPr marL="0" lvl="0"/>
            <a:r>
              <a:rPr lang="en-US"/>
              <a:t>Click to edit Master title style</a:t>
            </a:r>
            <a:endParaRPr lang="en-US" dirty="0"/>
          </a:p>
        </p:txBody>
      </p:sp>
      <p:sp>
        <p:nvSpPr>
          <p:cNvPr id="14" name="Text Placeholder 3">
            <a:extLst>
              <a:ext uri="{FF2B5EF4-FFF2-40B4-BE49-F238E27FC236}">
                <a16:creationId xmlns:a16="http://schemas.microsoft.com/office/drawing/2014/main" id="{30A48ABE-3B7F-FB40-BE4C-935F69C5E5AF}"/>
              </a:ext>
            </a:extLst>
          </p:cNvPr>
          <p:cNvSpPr>
            <a:spLocks noGrp="1"/>
          </p:cNvSpPr>
          <p:nvPr>
            <p:ph type="body" sz="half" idx="2"/>
          </p:nvPr>
        </p:nvSpPr>
        <p:spPr>
          <a:xfrm>
            <a:off x="571499" y="3016188"/>
            <a:ext cx="4549141" cy="3003639"/>
          </a:xfrm>
        </p:spPr>
        <p:txBody>
          <a:bodyPr lIns="91440" rIns="91440">
            <a:normAutofit/>
          </a:bodyPr>
          <a:lstStyle>
            <a:lvl1pPr marL="0" indent="0">
              <a:lnSpc>
                <a:spcPct val="110000"/>
              </a:lnSpc>
              <a:spcBef>
                <a:spcPts val="600"/>
              </a:spcBef>
              <a:buNone/>
              <a:defRPr sz="2799">
                <a:solidFill>
                  <a:schemeClr val="accent3"/>
                </a:solidFill>
              </a:defRPr>
            </a:lvl1pPr>
            <a:lvl2pPr marL="456931" indent="0">
              <a:buNone/>
              <a:defRPr sz="1200"/>
            </a:lvl2pPr>
            <a:lvl3pPr marL="913868" indent="0">
              <a:buNone/>
              <a:defRPr sz="999"/>
            </a:lvl3pPr>
            <a:lvl4pPr marL="1370786" indent="0">
              <a:buNone/>
              <a:defRPr sz="900"/>
            </a:lvl4pPr>
            <a:lvl5pPr marL="1827721" indent="0">
              <a:buNone/>
              <a:defRPr sz="900"/>
            </a:lvl5pPr>
            <a:lvl6pPr marL="2284658" indent="0">
              <a:buNone/>
              <a:defRPr sz="900"/>
            </a:lvl6pPr>
            <a:lvl7pPr marL="2741590" indent="0">
              <a:buNone/>
              <a:defRPr sz="900"/>
            </a:lvl7pPr>
            <a:lvl8pPr marL="3198504" indent="0">
              <a:buNone/>
              <a:defRPr sz="900"/>
            </a:lvl8pPr>
            <a:lvl9pPr marL="3655435" indent="0">
              <a:buNone/>
              <a:defRPr sz="900"/>
            </a:lvl9pPr>
          </a:lstStyle>
          <a:p>
            <a:pPr lvl="0"/>
            <a:r>
              <a:rPr lang="en-US"/>
              <a:t>Click to edit Master text styles</a:t>
            </a:r>
          </a:p>
        </p:txBody>
      </p:sp>
      <p:sp>
        <p:nvSpPr>
          <p:cNvPr id="15" name="Content Placeholder 2">
            <a:extLst>
              <a:ext uri="{FF2B5EF4-FFF2-40B4-BE49-F238E27FC236}">
                <a16:creationId xmlns:a16="http://schemas.microsoft.com/office/drawing/2014/main" id="{5098BCE4-FFEB-C949-BC63-F5C5321433D4}"/>
              </a:ext>
            </a:extLst>
          </p:cNvPr>
          <p:cNvSpPr>
            <a:spLocks noGrp="1"/>
          </p:cNvSpPr>
          <p:nvPr>
            <p:ph idx="13"/>
          </p:nvPr>
        </p:nvSpPr>
        <p:spPr>
          <a:xfrm>
            <a:off x="5715013" y="3016168"/>
            <a:ext cx="5905488" cy="2991451"/>
          </a:xfrm>
        </p:spPr>
        <p:txBody>
          <a:bodyPr/>
          <a:lstStyle>
            <a:lvl1pPr marL="319847" indent="-319847">
              <a:lnSpc>
                <a:spcPct val="100000"/>
              </a:lnSpc>
              <a:spcBef>
                <a:spcPts val="1800"/>
              </a:spcBef>
              <a:buClr>
                <a:schemeClr val="accent3"/>
              </a:buClr>
              <a:buFont typeface="Wingdings" pitchFamily="2" charset="2"/>
              <a:buChar char="§"/>
              <a:defRPr sz="2400">
                <a:solidFill>
                  <a:schemeClr val="bg1"/>
                </a:solidFill>
              </a:defRPr>
            </a:lvl1pPr>
            <a:lvl2pPr marL="639707" indent="-319847">
              <a:lnSpc>
                <a:spcPct val="100000"/>
              </a:lnSpc>
              <a:spcBef>
                <a:spcPts val="600"/>
              </a:spcBef>
              <a:buClr>
                <a:schemeClr val="accent3"/>
              </a:buClr>
              <a:buSzPct val="100000"/>
              <a:buFont typeface="System Font Regular"/>
              <a:buChar char="➔"/>
              <a:defRPr sz="2001">
                <a:solidFill>
                  <a:schemeClr val="bg1"/>
                </a:solidFill>
              </a:defRPr>
            </a:lvl2pPr>
            <a:lvl3pPr marL="959555" indent="-319847">
              <a:lnSpc>
                <a:spcPct val="100000"/>
              </a:lnSpc>
              <a:spcBef>
                <a:spcPts val="600"/>
              </a:spcBef>
              <a:buClr>
                <a:schemeClr val="accent3"/>
              </a:buClr>
              <a:buFont typeface="Wingdings" pitchFamily="2" charset="2"/>
              <a:buChar char="§"/>
              <a:defRPr sz="1599">
                <a:solidFill>
                  <a:schemeClr val="bg1"/>
                </a:solidFill>
              </a:defRPr>
            </a:lvl3pPr>
            <a:lvl4pPr>
              <a:defRPr sz="1599"/>
            </a:lvl4pPr>
            <a:lvl5pPr>
              <a:defRPr sz="1599"/>
            </a:lvl5pPr>
            <a:lvl6pPr>
              <a:defRPr sz="1599"/>
            </a:lvl6pPr>
            <a:lvl7pPr>
              <a:defRPr sz="1599"/>
            </a:lvl7pPr>
            <a:lvl8pPr>
              <a:defRPr sz="1599"/>
            </a:lvl8pPr>
            <a:lvl9pPr>
              <a:defRPr sz="1599"/>
            </a:lvl9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1878071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Point Dark D">
    <p:bg>
      <p:bgPr>
        <a:solidFill>
          <a:schemeClr val="tx1"/>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lvl1pPr>
              <a:defRPr>
                <a:solidFill>
                  <a:schemeClr val="accent3"/>
                </a:solidFill>
              </a:defRPr>
            </a:lvl1pPr>
          </a:lstStyle>
          <a:p>
            <a:fld id="{A7E6AF12-EC90-614F-8CEA-7B42F207F2B7}" type="datetime1">
              <a:rPr lang="en-US" smtClean="0"/>
              <a:pPr/>
              <a:t>8/24/2022</a:t>
            </a:fld>
            <a:endParaRPr lang="en-US" dirty="0"/>
          </a:p>
        </p:txBody>
      </p:sp>
      <p:sp>
        <p:nvSpPr>
          <p:cNvPr id="6" name="Footer Placeholder 5"/>
          <p:cNvSpPr>
            <a:spLocks noGrp="1"/>
          </p:cNvSpPr>
          <p:nvPr>
            <p:ph type="ftr" sz="quarter" idx="11"/>
          </p:nvPr>
        </p:nvSpPr>
        <p:spPr/>
        <p:txBody>
          <a:bodyPr/>
          <a:lstStyle>
            <a:lvl1pPr>
              <a:defRPr>
                <a:solidFill>
                  <a:schemeClr val="accent3"/>
                </a:solidFill>
              </a:defRPr>
            </a:lvl1pPr>
          </a:lstStyle>
          <a:p>
            <a:r>
              <a:rPr lang="en-US"/>
              <a:t>Proposal</a:t>
            </a:r>
            <a:endParaRPr lang="en-US" dirty="0"/>
          </a:p>
        </p:txBody>
      </p:sp>
      <p:sp>
        <p:nvSpPr>
          <p:cNvPr id="7" name="Slide Number Placeholder 6"/>
          <p:cNvSpPr>
            <a:spLocks noGrp="1"/>
          </p:cNvSpPr>
          <p:nvPr>
            <p:ph type="sldNum" sz="quarter" idx="12"/>
          </p:nvPr>
        </p:nvSpPr>
        <p:spPr/>
        <p:txBody>
          <a:bodyPr/>
          <a:lstStyle>
            <a:lvl1pPr>
              <a:defRPr>
                <a:solidFill>
                  <a:schemeClr val="accent3"/>
                </a:solidFill>
              </a:defRPr>
            </a:lvl1pPr>
          </a:lstStyle>
          <a:p>
            <a:fld id="{4FAB73BC-B049-4115-A692-8D63A059BFB8}" type="slidenum">
              <a:rPr lang="en-US" smtClean="0"/>
              <a:pPr/>
              <a:t>‹#›</a:t>
            </a:fld>
            <a:endParaRPr lang="en-US" dirty="0"/>
          </a:p>
        </p:txBody>
      </p:sp>
      <p:pic>
        <p:nvPicPr>
          <p:cNvPr id="11" name="Graphic 10">
            <a:extLst>
              <a:ext uri="{FF2B5EF4-FFF2-40B4-BE49-F238E27FC236}">
                <a16:creationId xmlns:a16="http://schemas.microsoft.com/office/drawing/2014/main" id="{350E2B03-E35D-7E46-A0F6-6A5DBBF3768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19456" y="6190488"/>
            <a:ext cx="2276856" cy="400676"/>
          </a:xfrm>
          <a:prstGeom prst="rect">
            <a:avLst/>
          </a:prstGeom>
        </p:spPr>
      </p:pic>
      <p:sp>
        <p:nvSpPr>
          <p:cNvPr id="13" name="Title 7">
            <a:extLst>
              <a:ext uri="{FF2B5EF4-FFF2-40B4-BE49-F238E27FC236}">
                <a16:creationId xmlns:a16="http://schemas.microsoft.com/office/drawing/2014/main" id="{453F15AD-3076-3949-8F2D-D6E142F4D07B}"/>
              </a:ext>
            </a:extLst>
          </p:cNvPr>
          <p:cNvSpPr>
            <a:spLocks noGrp="1"/>
          </p:cNvSpPr>
          <p:nvPr>
            <p:ph type="title" hasCustomPrompt="1"/>
          </p:nvPr>
        </p:nvSpPr>
        <p:spPr>
          <a:xfrm>
            <a:off x="571500" y="418038"/>
            <a:ext cx="11254740" cy="2312123"/>
          </a:xfrm>
        </p:spPr>
        <p:txBody>
          <a:bodyPr vert="horz" lIns="91440" tIns="45720" rIns="91440" bIns="45720" rtlCol="0" anchor="ctr">
            <a:noAutofit/>
          </a:bodyPr>
          <a:lstStyle>
            <a:lvl1pPr>
              <a:defRPr lang="en-US" sz="3600" i="0" cap="none" dirty="0">
                <a:solidFill>
                  <a:schemeClr val="bg1"/>
                </a:solidFill>
              </a:defRPr>
            </a:lvl1pPr>
          </a:lstStyle>
          <a:p>
            <a:pPr marL="0" lvl="0"/>
            <a:r>
              <a:rPr lang="en-US" dirty="0"/>
              <a:t>Click to edit master title style</a:t>
            </a:r>
          </a:p>
        </p:txBody>
      </p:sp>
      <p:sp>
        <p:nvSpPr>
          <p:cNvPr id="14" name="Text Placeholder 3">
            <a:extLst>
              <a:ext uri="{FF2B5EF4-FFF2-40B4-BE49-F238E27FC236}">
                <a16:creationId xmlns:a16="http://schemas.microsoft.com/office/drawing/2014/main" id="{00CA09B5-6D76-9142-9AB6-D6FB4291DC99}"/>
              </a:ext>
            </a:extLst>
          </p:cNvPr>
          <p:cNvSpPr>
            <a:spLocks noGrp="1"/>
          </p:cNvSpPr>
          <p:nvPr>
            <p:ph type="body" sz="half" idx="2"/>
          </p:nvPr>
        </p:nvSpPr>
        <p:spPr>
          <a:xfrm>
            <a:off x="571499" y="3016188"/>
            <a:ext cx="4549141" cy="3003639"/>
          </a:xfrm>
        </p:spPr>
        <p:txBody>
          <a:bodyPr lIns="91440" rIns="91440">
            <a:normAutofit/>
          </a:bodyPr>
          <a:lstStyle>
            <a:lvl1pPr marL="0" indent="0">
              <a:lnSpc>
                <a:spcPct val="110000"/>
              </a:lnSpc>
              <a:spcBef>
                <a:spcPts val="600"/>
              </a:spcBef>
              <a:buNone/>
              <a:defRPr sz="2799">
                <a:solidFill>
                  <a:schemeClr val="accent3"/>
                </a:solidFill>
              </a:defRPr>
            </a:lvl1pPr>
            <a:lvl2pPr marL="456931" indent="0">
              <a:buNone/>
              <a:defRPr sz="1200"/>
            </a:lvl2pPr>
            <a:lvl3pPr marL="913868" indent="0">
              <a:buNone/>
              <a:defRPr sz="999"/>
            </a:lvl3pPr>
            <a:lvl4pPr marL="1370786" indent="0">
              <a:buNone/>
              <a:defRPr sz="900"/>
            </a:lvl4pPr>
            <a:lvl5pPr marL="1827721" indent="0">
              <a:buNone/>
              <a:defRPr sz="900"/>
            </a:lvl5pPr>
            <a:lvl6pPr marL="2284658" indent="0">
              <a:buNone/>
              <a:defRPr sz="900"/>
            </a:lvl6pPr>
            <a:lvl7pPr marL="2741590" indent="0">
              <a:buNone/>
              <a:defRPr sz="900"/>
            </a:lvl7pPr>
            <a:lvl8pPr marL="3198504" indent="0">
              <a:buNone/>
              <a:defRPr sz="900"/>
            </a:lvl8pPr>
            <a:lvl9pPr marL="3655435" indent="0">
              <a:buNone/>
              <a:defRPr sz="900"/>
            </a:lvl9pPr>
          </a:lstStyle>
          <a:p>
            <a:pPr lvl="0"/>
            <a:r>
              <a:rPr lang="en-US"/>
              <a:t>Click to edit Master text styles</a:t>
            </a:r>
          </a:p>
        </p:txBody>
      </p:sp>
      <p:sp>
        <p:nvSpPr>
          <p:cNvPr id="15" name="Content Placeholder 2">
            <a:extLst>
              <a:ext uri="{FF2B5EF4-FFF2-40B4-BE49-F238E27FC236}">
                <a16:creationId xmlns:a16="http://schemas.microsoft.com/office/drawing/2014/main" id="{EB955B17-8ED0-3340-A5DC-849AED4FC363}"/>
              </a:ext>
            </a:extLst>
          </p:cNvPr>
          <p:cNvSpPr>
            <a:spLocks noGrp="1"/>
          </p:cNvSpPr>
          <p:nvPr>
            <p:ph idx="13"/>
          </p:nvPr>
        </p:nvSpPr>
        <p:spPr>
          <a:xfrm>
            <a:off x="5715013" y="3016168"/>
            <a:ext cx="5905488" cy="2991451"/>
          </a:xfrm>
        </p:spPr>
        <p:txBody>
          <a:bodyPr/>
          <a:lstStyle>
            <a:lvl1pPr marL="319847" indent="-319847">
              <a:lnSpc>
                <a:spcPct val="100000"/>
              </a:lnSpc>
              <a:spcBef>
                <a:spcPts val="1800"/>
              </a:spcBef>
              <a:buClr>
                <a:schemeClr val="accent3"/>
              </a:buClr>
              <a:buFont typeface="Wingdings" pitchFamily="2" charset="2"/>
              <a:buChar char="§"/>
              <a:defRPr sz="2400">
                <a:solidFill>
                  <a:schemeClr val="bg1"/>
                </a:solidFill>
              </a:defRPr>
            </a:lvl1pPr>
            <a:lvl2pPr marL="639707" indent="-319847">
              <a:lnSpc>
                <a:spcPct val="100000"/>
              </a:lnSpc>
              <a:spcBef>
                <a:spcPts val="600"/>
              </a:spcBef>
              <a:buClr>
                <a:schemeClr val="accent3"/>
              </a:buClr>
              <a:buSzPct val="100000"/>
              <a:buFont typeface="System Font Regular"/>
              <a:buChar char="➔"/>
              <a:defRPr sz="2001">
                <a:solidFill>
                  <a:schemeClr val="bg1"/>
                </a:solidFill>
              </a:defRPr>
            </a:lvl2pPr>
            <a:lvl3pPr marL="959555" indent="-319847">
              <a:lnSpc>
                <a:spcPct val="100000"/>
              </a:lnSpc>
              <a:spcBef>
                <a:spcPts val="600"/>
              </a:spcBef>
              <a:buClr>
                <a:schemeClr val="accent3"/>
              </a:buClr>
              <a:buFont typeface="Wingdings" pitchFamily="2" charset="2"/>
              <a:buChar char="§"/>
              <a:defRPr sz="1599">
                <a:solidFill>
                  <a:schemeClr val="bg1"/>
                </a:solidFill>
              </a:defRPr>
            </a:lvl3pPr>
            <a:lvl4pPr>
              <a:defRPr sz="1599"/>
            </a:lvl4pPr>
            <a:lvl5pPr>
              <a:defRPr sz="1599"/>
            </a:lvl5pPr>
            <a:lvl6pPr>
              <a:defRPr sz="1599"/>
            </a:lvl6pPr>
            <a:lvl7pPr>
              <a:defRPr sz="1599"/>
            </a:lvl7pPr>
            <a:lvl8pPr>
              <a:defRPr sz="1599"/>
            </a:lvl8pPr>
            <a:lvl9pPr>
              <a:defRPr sz="1599"/>
            </a:lvl9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8199789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Hero">
    <p:bg>
      <p:bgPr>
        <a:solidFill>
          <a:schemeClr val="bg1"/>
        </a:solidFill>
        <a:effectLst/>
      </p:bgPr>
    </p:bg>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571499" y="332460"/>
            <a:ext cx="8519163" cy="5791200"/>
          </a:xfrm>
          <a:prstGeom prst="rect">
            <a:avLst/>
          </a:prstGeom>
        </p:spPr>
        <p:txBody>
          <a:bodyPr vert="horz" lIns="91440" tIns="45720" rIns="91440" bIns="45720" rtlCol="0" anchor="ctr">
            <a:normAutofit/>
          </a:bodyPr>
          <a:lstStyle>
            <a:lvl1pPr>
              <a:defRPr lang="en-US" sz="4403"/>
            </a:lvl1pPr>
          </a:lstStyle>
          <a:p>
            <a:pPr marL="0" lvl="0" indent="0">
              <a:lnSpc>
                <a:spcPct val="110000"/>
              </a:lnSpc>
              <a:buNone/>
            </a:pPr>
            <a:r>
              <a:rPr lang="en-US"/>
              <a:t>Click to edit Master text styles</a:t>
            </a:r>
          </a:p>
        </p:txBody>
      </p:sp>
      <p:sp>
        <p:nvSpPr>
          <p:cNvPr id="4" name="Date Placeholder 3">
            <a:extLst>
              <a:ext uri="{FF2B5EF4-FFF2-40B4-BE49-F238E27FC236}">
                <a16:creationId xmlns:a16="http://schemas.microsoft.com/office/drawing/2014/main" id="{23D3207E-6432-BF48-94AB-98FAA05DEDE3}"/>
              </a:ext>
            </a:extLst>
          </p:cNvPr>
          <p:cNvSpPr>
            <a:spLocks noGrp="1"/>
          </p:cNvSpPr>
          <p:nvPr>
            <p:ph type="dt" sz="half" idx="11"/>
          </p:nvPr>
        </p:nvSpPr>
        <p:spPr/>
        <p:txBody>
          <a:bodyPr/>
          <a:lstStyle/>
          <a:p>
            <a:fld id="{2F66B414-0BAA-254F-A54B-9A4CBE4CF7B4}" type="datetime1">
              <a:rPr lang="en-US" smtClean="0"/>
              <a:pPr/>
              <a:t>8/24/2022</a:t>
            </a:fld>
            <a:endParaRPr lang="en-US" dirty="0"/>
          </a:p>
        </p:txBody>
      </p:sp>
      <p:sp>
        <p:nvSpPr>
          <p:cNvPr id="6" name="Footer Placeholder 5">
            <a:extLst>
              <a:ext uri="{FF2B5EF4-FFF2-40B4-BE49-F238E27FC236}">
                <a16:creationId xmlns:a16="http://schemas.microsoft.com/office/drawing/2014/main" id="{4AEC6E52-E3D3-F048-893B-E66A24ECA9E8}"/>
              </a:ext>
            </a:extLst>
          </p:cNvPr>
          <p:cNvSpPr>
            <a:spLocks noGrp="1"/>
          </p:cNvSpPr>
          <p:nvPr>
            <p:ph type="ftr" sz="quarter" idx="12"/>
          </p:nvPr>
        </p:nvSpPr>
        <p:spPr/>
        <p:txBody>
          <a:bodyPr/>
          <a:lstStyle/>
          <a:p>
            <a:r>
              <a:rPr lang="en-US"/>
              <a:t>Proposal</a:t>
            </a:r>
            <a:endParaRPr lang="en-US" dirty="0"/>
          </a:p>
        </p:txBody>
      </p:sp>
      <p:sp>
        <p:nvSpPr>
          <p:cNvPr id="7" name="Slide Number Placeholder 6">
            <a:extLst>
              <a:ext uri="{FF2B5EF4-FFF2-40B4-BE49-F238E27FC236}">
                <a16:creationId xmlns:a16="http://schemas.microsoft.com/office/drawing/2014/main" id="{754AD13E-C264-3C44-919D-FFC8D02515DA}"/>
              </a:ext>
            </a:extLst>
          </p:cNvPr>
          <p:cNvSpPr>
            <a:spLocks noGrp="1"/>
          </p:cNvSpPr>
          <p:nvPr>
            <p:ph type="sldNum" sz="quarter" idx="13"/>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2786297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Hero Dark">
    <p:bg>
      <p:bgPr>
        <a:solidFill>
          <a:schemeClr val="tx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E13671A-7315-6E41-AC9A-F5B5B54B7445}"/>
              </a:ext>
            </a:extLst>
          </p:cNvPr>
          <p:cNvSpPr>
            <a:spLocks noGrp="1"/>
          </p:cNvSpPr>
          <p:nvPr>
            <p:ph type="dt" sz="half" idx="11"/>
          </p:nvPr>
        </p:nvSpPr>
        <p:spPr/>
        <p:txBody>
          <a:bodyPr/>
          <a:lstStyle>
            <a:lvl1pPr>
              <a:defRPr>
                <a:solidFill>
                  <a:schemeClr val="accent3"/>
                </a:solidFill>
              </a:defRPr>
            </a:lvl1pPr>
          </a:lstStyle>
          <a:p>
            <a:fld id="{2F66B414-0BAA-254F-A54B-9A4CBE4CF7B4}" type="datetime1">
              <a:rPr lang="en-US" smtClean="0"/>
              <a:pPr/>
              <a:t>8/24/2022</a:t>
            </a:fld>
            <a:endParaRPr lang="en-US" dirty="0"/>
          </a:p>
        </p:txBody>
      </p:sp>
      <p:sp>
        <p:nvSpPr>
          <p:cNvPr id="5" name="Footer Placeholder 4">
            <a:extLst>
              <a:ext uri="{FF2B5EF4-FFF2-40B4-BE49-F238E27FC236}">
                <a16:creationId xmlns:a16="http://schemas.microsoft.com/office/drawing/2014/main" id="{BAF8205E-93AF-7949-8B64-C4EBA6D05768}"/>
              </a:ext>
            </a:extLst>
          </p:cNvPr>
          <p:cNvSpPr>
            <a:spLocks noGrp="1"/>
          </p:cNvSpPr>
          <p:nvPr>
            <p:ph type="ftr" sz="quarter" idx="12"/>
          </p:nvPr>
        </p:nvSpPr>
        <p:spPr/>
        <p:txBody>
          <a:bodyPr/>
          <a:lstStyle>
            <a:lvl1pPr>
              <a:defRPr>
                <a:solidFill>
                  <a:schemeClr val="accent3"/>
                </a:solidFill>
              </a:defRPr>
            </a:lvl1pPr>
          </a:lstStyle>
          <a:p>
            <a:r>
              <a:rPr lang="en-US"/>
              <a:t>Proposal</a:t>
            </a:r>
            <a:endParaRPr lang="en-US" dirty="0"/>
          </a:p>
        </p:txBody>
      </p:sp>
      <p:sp>
        <p:nvSpPr>
          <p:cNvPr id="6" name="Slide Number Placeholder 5">
            <a:extLst>
              <a:ext uri="{FF2B5EF4-FFF2-40B4-BE49-F238E27FC236}">
                <a16:creationId xmlns:a16="http://schemas.microsoft.com/office/drawing/2014/main" id="{9485A31D-E13C-5741-BAA2-AB9DABBF2943}"/>
              </a:ext>
            </a:extLst>
          </p:cNvPr>
          <p:cNvSpPr>
            <a:spLocks noGrp="1"/>
          </p:cNvSpPr>
          <p:nvPr>
            <p:ph type="sldNum" sz="quarter" idx="13"/>
          </p:nvPr>
        </p:nvSpPr>
        <p:spPr/>
        <p:txBody>
          <a:bodyPr/>
          <a:lstStyle>
            <a:lvl1pPr>
              <a:defRPr>
                <a:solidFill>
                  <a:schemeClr val="accent3"/>
                </a:solidFill>
              </a:defRPr>
            </a:lvl1pPr>
          </a:lstStyle>
          <a:p>
            <a:fld id="{4FAB73BC-B049-4115-A692-8D63A059BFB8}" type="slidenum">
              <a:rPr lang="en-US" smtClean="0"/>
              <a:pPr/>
              <a:t>‹#›</a:t>
            </a:fld>
            <a:endParaRPr lang="en-US" dirty="0"/>
          </a:p>
        </p:txBody>
      </p:sp>
      <p:sp>
        <p:nvSpPr>
          <p:cNvPr id="17" name="Text Placeholder 4">
            <a:extLst>
              <a:ext uri="{FF2B5EF4-FFF2-40B4-BE49-F238E27FC236}">
                <a16:creationId xmlns:a16="http://schemas.microsoft.com/office/drawing/2014/main" id="{6778A37E-23BC-0344-9DB3-4124A59FC305}"/>
              </a:ext>
            </a:extLst>
          </p:cNvPr>
          <p:cNvSpPr>
            <a:spLocks noGrp="1"/>
          </p:cNvSpPr>
          <p:nvPr>
            <p:ph type="body" sz="quarter" idx="10"/>
          </p:nvPr>
        </p:nvSpPr>
        <p:spPr>
          <a:xfrm>
            <a:off x="571499" y="332460"/>
            <a:ext cx="8519163" cy="5791200"/>
          </a:xfrm>
          <a:prstGeom prst="rect">
            <a:avLst/>
          </a:prstGeom>
        </p:spPr>
        <p:txBody>
          <a:bodyPr vert="horz" lIns="91440" tIns="45720" rIns="91440" bIns="45720" rtlCol="0" anchor="ctr">
            <a:normAutofit/>
          </a:bodyPr>
          <a:lstStyle>
            <a:lvl1pPr>
              <a:defRPr lang="en-US" sz="4403">
                <a:solidFill>
                  <a:schemeClr val="bg1"/>
                </a:solidFill>
              </a:defRPr>
            </a:lvl1pPr>
          </a:lstStyle>
          <a:p>
            <a:pPr marL="0" lvl="0" indent="0">
              <a:lnSpc>
                <a:spcPct val="110000"/>
              </a:lnSpc>
              <a:buNone/>
            </a:pPr>
            <a:r>
              <a:rPr lang="en-US"/>
              <a:t>Click to edit Master text styles</a:t>
            </a:r>
          </a:p>
        </p:txBody>
      </p:sp>
      <p:pic>
        <p:nvPicPr>
          <p:cNvPr id="8" name="Graphic 7">
            <a:extLst>
              <a:ext uri="{FF2B5EF4-FFF2-40B4-BE49-F238E27FC236}">
                <a16:creationId xmlns:a16="http://schemas.microsoft.com/office/drawing/2014/main" id="{16CE26A7-9EAF-F149-8AB0-E32BB4217E8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19456" y="6190488"/>
            <a:ext cx="2276856" cy="400676"/>
          </a:xfrm>
          <a:prstGeom prst="rect">
            <a:avLst/>
          </a:prstGeom>
        </p:spPr>
      </p:pic>
    </p:spTree>
    <p:extLst>
      <p:ext uri="{BB962C8B-B14F-4D97-AF65-F5344CB8AC3E}">
        <p14:creationId xmlns:p14="http://schemas.microsoft.com/office/powerpoint/2010/main" val="572873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tx1"/>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9448A36-789B-7B41-8EDC-4773C78C8615}"/>
              </a:ext>
            </a:extLst>
          </p:cNvPr>
          <p:cNvSpPr txBox="1"/>
          <p:nvPr userDrawn="1"/>
        </p:nvSpPr>
        <p:spPr>
          <a:xfrm>
            <a:off x="8329243" y="917665"/>
            <a:ext cx="1595437" cy="307777"/>
          </a:xfrm>
          <a:prstGeom prst="rect">
            <a:avLst/>
          </a:prstGeom>
          <a:noFill/>
        </p:spPr>
        <p:txBody>
          <a:bodyPr wrap="none" rtlCol="0" anchor="ctr">
            <a:spAutoFit/>
          </a:bodyPr>
          <a:lstStyle/>
          <a:p>
            <a:pPr algn="r"/>
            <a:r>
              <a:rPr lang="en-US" sz="1400" i="0" spc="0" baseline="0" dirty="0">
                <a:solidFill>
                  <a:schemeClr val="accent1"/>
                </a:solidFill>
                <a:latin typeface="+mj-lt"/>
              </a:rPr>
              <a:t>thelaunchbox.com</a:t>
            </a:r>
            <a:endParaRPr lang="en-US" sz="1400" i="0" spc="0" baseline="0" dirty="0">
              <a:solidFill>
                <a:schemeClr val="accent1"/>
              </a:solidFill>
            </a:endParaRPr>
          </a:p>
        </p:txBody>
      </p:sp>
      <p:pic>
        <p:nvPicPr>
          <p:cNvPr id="10" name="Graphic 9">
            <a:extLst>
              <a:ext uri="{FF2B5EF4-FFF2-40B4-BE49-F238E27FC236}">
                <a16:creationId xmlns:a16="http://schemas.microsoft.com/office/drawing/2014/main" id="{1DD245C8-5B15-A649-9958-ECD44CCE313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602963" y="1438487"/>
            <a:ext cx="3509072" cy="3509072"/>
          </a:xfrm>
          <a:prstGeom prst="rect">
            <a:avLst/>
          </a:prstGeom>
        </p:spPr>
      </p:pic>
    </p:spTree>
    <p:extLst>
      <p:ext uri="{BB962C8B-B14F-4D97-AF65-F5344CB8AC3E}">
        <p14:creationId xmlns:p14="http://schemas.microsoft.com/office/powerpoint/2010/main" val="370427421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losing Alt">
    <p:bg>
      <p:bgPr>
        <a:solidFill>
          <a:schemeClr val="accent3"/>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78227FDA-5080-CC45-B12A-A26DABE7971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602962" y="1438487"/>
            <a:ext cx="3509072" cy="3509072"/>
          </a:xfrm>
          <a:prstGeom prst="rect">
            <a:avLst/>
          </a:prstGeom>
        </p:spPr>
      </p:pic>
      <p:sp>
        <p:nvSpPr>
          <p:cNvPr id="8" name="TextBox 7">
            <a:extLst>
              <a:ext uri="{FF2B5EF4-FFF2-40B4-BE49-F238E27FC236}">
                <a16:creationId xmlns:a16="http://schemas.microsoft.com/office/drawing/2014/main" id="{30B4E75D-E6DE-4D4D-9737-80B131AB1896}"/>
              </a:ext>
            </a:extLst>
          </p:cNvPr>
          <p:cNvSpPr txBox="1"/>
          <p:nvPr userDrawn="1"/>
        </p:nvSpPr>
        <p:spPr>
          <a:xfrm>
            <a:off x="8329243" y="917665"/>
            <a:ext cx="1595437" cy="307777"/>
          </a:xfrm>
          <a:prstGeom prst="rect">
            <a:avLst/>
          </a:prstGeom>
          <a:noFill/>
        </p:spPr>
        <p:txBody>
          <a:bodyPr wrap="none" rtlCol="0" anchor="ctr">
            <a:spAutoFit/>
          </a:bodyPr>
          <a:lstStyle/>
          <a:p>
            <a:pPr algn="r"/>
            <a:r>
              <a:rPr lang="en-US" sz="1400" i="0" spc="0" baseline="0" dirty="0">
                <a:solidFill>
                  <a:schemeClr val="accent1"/>
                </a:solidFill>
                <a:latin typeface="+mj-lt"/>
              </a:rPr>
              <a:t>thelaunchbox.com</a:t>
            </a:r>
            <a:endParaRPr lang="en-US" sz="1400" i="0" spc="0" baseline="0" dirty="0">
              <a:solidFill>
                <a:schemeClr val="accent1"/>
              </a:solidFill>
            </a:endParaRPr>
          </a:p>
        </p:txBody>
      </p:sp>
    </p:spTree>
    <p:extLst>
      <p:ext uri="{BB962C8B-B14F-4D97-AF65-F5344CB8AC3E}">
        <p14:creationId xmlns:p14="http://schemas.microsoft.com/office/powerpoint/2010/main" val="12776323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2.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3.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405" y="234834"/>
            <a:ext cx="11887201" cy="274320"/>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p:cNvSpPr>
            <a:spLocks noGrp="1"/>
          </p:cNvSpPr>
          <p:nvPr>
            <p:ph type="body" idx="1"/>
          </p:nvPr>
        </p:nvSpPr>
        <p:spPr>
          <a:xfrm>
            <a:off x="571500" y="914400"/>
            <a:ext cx="11049000" cy="5029200"/>
          </a:xfrm>
          <a:prstGeom prst="rect">
            <a:avLst/>
          </a:prstGeom>
        </p:spPr>
        <p:txBody>
          <a:bodyPr vert="horz" lIns="45720" tIns="45720" rIns="4572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Date Placeholder 3"/>
          <p:cNvSpPr>
            <a:spLocks noGrp="1"/>
          </p:cNvSpPr>
          <p:nvPr>
            <p:ph type="dt" sz="half" idx="2"/>
          </p:nvPr>
        </p:nvSpPr>
        <p:spPr>
          <a:xfrm>
            <a:off x="9246104" y="6419634"/>
            <a:ext cx="2154143" cy="274320"/>
          </a:xfrm>
          <a:prstGeom prst="rect">
            <a:avLst/>
          </a:prstGeom>
        </p:spPr>
        <p:txBody>
          <a:bodyPr vert="horz" lIns="91440" tIns="45720" rIns="91440" bIns="45720" rtlCol="0" anchor="ctr"/>
          <a:lstStyle>
            <a:lvl1pPr algn="r">
              <a:defRPr sz="900" b="1" i="0" spc="99" baseline="0">
                <a:solidFill>
                  <a:schemeClr val="accent1"/>
                </a:solidFill>
                <a:latin typeface="+mn-lt"/>
              </a:defRPr>
            </a:lvl1pPr>
          </a:lstStyle>
          <a:p>
            <a:fld id="{2F66B414-0BAA-254F-A54B-9A4CBE4CF7B4}" type="datetime1">
              <a:rPr lang="en-US" smtClean="0"/>
              <a:pPr/>
              <a:t>8/24/2022</a:t>
            </a:fld>
            <a:endParaRPr lang="en-US" dirty="0"/>
          </a:p>
        </p:txBody>
      </p:sp>
      <p:sp>
        <p:nvSpPr>
          <p:cNvPr id="5" name="Footer Placeholder 4"/>
          <p:cNvSpPr>
            <a:spLocks noGrp="1"/>
          </p:cNvSpPr>
          <p:nvPr>
            <p:ph type="ftr" sz="quarter" idx="3"/>
          </p:nvPr>
        </p:nvSpPr>
        <p:spPr>
          <a:xfrm>
            <a:off x="2663596" y="6419634"/>
            <a:ext cx="5679113" cy="274320"/>
          </a:xfrm>
          <a:prstGeom prst="rect">
            <a:avLst/>
          </a:prstGeom>
        </p:spPr>
        <p:txBody>
          <a:bodyPr vert="horz" lIns="91440" tIns="45720" rIns="91440" bIns="45720" rtlCol="0" anchor="ctr"/>
          <a:lstStyle>
            <a:lvl1pPr algn="l">
              <a:defRPr sz="900" b="1" i="0" cap="all" spc="99" baseline="0">
                <a:solidFill>
                  <a:schemeClr val="accent1"/>
                </a:solidFill>
                <a:latin typeface="+mn-lt"/>
              </a:defRPr>
            </a:lvl1pPr>
          </a:lstStyle>
          <a:p>
            <a:r>
              <a:rPr lang="en-US"/>
              <a:t>Proposal</a:t>
            </a:r>
            <a:endParaRPr lang="en-US" dirty="0"/>
          </a:p>
        </p:txBody>
      </p:sp>
      <p:sp>
        <p:nvSpPr>
          <p:cNvPr id="6" name="Slide Number Placeholder 5"/>
          <p:cNvSpPr>
            <a:spLocks noGrp="1"/>
          </p:cNvSpPr>
          <p:nvPr>
            <p:ph type="sldNum" sz="quarter" idx="4"/>
          </p:nvPr>
        </p:nvSpPr>
        <p:spPr>
          <a:xfrm>
            <a:off x="11496519" y="6419086"/>
            <a:ext cx="486833" cy="274320"/>
          </a:xfrm>
          <a:prstGeom prst="rect">
            <a:avLst/>
          </a:prstGeom>
        </p:spPr>
        <p:txBody>
          <a:bodyPr vert="horz" lIns="91440" tIns="45720" rIns="91440" bIns="45720" rtlCol="0" anchor="ctr"/>
          <a:lstStyle>
            <a:lvl1pPr algn="r">
              <a:defRPr sz="1103">
                <a:solidFill>
                  <a:schemeClr val="accent1"/>
                </a:solidFill>
                <a:latin typeface="+mj-lt"/>
              </a:defRPr>
            </a:lvl1pPr>
          </a:lstStyle>
          <a:p>
            <a:fld id="{4FAB73BC-B049-4115-A692-8D63A059BFB8}" type="slidenum">
              <a:rPr lang="en-US" smtClean="0"/>
              <a:pPr/>
              <a:t>‹#›</a:t>
            </a:fld>
            <a:endParaRPr lang="en-US" dirty="0"/>
          </a:p>
        </p:txBody>
      </p:sp>
      <p:pic>
        <p:nvPicPr>
          <p:cNvPr id="8" name="Graphic 7">
            <a:extLst>
              <a:ext uri="{FF2B5EF4-FFF2-40B4-BE49-F238E27FC236}">
                <a16:creationId xmlns:a16="http://schemas.microsoft.com/office/drawing/2014/main" id="{B7D0DA7A-2DB9-7C40-BABD-C94E5F91332C}"/>
              </a:ext>
            </a:extLst>
          </p:cNvPr>
          <p:cNvPicPr>
            <a:picLocks noChangeAspect="1"/>
          </p:cNvPicPr>
          <p:nvPr userDrawn="1"/>
        </p:nvPicPr>
        <p:blipFill>
          <a:blip r:embed="rId26">
            <a:extLst>
              <a:ext uri="{96DAC541-7B7A-43D3-8B79-37D633B846F1}">
                <asvg:svgBlip xmlns:asvg="http://schemas.microsoft.com/office/drawing/2016/SVG/main" r:embed="rId27"/>
              </a:ext>
            </a:extLst>
          </a:blip>
          <a:stretch>
            <a:fillRect/>
          </a:stretch>
        </p:blipFill>
        <p:spPr>
          <a:xfrm>
            <a:off x="221711" y="6190488"/>
            <a:ext cx="2276856" cy="400676"/>
          </a:xfrm>
          <a:prstGeom prst="rect">
            <a:avLst/>
          </a:prstGeom>
        </p:spPr>
      </p:pic>
    </p:spTree>
    <p:extLst>
      <p:ext uri="{BB962C8B-B14F-4D97-AF65-F5344CB8AC3E}">
        <p14:creationId xmlns:p14="http://schemas.microsoft.com/office/powerpoint/2010/main" val="728640672"/>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 id="2147483692" r:id="rId16"/>
    <p:sldLayoutId id="2147483693" r:id="rId17"/>
    <p:sldLayoutId id="2147483694" r:id="rId18"/>
    <p:sldLayoutId id="2147483695" r:id="rId19"/>
    <p:sldLayoutId id="2147483696" r:id="rId20"/>
    <p:sldLayoutId id="2147483697" r:id="rId21"/>
    <p:sldLayoutId id="2147483698" r:id="rId22"/>
    <p:sldLayoutId id="2147483699" r:id="rId23"/>
    <p:sldLayoutId id="2147483700" r:id="rId24"/>
  </p:sldLayoutIdLst>
  <p:hf hdr="0" ftr="0"/>
  <p:txStyles>
    <p:titleStyle>
      <a:lvl1pPr algn="l" defTabSz="913868" rtl="0" eaLnBrk="1" latinLnBrk="0" hangingPunct="1">
        <a:lnSpc>
          <a:spcPct val="80000"/>
        </a:lnSpc>
        <a:spcBef>
          <a:spcPct val="0"/>
        </a:spcBef>
        <a:buNone/>
        <a:defRPr sz="2000" b="0" i="1" kern="1200" cap="all" spc="99" baseline="0">
          <a:solidFill>
            <a:schemeClr val="tx1"/>
          </a:solidFill>
          <a:latin typeface="+mj-lt"/>
          <a:ea typeface="+mj-ea"/>
          <a:cs typeface="+mj-cs"/>
        </a:defRPr>
      </a:lvl1pPr>
    </p:titleStyle>
    <p:bodyStyle>
      <a:lvl1pPr marL="91388" indent="-91388" algn="l" defTabSz="913868" rtl="0" eaLnBrk="1" latinLnBrk="0" hangingPunct="1">
        <a:lnSpc>
          <a:spcPct val="100000"/>
        </a:lnSpc>
        <a:spcBef>
          <a:spcPts val="600"/>
        </a:spcBef>
        <a:spcAft>
          <a:spcPts val="1200"/>
        </a:spcAft>
        <a:buClr>
          <a:schemeClr val="accent2"/>
        </a:buClr>
        <a:buSzPct val="100000"/>
        <a:buFont typeface="Tw Cen MT" panose="020B0602020104020603" pitchFamily="34" charset="0"/>
        <a:buChar char=" "/>
        <a:defRPr sz="2799" kern="1200">
          <a:solidFill>
            <a:schemeClr val="tx1"/>
          </a:solidFill>
          <a:latin typeface="+mn-lt"/>
          <a:ea typeface="+mn-ea"/>
          <a:cs typeface="+mn-cs"/>
        </a:defRPr>
      </a:lvl1pPr>
      <a:lvl2pPr marL="639707" indent="-319847" algn="l" defTabSz="913868" rtl="0" eaLnBrk="1" latinLnBrk="0" hangingPunct="1">
        <a:lnSpc>
          <a:spcPct val="100000"/>
        </a:lnSpc>
        <a:spcBef>
          <a:spcPts val="600"/>
        </a:spcBef>
        <a:spcAft>
          <a:spcPts val="1200"/>
        </a:spcAft>
        <a:buClr>
          <a:schemeClr val="accent2"/>
        </a:buClr>
        <a:buFont typeface="Wingdings" pitchFamily="2" charset="2"/>
        <a:buChar char="§"/>
        <a:defRPr sz="2400" kern="1200">
          <a:solidFill>
            <a:schemeClr val="tx1"/>
          </a:solidFill>
          <a:latin typeface="+mn-lt"/>
          <a:ea typeface="+mn-ea"/>
          <a:cs typeface="+mn-cs"/>
        </a:defRPr>
      </a:lvl2pPr>
      <a:lvl3pPr marL="959555" indent="-319847" algn="l" defTabSz="913868" rtl="0" eaLnBrk="1" latinLnBrk="0" hangingPunct="1">
        <a:lnSpc>
          <a:spcPct val="100000"/>
        </a:lnSpc>
        <a:spcBef>
          <a:spcPts val="1200"/>
        </a:spcBef>
        <a:spcAft>
          <a:spcPts val="1800"/>
        </a:spcAft>
        <a:buClr>
          <a:schemeClr val="accent2"/>
        </a:buClr>
        <a:buSzPct val="100000"/>
        <a:buFont typeface="System Font Regular"/>
        <a:buChar char="➔"/>
        <a:defRPr sz="2001" kern="1200">
          <a:solidFill>
            <a:schemeClr val="tx1"/>
          </a:solidFill>
          <a:latin typeface="+mn-lt"/>
          <a:ea typeface="+mn-ea"/>
          <a:cs typeface="+mn-cs"/>
        </a:defRPr>
      </a:lvl3pPr>
      <a:lvl4pPr marL="1371600" indent="-319847" algn="l" defTabSz="913868" rtl="0" eaLnBrk="1" latinLnBrk="0" hangingPunct="1">
        <a:lnSpc>
          <a:spcPct val="100000"/>
        </a:lnSpc>
        <a:spcBef>
          <a:spcPts val="600"/>
        </a:spcBef>
        <a:spcAft>
          <a:spcPts val="1200"/>
        </a:spcAft>
        <a:buClr>
          <a:schemeClr val="accent1"/>
        </a:buClr>
        <a:buFont typeface="Wingdings" pitchFamily="2" charset="2"/>
        <a:buChar char="§"/>
        <a:defRPr sz="1599" kern="1200">
          <a:solidFill>
            <a:schemeClr val="tx1"/>
          </a:solidFill>
          <a:latin typeface="+mn-lt"/>
          <a:ea typeface="+mn-ea"/>
          <a:cs typeface="+mn-cs"/>
        </a:defRPr>
      </a:lvl4pPr>
      <a:lvl5pPr marL="776779" indent="-137071" algn="l" defTabSz="913868" rtl="0" eaLnBrk="1" latinLnBrk="0" hangingPunct="1">
        <a:lnSpc>
          <a:spcPct val="100000"/>
        </a:lnSpc>
        <a:spcBef>
          <a:spcPts val="600"/>
        </a:spcBef>
        <a:spcAft>
          <a:spcPts val="600"/>
        </a:spcAft>
        <a:buClr>
          <a:schemeClr val="tx1"/>
        </a:buClr>
        <a:buFont typeface="Wingdings 3" pitchFamily="18" charset="2"/>
        <a:buChar char=""/>
        <a:defRPr sz="1403" kern="1200">
          <a:solidFill>
            <a:schemeClr val="tx1"/>
          </a:solidFill>
          <a:latin typeface="+mn-lt"/>
          <a:ea typeface="+mn-ea"/>
          <a:cs typeface="+mn-cs"/>
        </a:defRPr>
      </a:lvl5pPr>
      <a:lvl6pPr marL="913868" indent="-137071" algn="l" defTabSz="913868" rtl="0" eaLnBrk="1" latinLnBrk="0" hangingPunct="1">
        <a:lnSpc>
          <a:spcPct val="90000"/>
        </a:lnSpc>
        <a:spcBef>
          <a:spcPts val="203"/>
        </a:spcBef>
        <a:spcAft>
          <a:spcPts val="399"/>
        </a:spcAft>
        <a:buClr>
          <a:schemeClr val="accent1"/>
        </a:buClr>
        <a:buFont typeface="Wingdings 3" pitchFamily="18" charset="2"/>
        <a:buChar char=""/>
        <a:defRPr sz="1403" kern="1200">
          <a:solidFill>
            <a:schemeClr val="tx1"/>
          </a:solidFill>
          <a:latin typeface="+mn-lt"/>
          <a:ea typeface="+mn-ea"/>
          <a:cs typeface="+mn-cs"/>
        </a:defRPr>
      </a:lvl6pPr>
      <a:lvl7pPr marL="1060080" indent="-137071" algn="l" defTabSz="913868" rtl="0" eaLnBrk="1" latinLnBrk="0" hangingPunct="1">
        <a:lnSpc>
          <a:spcPct val="90000"/>
        </a:lnSpc>
        <a:spcBef>
          <a:spcPts val="203"/>
        </a:spcBef>
        <a:spcAft>
          <a:spcPts val="399"/>
        </a:spcAft>
        <a:buClr>
          <a:schemeClr val="accent1"/>
        </a:buClr>
        <a:buFont typeface="Wingdings 3" pitchFamily="18" charset="2"/>
        <a:buChar char=""/>
        <a:defRPr sz="1403" kern="1200">
          <a:solidFill>
            <a:schemeClr val="tx1"/>
          </a:solidFill>
          <a:latin typeface="+mn-lt"/>
          <a:ea typeface="+mn-ea"/>
          <a:cs typeface="+mn-cs"/>
        </a:defRPr>
      </a:lvl7pPr>
      <a:lvl8pPr marL="1215438" indent="-137071" algn="l" defTabSz="913868" rtl="0" eaLnBrk="1" latinLnBrk="0" hangingPunct="1">
        <a:lnSpc>
          <a:spcPct val="90000"/>
        </a:lnSpc>
        <a:spcBef>
          <a:spcPts val="203"/>
        </a:spcBef>
        <a:spcAft>
          <a:spcPts val="399"/>
        </a:spcAft>
        <a:buClr>
          <a:schemeClr val="accent1"/>
        </a:buClr>
        <a:buFont typeface="Wingdings 3" pitchFamily="18" charset="2"/>
        <a:buChar char=""/>
        <a:defRPr sz="1403" kern="1200">
          <a:solidFill>
            <a:schemeClr val="tx1"/>
          </a:solidFill>
          <a:latin typeface="+mn-lt"/>
          <a:ea typeface="+mn-ea"/>
          <a:cs typeface="+mn-cs"/>
        </a:defRPr>
      </a:lvl8pPr>
      <a:lvl9pPr marL="1361651" indent="-137071" algn="l" defTabSz="913868" rtl="0" eaLnBrk="1" latinLnBrk="0" hangingPunct="1">
        <a:lnSpc>
          <a:spcPct val="90000"/>
        </a:lnSpc>
        <a:spcBef>
          <a:spcPts val="203"/>
        </a:spcBef>
        <a:spcAft>
          <a:spcPts val="399"/>
        </a:spcAft>
        <a:buClr>
          <a:schemeClr val="accent1"/>
        </a:buClr>
        <a:buFont typeface="Wingdings 3" pitchFamily="18" charset="2"/>
        <a:buChar char=""/>
        <a:defRPr sz="1403" kern="1200">
          <a:solidFill>
            <a:schemeClr val="tx1"/>
          </a:solidFill>
          <a:latin typeface="+mn-lt"/>
          <a:ea typeface="+mn-ea"/>
          <a:cs typeface="+mn-cs"/>
        </a:defRPr>
      </a:lvl9pPr>
    </p:bodyStyle>
    <p:otherStyle>
      <a:defPPr>
        <a:defRPr lang="en-US"/>
      </a:defPPr>
      <a:lvl1pPr marL="0" algn="l" defTabSz="913868" rtl="0" eaLnBrk="1" latinLnBrk="0" hangingPunct="1">
        <a:defRPr sz="1800" kern="1200">
          <a:solidFill>
            <a:schemeClr val="tx1"/>
          </a:solidFill>
          <a:latin typeface="+mn-lt"/>
          <a:ea typeface="+mn-ea"/>
          <a:cs typeface="+mn-cs"/>
        </a:defRPr>
      </a:lvl1pPr>
      <a:lvl2pPr marL="456931" algn="l" defTabSz="913868" rtl="0" eaLnBrk="1" latinLnBrk="0" hangingPunct="1">
        <a:defRPr sz="1800" kern="1200">
          <a:solidFill>
            <a:schemeClr val="tx1"/>
          </a:solidFill>
          <a:latin typeface="+mn-lt"/>
          <a:ea typeface="+mn-ea"/>
          <a:cs typeface="+mn-cs"/>
        </a:defRPr>
      </a:lvl2pPr>
      <a:lvl3pPr marL="913868" algn="l" defTabSz="913868" rtl="0" eaLnBrk="1" latinLnBrk="0" hangingPunct="1">
        <a:defRPr sz="1800" kern="1200">
          <a:solidFill>
            <a:schemeClr val="tx1"/>
          </a:solidFill>
          <a:latin typeface="+mn-lt"/>
          <a:ea typeface="+mn-ea"/>
          <a:cs typeface="+mn-cs"/>
        </a:defRPr>
      </a:lvl3pPr>
      <a:lvl4pPr marL="1370786" algn="l" defTabSz="913868" rtl="0" eaLnBrk="1" latinLnBrk="0" hangingPunct="1">
        <a:defRPr sz="1800" kern="1200">
          <a:solidFill>
            <a:schemeClr val="tx1"/>
          </a:solidFill>
          <a:latin typeface="+mn-lt"/>
          <a:ea typeface="+mn-ea"/>
          <a:cs typeface="+mn-cs"/>
        </a:defRPr>
      </a:lvl4pPr>
      <a:lvl5pPr marL="1827721" algn="l" defTabSz="913868" rtl="0" eaLnBrk="1" latinLnBrk="0" hangingPunct="1">
        <a:defRPr sz="1800" kern="1200">
          <a:solidFill>
            <a:schemeClr val="tx1"/>
          </a:solidFill>
          <a:latin typeface="+mn-lt"/>
          <a:ea typeface="+mn-ea"/>
          <a:cs typeface="+mn-cs"/>
        </a:defRPr>
      </a:lvl5pPr>
      <a:lvl6pPr marL="2284658" algn="l" defTabSz="913868" rtl="0" eaLnBrk="1" latinLnBrk="0" hangingPunct="1">
        <a:defRPr sz="1800" kern="1200">
          <a:solidFill>
            <a:schemeClr val="tx1"/>
          </a:solidFill>
          <a:latin typeface="+mn-lt"/>
          <a:ea typeface="+mn-ea"/>
          <a:cs typeface="+mn-cs"/>
        </a:defRPr>
      </a:lvl6pPr>
      <a:lvl7pPr marL="2741590" algn="l" defTabSz="913868" rtl="0" eaLnBrk="1" latinLnBrk="0" hangingPunct="1">
        <a:defRPr sz="1800" kern="1200">
          <a:solidFill>
            <a:schemeClr val="tx1"/>
          </a:solidFill>
          <a:latin typeface="+mn-lt"/>
          <a:ea typeface="+mn-ea"/>
          <a:cs typeface="+mn-cs"/>
        </a:defRPr>
      </a:lvl7pPr>
      <a:lvl8pPr marL="3198504" algn="l" defTabSz="913868" rtl="0" eaLnBrk="1" latinLnBrk="0" hangingPunct="1">
        <a:defRPr sz="1800" kern="1200">
          <a:solidFill>
            <a:schemeClr val="tx1"/>
          </a:solidFill>
          <a:latin typeface="+mn-lt"/>
          <a:ea typeface="+mn-ea"/>
          <a:cs typeface="+mn-cs"/>
        </a:defRPr>
      </a:lvl8pPr>
      <a:lvl9pPr marL="3655435" algn="l" defTabSz="913868"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7320" userDrawn="1">
          <p15:clr>
            <a:srgbClr val="F26B43"/>
          </p15:clr>
        </p15:guide>
        <p15:guide id="4" pos="3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A65570-36B4-8C46-9142-14AF6F0C1057}"/>
              </a:ext>
            </a:extLst>
          </p:cNvPr>
          <p:cNvSpPr>
            <a:spLocks noGrp="1"/>
          </p:cNvSpPr>
          <p:nvPr>
            <p:ph type="dt" sz="half" idx="10"/>
          </p:nvPr>
        </p:nvSpPr>
        <p:spPr>
          <a:xfrm>
            <a:off x="4598125" y="6005650"/>
            <a:ext cx="1043609" cy="274320"/>
          </a:xfrm>
        </p:spPr>
        <p:txBody>
          <a:bodyPr/>
          <a:lstStyle/>
          <a:p>
            <a:fld id="{33798079-21CE-E14E-9A10-1B1BB8AD3EFD}" type="datetime1">
              <a:rPr lang="en-US" smtClean="0"/>
              <a:pPr/>
              <a:t>8/24/2022</a:t>
            </a:fld>
            <a:endParaRPr lang="en-US" dirty="0"/>
          </a:p>
        </p:txBody>
      </p:sp>
      <p:sp>
        <p:nvSpPr>
          <p:cNvPr id="4" name="Title 3">
            <a:extLst>
              <a:ext uri="{FF2B5EF4-FFF2-40B4-BE49-F238E27FC236}">
                <a16:creationId xmlns:a16="http://schemas.microsoft.com/office/drawing/2014/main" id="{12F0077F-DCBA-B14D-9C45-669B9262836A}"/>
              </a:ext>
            </a:extLst>
          </p:cNvPr>
          <p:cNvSpPr>
            <a:spLocks noGrp="1"/>
          </p:cNvSpPr>
          <p:nvPr>
            <p:ph type="ctrTitle"/>
          </p:nvPr>
        </p:nvSpPr>
        <p:spPr>
          <a:xfrm>
            <a:off x="4598127" y="3283440"/>
            <a:ext cx="6985536" cy="1463040"/>
          </a:xfrm>
        </p:spPr>
        <p:txBody>
          <a:bodyPr/>
          <a:lstStyle/>
          <a:p>
            <a:r>
              <a:rPr lang="en-US" dirty="0"/>
              <a:t>Tech Dev Firm – </a:t>
            </a:r>
            <a:br>
              <a:rPr lang="en-US" dirty="0"/>
            </a:br>
            <a:r>
              <a:rPr lang="en-US" dirty="0"/>
              <a:t>Marketing brainstorm</a:t>
            </a:r>
          </a:p>
        </p:txBody>
      </p:sp>
      <p:sp>
        <p:nvSpPr>
          <p:cNvPr id="5" name="Subtitle 4">
            <a:extLst>
              <a:ext uri="{FF2B5EF4-FFF2-40B4-BE49-F238E27FC236}">
                <a16:creationId xmlns:a16="http://schemas.microsoft.com/office/drawing/2014/main" id="{8AA1FB0A-AF8C-4F44-9EDC-E60115293536}"/>
              </a:ext>
            </a:extLst>
          </p:cNvPr>
          <p:cNvSpPr>
            <a:spLocks noGrp="1"/>
          </p:cNvSpPr>
          <p:nvPr>
            <p:ph type="subTitle" idx="1"/>
          </p:nvPr>
        </p:nvSpPr>
        <p:spPr>
          <a:xfrm>
            <a:off x="4598125" y="4875773"/>
            <a:ext cx="6985543" cy="989450"/>
          </a:xfrm>
        </p:spPr>
        <p:txBody>
          <a:bodyPr/>
          <a:lstStyle/>
          <a:p>
            <a:r>
              <a:rPr lang="en-US" dirty="0"/>
              <a:t>GOAL: Define targeting (clients and talent), core identity discussion (WHO, WHAT, VALUES)</a:t>
            </a:r>
          </a:p>
        </p:txBody>
      </p:sp>
    </p:spTree>
    <p:extLst>
      <p:ext uri="{BB962C8B-B14F-4D97-AF65-F5344CB8AC3E}">
        <p14:creationId xmlns:p14="http://schemas.microsoft.com/office/powerpoint/2010/main" val="662418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442346E-DF8A-E34C-0ECB-52B4C598BC78}"/>
              </a:ext>
            </a:extLst>
          </p:cNvPr>
          <p:cNvSpPr>
            <a:spLocks noGrp="1"/>
          </p:cNvSpPr>
          <p:nvPr>
            <p:ph type="body" idx="1"/>
          </p:nvPr>
        </p:nvSpPr>
        <p:spPr/>
        <p:txBody>
          <a:bodyPr/>
          <a:lstStyle/>
          <a:p>
            <a:r>
              <a:rPr lang="en-US" dirty="0"/>
              <a:t>Identify key targets – clients and talent – to understand WHO we’re targeting</a:t>
            </a:r>
          </a:p>
        </p:txBody>
      </p:sp>
      <p:sp>
        <p:nvSpPr>
          <p:cNvPr id="3" name="Title 2">
            <a:extLst>
              <a:ext uri="{FF2B5EF4-FFF2-40B4-BE49-F238E27FC236}">
                <a16:creationId xmlns:a16="http://schemas.microsoft.com/office/drawing/2014/main" id="{B4BA2B56-171F-3BF0-7DAB-331C609D2C2D}"/>
              </a:ext>
            </a:extLst>
          </p:cNvPr>
          <p:cNvSpPr>
            <a:spLocks noGrp="1"/>
          </p:cNvSpPr>
          <p:nvPr>
            <p:ph type="title"/>
          </p:nvPr>
        </p:nvSpPr>
        <p:spPr/>
        <p:txBody>
          <a:bodyPr/>
          <a:lstStyle/>
          <a:p>
            <a:r>
              <a:rPr lang="en-US" dirty="0"/>
              <a:t>targeting</a:t>
            </a:r>
          </a:p>
        </p:txBody>
      </p:sp>
      <p:sp>
        <p:nvSpPr>
          <p:cNvPr id="4" name="Date Placeholder 3">
            <a:extLst>
              <a:ext uri="{FF2B5EF4-FFF2-40B4-BE49-F238E27FC236}">
                <a16:creationId xmlns:a16="http://schemas.microsoft.com/office/drawing/2014/main" id="{5CED9317-C6D1-0D81-6492-C82A2FB3C42F}"/>
              </a:ext>
            </a:extLst>
          </p:cNvPr>
          <p:cNvSpPr>
            <a:spLocks noGrp="1"/>
          </p:cNvSpPr>
          <p:nvPr>
            <p:ph type="dt" sz="half" idx="10"/>
          </p:nvPr>
        </p:nvSpPr>
        <p:spPr/>
        <p:txBody>
          <a:bodyPr/>
          <a:lstStyle/>
          <a:p>
            <a:fld id="{1BE1322F-7C1C-8D41-BA42-73A90B3995D9}" type="datetime1">
              <a:rPr lang="en-US" smtClean="0"/>
              <a:t>8/24/2022</a:t>
            </a:fld>
            <a:endParaRPr lang="en-US" dirty="0"/>
          </a:p>
        </p:txBody>
      </p:sp>
      <p:sp>
        <p:nvSpPr>
          <p:cNvPr id="5" name="Slide Number Placeholder 4">
            <a:extLst>
              <a:ext uri="{FF2B5EF4-FFF2-40B4-BE49-F238E27FC236}">
                <a16:creationId xmlns:a16="http://schemas.microsoft.com/office/drawing/2014/main" id="{30929D5B-3CE1-EB8A-2E11-06791E84FFA9}"/>
              </a:ext>
            </a:extLst>
          </p:cNvPr>
          <p:cNvSpPr>
            <a:spLocks noGrp="1"/>
          </p:cNvSpPr>
          <p:nvPr>
            <p:ph type="sldNum" sz="quarter" idx="12"/>
          </p:nvPr>
        </p:nvSpPr>
        <p:spPr/>
        <p:txBody>
          <a:bodyPr/>
          <a:lstStyle/>
          <a:p>
            <a:fld id="{4FAB73BC-B049-4115-A692-8D63A059BFB8}" type="slidenum">
              <a:rPr lang="en-US" smtClean="0"/>
              <a:pPr/>
              <a:t>2</a:t>
            </a:fld>
            <a:endParaRPr lang="en-US" dirty="0"/>
          </a:p>
        </p:txBody>
      </p:sp>
    </p:spTree>
    <p:extLst>
      <p:ext uri="{BB962C8B-B14F-4D97-AF65-F5344CB8AC3E}">
        <p14:creationId xmlns:p14="http://schemas.microsoft.com/office/powerpoint/2010/main" val="18202591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14B49115-7147-8E49-938D-7B25139FECE8}"/>
              </a:ext>
            </a:extLst>
          </p:cNvPr>
          <p:cNvSpPr>
            <a:spLocks noGrp="1"/>
          </p:cNvSpPr>
          <p:nvPr>
            <p:ph idx="1"/>
          </p:nvPr>
        </p:nvSpPr>
        <p:spPr>
          <a:xfrm>
            <a:off x="365759" y="747253"/>
            <a:ext cx="11469189" cy="5460259"/>
          </a:xfrm>
        </p:spPr>
        <p:txBody>
          <a:bodyPr>
            <a:normAutofit fontScale="85000" lnSpcReduction="20000"/>
          </a:bodyPr>
          <a:lstStyle/>
          <a:p>
            <a:pPr>
              <a:spcBef>
                <a:spcPts val="0"/>
              </a:spcBef>
              <a:spcAft>
                <a:spcPts val="0"/>
              </a:spcAft>
            </a:pPr>
            <a:r>
              <a:rPr lang="en-US" dirty="0"/>
              <a:t>Your ideal client (company)</a:t>
            </a:r>
          </a:p>
          <a:p>
            <a:pPr lvl="1">
              <a:spcBef>
                <a:spcPts val="0"/>
              </a:spcBef>
              <a:spcAft>
                <a:spcPts val="0"/>
              </a:spcAft>
            </a:pPr>
            <a:r>
              <a:rPr lang="en-US" dirty="0"/>
              <a:t>Software development firms. Azure clients first, then other Cloud platforms (AWS &amp; GCP) </a:t>
            </a:r>
          </a:p>
          <a:p>
            <a:pPr lvl="1">
              <a:spcBef>
                <a:spcPts val="0"/>
              </a:spcBef>
              <a:spcAft>
                <a:spcPts val="0"/>
              </a:spcAft>
            </a:pPr>
            <a:r>
              <a:rPr lang="en-US" dirty="0"/>
              <a:t>$5-$50M revenue </a:t>
            </a:r>
            <a:r>
              <a:rPr lang="en-US" i="1" strike="sngStrike" dirty="0"/>
              <a:t>(</a:t>
            </a:r>
            <a:r>
              <a:rPr lang="en-US" i="1" dirty="0"/>
              <a:t>we believe that smaller companies will need our services even more as they won't know how to recruit/hire people in LATAM</a:t>
            </a:r>
            <a:endParaRPr lang="en-US" i="1" strike="sngStrike" dirty="0"/>
          </a:p>
          <a:p>
            <a:pPr lvl="1">
              <a:spcBef>
                <a:spcPts val="0"/>
              </a:spcBef>
              <a:spcAft>
                <a:spcPts val="0"/>
              </a:spcAft>
            </a:pPr>
            <a:r>
              <a:rPr lang="en-US" dirty="0"/>
              <a:t>Characteristics</a:t>
            </a:r>
          </a:p>
          <a:p>
            <a:pPr lvl="2">
              <a:spcBef>
                <a:spcPts val="0"/>
              </a:spcBef>
              <a:spcAft>
                <a:spcPts val="0"/>
              </a:spcAft>
            </a:pPr>
            <a:r>
              <a:rPr lang="en-US" dirty="0"/>
              <a:t>Top partners of MSFT, AWS, GCP looking to extend current NA team</a:t>
            </a:r>
          </a:p>
          <a:p>
            <a:pPr lvl="2">
              <a:spcBef>
                <a:spcPts val="0"/>
              </a:spcBef>
              <a:spcAft>
                <a:spcPts val="0"/>
              </a:spcAft>
            </a:pPr>
            <a:r>
              <a:rPr lang="en-US" dirty="0"/>
              <a:t>Don’t have networks, don’t have vision or ability to do this on their own</a:t>
            </a:r>
          </a:p>
          <a:p>
            <a:pPr lvl="2">
              <a:spcBef>
                <a:spcPts val="0"/>
              </a:spcBef>
              <a:spcAft>
                <a:spcPts val="0"/>
              </a:spcAft>
            </a:pPr>
            <a:r>
              <a:rPr lang="en-US" dirty="0"/>
              <a:t>Industries they target are entertainment, CPG, retail, life sciences (soft industries are faster movers to the cloud - </a:t>
            </a:r>
            <a:r>
              <a:rPr lang="en-US" b="1" i="1" dirty="0"/>
              <a:t>not</a:t>
            </a:r>
            <a:r>
              <a:rPr lang="en-US" dirty="0"/>
              <a:t> O&amp;G, IHT)</a:t>
            </a:r>
          </a:p>
          <a:p>
            <a:pPr lvl="2">
              <a:spcBef>
                <a:spcPts val="0"/>
              </a:spcBef>
              <a:spcAft>
                <a:spcPts val="0"/>
              </a:spcAft>
            </a:pPr>
            <a:r>
              <a:rPr lang="en-US" dirty="0"/>
              <a:t>Alignment of values, culture</a:t>
            </a:r>
          </a:p>
          <a:p>
            <a:pPr lvl="2">
              <a:spcBef>
                <a:spcPts val="0"/>
              </a:spcBef>
              <a:spcAft>
                <a:spcPts val="0"/>
              </a:spcAft>
            </a:pPr>
            <a:r>
              <a:rPr lang="en-US" dirty="0"/>
              <a:t>To grow/continue to grow, their cost will be linear if they use US resources only – we can offer more appealing rates  </a:t>
            </a:r>
          </a:p>
          <a:p>
            <a:pPr lvl="1">
              <a:spcBef>
                <a:spcPts val="0"/>
              </a:spcBef>
              <a:spcAft>
                <a:spcPts val="0"/>
              </a:spcAft>
            </a:pPr>
            <a:r>
              <a:rPr lang="en-US" dirty="0"/>
              <a:t>Examples (see notes)</a:t>
            </a:r>
          </a:p>
          <a:p>
            <a:pPr marL="0" indent="-228600">
              <a:spcBef>
                <a:spcPts val="0"/>
              </a:spcBef>
              <a:spcAft>
                <a:spcPts val="0"/>
              </a:spcAft>
              <a:buNone/>
            </a:pPr>
            <a:r>
              <a:rPr lang="en-US" dirty="0"/>
              <a:t>Your ideal buyer(s) </a:t>
            </a:r>
          </a:p>
          <a:p>
            <a:pPr lvl="1">
              <a:spcBef>
                <a:spcPts val="0"/>
              </a:spcBef>
              <a:spcAft>
                <a:spcPts val="0"/>
              </a:spcAft>
            </a:pPr>
            <a:r>
              <a:rPr lang="en-US" dirty="0"/>
              <a:t>CTO</a:t>
            </a:r>
          </a:p>
          <a:p>
            <a:pPr lvl="2">
              <a:spcBef>
                <a:spcPts val="0"/>
              </a:spcBef>
              <a:spcAft>
                <a:spcPts val="0"/>
              </a:spcAft>
            </a:pPr>
            <a:r>
              <a:rPr lang="en-US" b="1" dirty="0"/>
              <a:t>Cost</a:t>
            </a:r>
            <a:r>
              <a:rPr lang="en-US" dirty="0"/>
              <a:t> pressures – maintain costs during inflation, too heavily weighted to one tech – help </a:t>
            </a:r>
            <a:r>
              <a:rPr lang="en-US" b="1" dirty="0"/>
              <a:t>grow</a:t>
            </a:r>
            <a:r>
              <a:rPr lang="en-US" dirty="0"/>
              <a:t> other tech business for growth without investment</a:t>
            </a:r>
          </a:p>
          <a:p>
            <a:pPr lvl="2">
              <a:spcBef>
                <a:spcPts val="0"/>
              </a:spcBef>
              <a:spcAft>
                <a:spcPts val="0"/>
              </a:spcAft>
            </a:pPr>
            <a:r>
              <a:rPr lang="en-US" dirty="0"/>
              <a:t>Evaluate us for risk into delivery process (will look for certifications, references)</a:t>
            </a:r>
          </a:p>
          <a:p>
            <a:pPr lvl="2">
              <a:spcBef>
                <a:spcPts val="0"/>
              </a:spcBef>
              <a:spcAft>
                <a:spcPts val="0"/>
              </a:spcAft>
            </a:pPr>
            <a:r>
              <a:rPr lang="en-US" dirty="0"/>
              <a:t>Final approval</a:t>
            </a:r>
          </a:p>
          <a:p>
            <a:pPr lvl="1">
              <a:spcBef>
                <a:spcPts val="0"/>
              </a:spcBef>
              <a:spcAft>
                <a:spcPts val="0"/>
              </a:spcAft>
            </a:pPr>
            <a:r>
              <a:rPr lang="en-US" dirty="0"/>
              <a:t>Industry/Technology BU Leaders</a:t>
            </a:r>
          </a:p>
          <a:p>
            <a:pPr lvl="2">
              <a:spcBef>
                <a:spcPts val="0"/>
              </a:spcBef>
              <a:spcAft>
                <a:spcPts val="0"/>
              </a:spcAft>
            </a:pPr>
            <a:r>
              <a:rPr lang="en-US" dirty="0"/>
              <a:t>Tech BU lead for SW firms that have more than one technology</a:t>
            </a:r>
          </a:p>
          <a:p>
            <a:pPr lvl="2">
              <a:spcBef>
                <a:spcPts val="0"/>
              </a:spcBef>
              <a:spcAft>
                <a:spcPts val="0"/>
              </a:spcAft>
            </a:pPr>
            <a:r>
              <a:rPr lang="en-US" dirty="0"/>
              <a:t>Industry BU focused on growth specific to projects (client needs tech they don’t support)</a:t>
            </a:r>
          </a:p>
        </p:txBody>
      </p:sp>
      <p:sp>
        <p:nvSpPr>
          <p:cNvPr id="5" name="Date Placeholder 4">
            <a:extLst>
              <a:ext uri="{FF2B5EF4-FFF2-40B4-BE49-F238E27FC236}">
                <a16:creationId xmlns:a16="http://schemas.microsoft.com/office/drawing/2014/main" id="{3BF49EC3-37E4-294C-BAE6-56E177C53E84}"/>
              </a:ext>
            </a:extLst>
          </p:cNvPr>
          <p:cNvSpPr>
            <a:spLocks noGrp="1"/>
          </p:cNvSpPr>
          <p:nvPr>
            <p:ph type="dt" sz="half" idx="10"/>
          </p:nvPr>
        </p:nvSpPr>
        <p:spPr/>
        <p:txBody>
          <a:bodyPr/>
          <a:lstStyle/>
          <a:p>
            <a:fld id="{33798079-21CE-E14E-9A10-1B1BB8AD3EFD}" type="datetime1">
              <a:rPr lang="en-US" smtClean="0"/>
              <a:pPr/>
              <a:t>8/24/2022</a:t>
            </a:fld>
            <a:endParaRPr lang="en-US" dirty="0"/>
          </a:p>
        </p:txBody>
      </p:sp>
      <p:sp>
        <p:nvSpPr>
          <p:cNvPr id="2" name="Slide Number Placeholder 1">
            <a:extLst>
              <a:ext uri="{FF2B5EF4-FFF2-40B4-BE49-F238E27FC236}">
                <a16:creationId xmlns:a16="http://schemas.microsoft.com/office/drawing/2014/main" id="{4DF258C5-6523-1948-A7B6-335B4E2F91AD}"/>
              </a:ext>
            </a:extLst>
          </p:cNvPr>
          <p:cNvSpPr>
            <a:spLocks noGrp="1"/>
          </p:cNvSpPr>
          <p:nvPr>
            <p:ph type="sldNum" sz="quarter" idx="12"/>
          </p:nvPr>
        </p:nvSpPr>
        <p:spPr/>
        <p:txBody>
          <a:bodyPr/>
          <a:lstStyle/>
          <a:p>
            <a:fld id="{4FAB73BC-B049-4115-A692-8D63A059BFB8}" type="slidenum">
              <a:rPr lang="en-US" smtClean="0"/>
              <a:pPr/>
              <a:t>3</a:t>
            </a:fld>
            <a:endParaRPr lang="en-US"/>
          </a:p>
        </p:txBody>
      </p:sp>
      <p:sp>
        <p:nvSpPr>
          <p:cNvPr id="6" name="Title 5">
            <a:extLst>
              <a:ext uri="{FF2B5EF4-FFF2-40B4-BE49-F238E27FC236}">
                <a16:creationId xmlns:a16="http://schemas.microsoft.com/office/drawing/2014/main" id="{C1EA1002-7B5B-2D43-B030-CE317EDE88AE}"/>
              </a:ext>
            </a:extLst>
          </p:cNvPr>
          <p:cNvSpPr>
            <a:spLocks noGrp="1"/>
          </p:cNvSpPr>
          <p:nvPr>
            <p:ph type="title"/>
          </p:nvPr>
        </p:nvSpPr>
        <p:spPr/>
        <p:txBody>
          <a:bodyPr>
            <a:normAutofit fontScale="90000"/>
          </a:bodyPr>
          <a:lstStyle/>
          <a:p>
            <a:r>
              <a:rPr lang="en-US" dirty="0"/>
              <a:t>BASIC TARGETING</a:t>
            </a:r>
          </a:p>
        </p:txBody>
      </p:sp>
      <p:sp>
        <p:nvSpPr>
          <p:cNvPr id="3" name="TextBox 2">
            <a:extLst>
              <a:ext uri="{FF2B5EF4-FFF2-40B4-BE49-F238E27FC236}">
                <a16:creationId xmlns:a16="http://schemas.microsoft.com/office/drawing/2014/main" id="{4CD18914-CF2A-1423-A7D1-34E5F963433B}"/>
              </a:ext>
            </a:extLst>
          </p:cNvPr>
          <p:cNvSpPr txBox="1"/>
          <p:nvPr/>
        </p:nvSpPr>
        <p:spPr>
          <a:xfrm>
            <a:off x="8183880" y="121920"/>
            <a:ext cx="3799468" cy="513849"/>
          </a:xfrm>
          <a:prstGeom prst="rect">
            <a:avLst/>
          </a:prstGeom>
          <a:solidFill>
            <a:schemeClr val="accent2"/>
          </a:solidFill>
        </p:spPr>
        <p:txBody>
          <a:bodyPr vert="horz" wrap="square" lIns="45720" tIns="45720" rIns="45720" bIns="45720" rtlCol="0">
            <a:normAutofit/>
          </a:bodyPr>
          <a:lstStyle/>
          <a:p>
            <a:pPr algn="l">
              <a:spcBef>
                <a:spcPts val="1800"/>
              </a:spcBef>
            </a:pPr>
            <a:r>
              <a:rPr lang="en-US" dirty="0"/>
              <a:t>Sergio review, edit and confirm</a:t>
            </a:r>
          </a:p>
        </p:txBody>
      </p:sp>
    </p:spTree>
    <p:extLst>
      <p:ext uri="{BB962C8B-B14F-4D97-AF65-F5344CB8AC3E}">
        <p14:creationId xmlns:p14="http://schemas.microsoft.com/office/powerpoint/2010/main" val="1887509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14B49115-7147-8E49-938D-7B25139FECE8}"/>
              </a:ext>
            </a:extLst>
          </p:cNvPr>
          <p:cNvSpPr>
            <a:spLocks noGrp="1"/>
          </p:cNvSpPr>
          <p:nvPr>
            <p:ph idx="1"/>
          </p:nvPr>
        </p:nvSpPr>
        <p:spPr>
          <a:xfrm>
            <a:off x="365759" y="669073"/>
            <a:ext cx="11469189" cy="5750015"/>
          </a:xfrm>
        </p:spPr>
        <p:txBody>
          <a:bodyPr>
            <a:normAutofit fontScale="92500" lnSpcReduction="20000"/>
          </a:bodyPr>
          <a:lstStyle/>
          <a:p>
            <a:pPr>
              <a:spcBef>
                <a:spcPts val="0"/>
              </a:spcBef>
              <a:spcAft>
                <a:spcPts val="0"/>
              </a:spcAft>
            </a:pPr>
            <a:r>
              <a:rPr lang="en-US" dirty="0"/>
              <a:t>Your ideal technical leader (BU/platform leader)</a:t>
            </a:r>
          </a:p>
          <a:p>
            <a:pPr lvl="1">
              <a:spcBef>
                <a:spcPts val="0"/>
              </a:spcBef>
              <a:spcAft>
                <a:spcPts val="0"/>
              </a:spcAft>
            </a:pPr>
            <a:r>
              <a:rPr lang="en-US" dirty="0"/>
              <a:t>7-8 years technology experience in a specific platform</a:t>
            </a:r>
          </a:p>
          <a:p>
            <a:pPr lvl="1">
              <a:spcBef>
                <a:spcPts val="0"/>
              </a:spcBef>
              <a:spcAft>
                <a:spcPts val="0"/>
              </a:spcAft>
            </a:pPr>
            <a:r>
              <a:rPr lang="en-US" b="1" dirty="0"/>
              <a:t>Patience and desire to mentor</a:t>
            </a:r>
            <a:r>
              <a:rPr lang="en-US" dirty="0"/>
              <a:t>/develop/train resources so they can establish bootcamps, monitor performance/lead and grow high-performing teams</a:t>
            </a:r>
          </a:p>
          <a:p>
            <a:pPr lvl="1">
              <a:spcBef>
                <a:spcPts val="0"/>
              </a:spcBef>
              <a:spcAft>
                <a:spcPts val="0"/>
              </a:spcAft>
            </a:pPr>
            <a:r>
              <a:rPr lang="en-US" dirty="0"/>
              <a:t>Able to coach clients and ask questions</a:t>
            </a:r>
          </a:p>
          <a:p>
            <a:pPr lvl="1">
              <a:spcBef>
                <a:spcPts val="0"/>
              </a:spcBef>
              <a:spcAft>
                <a:spcPts val="0"/>
              </a:spcAft>
            </a:pPr>
            <a:r>
              <a:rPr lang="en-US" dirty="0"/>
              <a:t>IT-focused or development background</a:t>
            </a:r>
          </a:p>
          <a:p>
            <a:pPr lvl="1">
              <a:spcBef>
                <a:spcPts val="0"/>
              </a:spcBef>
              <a:spcAft>
                <a:spcPts val="0"/>
              </a:spcAft>
            </a:pPr>
            <a:r>
              <a:rPr lang="en-US" b="1" dirty="0"/>
              <a:t>Passion for cloud computing </a:t>
            </a:r>
            <a:r>
              <a:rPr lang="en-US" dirty="0"/>
              <a:t>– appreciation for fast-pace of change – critical thinking, looking for new and better ways to do things</a:t>
            </a:r>
          </a:p>
          <a:p>
            <a:pPr lvl="1">
              <a:spcBef>
                <a:spcPts val="0"/>
              </a:spcBef>
              <a:spcAft>
                <a:spcPts val="0"/>
              </a:spcAft>
            </a:pPr>
            <a:r>
              <a:rPr lang="en-US" b="1" dirty="0"/>
              <a:t>Visionary</a:t>
            </a:r>
            <a:r>
              <a:rPr lang="en-US" dirty="0"/>
              <a:t> – </a:t>
            </a:r>
            <a:r>
              <a:rPr lang="en-US" b="1" dirty="0"/>
              <a:t>Intrapreneurs/entrepreneurs (build the house)</a:t>
            </a:r>
          </a:p>
          <a:p>
            <a:pPr marL="0" indent="-228600">
              <a:spcBef>
                <a:spcPts val="0"/>
              </a:spcBef>
              <a:spcAft>
                <a:spcPts val="0"/>
              </a:spcAft>
              <a:buNone/>
            </a:pPr>
            <a:br>
              <a:rPr lang="en-US" dirty="0"/>
            </a:br>
            <a:r>
              <a:rPr lang="en-US" dirty="0"/>
              <a:t>Your ideal technical developer</a:t>
            </a:r>
          </a:p>
          <a:p>
            <a:pPr lvl="1">
              <a:spcBef>
                <a:spcPts val="0"/>
              </a:spcBef>
              <a:spcAft>
                <a:spcPts val="0"/>
              </a:spcAft>
            </a:pPr>
            <a:r>
              <a:rPr lang="en-US" dirty="0"/>
              <a:t>Self-management/independence </a:t>
            </a:r>
          </a:p>
          <a:p>
            <a:pPr lvl="1">
              <a:spcBef>
                <a:spcPts val="0"/>
              </a:spcBef>
              <a:spcAft>
                <a:spcPts val="0"/>
              </a:spcAft>
            </a:pPr>
            <a:r>
              <a:rPr lang="en-US" dirty="0"/>
              <a:t>Focused on solving client problems</a:t>
            </a:r>
          </a:p>
          <a:p>
            <a:pPr lvl="1">
              <a:spcBef>
                <a:spcPts val="0"/>
              </a:spcBef>
              <a:spcAft>
                <a:spcPts val="0"/>
              </a:spcAft>
            </a:pPr>
            <a:r>
              <a:rPr lang="en-US" dirty="0"/>
              <a:t>CS majors, 2-3 years of experience to start (first “class”), but then more recent grads</a:t>
            </a:r>
          </a:p>
          <a:p>
            <a:pPr lvl="1">
              <a:spcBef>
                <a:spcPts val="0"/>
              </a:spcBef>
              <a:spcAft>
                <a:spcPts val="0"/>
              </a:spcAft>
            </a:pPr>
            <a:r>
              <a:rPr lang="en-US" dirty="0"/>
              <a:t>Current turmoil – talent being let go as startups fail</a:t>
            </a:r>
          </a:p>
          <a:p>
            <a:pPr lvl="1">
              <a:spcBef>
                <a:spcPts val="0"/>
              </a:spcBef>
              <a:spcAft>
                <a:spcPts val="0"/>
              </a:spcAft>
            </a:pPr>
            <a:r>
              <a:rPr lang="en-US" dirty="0"/>
              <a:t>Currently in consulting firms doing “digital transformations” to migrate legacy solutions into cloud</a:t>
            </a:r>
          </a:p>
          <a:p>
            <a:pPr lvl="1">
              <a:spcBef>
                <a:spcPts val="0"/>
              </a:spcBef>
              <a:spcAft>
                <a:spcPts val="0"/>
              </a:spcAft>
            </a:pPr>
            <a:r>
              <a:rPr lang="en-US" dirty="0"/>
              <a:t>Titles</a:t>
            </a:r>
          </a:p>
          <a:p>
            <a:pPr lvl="2">
              <a:spcBef>
                <a:spcPts val="0"/>
              </a:spcBef>
              <a:spcAft>
                <a:spcPts val="0"/>
              </a:spcAft>
            </a:pPr>
            <a:r>
              <a:rPr lang="en-US" dirty="0"/>
              <a:t>Full-stack developer on X platform</a:t>
            </a:r>
          </a:p>
          <a:p>
            <a:pPr lvl="2">
              <a:spcBef>
                <a:spcPts val="0"/>
              </a:spcBef>
              <a:spcAft>
                <a:spcPts val="0"/>
              </a:spcAft>
            </a:pPr>
            <a:r>
              <a:rPr lang="en-US" dirty="0"/>
              <a:t>Back end developer</a:t>
            </a:r>
          </a:p>
        </p:txBody>
      </p:sp>
      <p:sp>
        <p:nvSpPr>
          <p:cNvPr id="5" name="Date Placeholder 4">
            <a:extLst>
              <a:ext uri="{FF2B5EF4-FFF2-40B4-BE49-F238E27FC236}">
                <a16:creationId xmlns:a16="http://schemas.microsoft.com/office/drawing/2014/main" id="{3BF49EC3-37E4-294C-BAE6-56E177C53E84}"/>
              </a:ext>
            </a:extLst>
          </p:cNvPr>
          <p:cNvSpPr>
            <a:spLocks noGrp="1"/>
          </p:cNvSpPr>
          <p:nvPr>
            <p:ph type="dt" sz="half" idx="10"/>
          </p:nvPr>
        </p:nvSpPr>
        <p:spPr/>
        <p:txBody>
          <a:bodyPr/>
          <a:lstStyle/>
          <a:p>
            <a:fld id="{33798079-21CE-E14E-9A10-1B1BB8AD3EFD}" type="datetime1">
              <a:rPr lang="en-US" smtClean="0"/>
              <a:pPr/>
              <a:t>8/24/2022</a:t>
            </a:fld>
            <a:endParaRPr lang="en-US" dirty="0"/>
          </a:p>
        </p:txBody>
      </p:sp>
      <p:sp>
        <p:nvSpPr>
          <p:cNvPr id="2" name="Slide Number Placeholder 1">
            <a:extLst>
              <a:ext uri="{FF2B5EF4-FFF2-40B4-BE49-F238E27FC236}">
                <a16:creationId xmlns:a16="http://schemas.microsoft.com/office/drawing/2014/main" id="{4DF258C5-6523-1948-A7B6-335B4E2F91AD}"/>
              </a:ext>
            </a:extLst>
          </p:cNvPr>
          <p:cNvSpPr>
            <a:spLocks noGrp="1"/>
          </p:cNvSpPr>
          <p:nvPr>
            <p:ph type="sldNum" sz="quarter" idx="12"/>
          </p:nvPr>
        </p:nvSpPr>
        <p:spPr/>
        <p:txBody>
          <a:bodyPr/>
          <a:lstStyle/>
          <a:p>
            <a:fld id="{4FAB73BC-B049-4115-A692-8D63A059BFB8}" type="slidenum">
              <a:rPr lang="en-US" smtClean="0"/>
              <a:pPr/>
              <a:t>4</a:t>
            </a:fld>
            <a:endParaRPr lang="en-US"/>
          </a:p>
        </p:txBody>
      </p:sp>
      <p:sp>
        <p:nvSpPr>
          <p:cNvPr id="6" name="Title 5">
            <a:extLst>
              <a:ext uri="{FF2B5EF4-FFF2-40B4-BE49-F238E27FC236}">
                <a16:creationId xmlns:a16="http://schemas.microsoft.com/office/drawing/2014/main" id="{C1EA1002-7B5B-2D43-B030-CE317EDE88AE}"/>
              </a:ext>
            </a:extLst>
          </p:cNvPr>
          <p:cNvSpPr>
            <a:spLocks noGrp="1"/>
          </p:cNvSpPr>
          <p:nvPr>
            <p:ph type="title"/>
          </p:nvPr>
        </p:nvSpPr>
        <p:spPr/>
        <p:txBody>
          <a:bodyPr>
            <a:normAutofit fontScale="90000"/>
          </a:bodyPr>
          <a:lstStyle/>
          <a:p>
            <a:r>
              <a:rPr lang="en-US" dirty="0"/>
              <a:t>BASIC TARGETING</a:t>
            </a:r>
          </a:p>
        </p:txBody>
      </p:sp>
      <p:sp>
        <p:nvSpPr>
          <p:cNvPr id="3" name="TextBox 2">
            <a:extLst>
              <a:ext uri="{FF2B5EF4-FFF2-40B4-BE49-F238E27FC236}">
                <a16:creationId xmlns:a16="http://schemas.microsoft.com/office/drawing/2014/main" id="{5C082784-4E19-4264-3C2E-32FE43A6F34F}"/>
              </a:ext>
            </a:extLst>
          </p:cNvPr>
          <p:cNvSpPr txBox="1"/>
          <p:nvPr/>
        </p:nvSpPr>
        <p:spPr>
          <a:xfrm>
            <a:off x="8183880" y="121920"/>
            <a:ext cx="3799468" cy="513849"/>
          </a:xfrm>
          <a:prstGeom prst="rect">
            <a:avLst/>
          </a:prstGeom>
          <a:solidFill>
            <a:schemeClr val="accent2"/>
          </a:solidFill>
        </p:spPr>
        <p:txBody>
          <a:bodyPr vert="horz" wrap="square" lIns="45720" tIns="45720" rIns="45720" bIns="45720" rtlCol="0">
            <a:normAutofit/>
          </a:bodyPr>
          <a:lstStyle/>
          <a:p>
            <a:pPr algn="l">
              <a:spcBef>
                <a:spcPts val="1800"/>
              </a:spcBef>
            </a:pPr>
            <a:r>
              <a:rPr lang="en-US" dirty="0"/>
              <a:t>Sergio review, edit and confirm</a:t>
            </a:r>
          </a:p>
        </p:txBody>
      </p:sp>
    </p:spTree>
    <p:extLst>
      <p:ext uri="{BB962C8B-B14F-4D97-AF65-F5344CB8AC3E}">
        <p14:creationId xmlns:p14="http://schemas.microsoft.com/office/powerpoint/2010/main" val="2487295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9B52061-D1B8-3EEC-A3BD-97ADA6658C10}"/>
              </a:ext>
            </a:extLst>
          </p:cNvPr>
          <p:cNvSpPr>
            <a:spLocks noGrp="1"/>
          </p:cNvSpPr>
          <p:nvPr>
            <p:ph type="body" idx="1"/>
          </p:nvPr>
        </p:nvSpPr>
        <p:spPr/>
        <p:txBody>
          <a:bodyPr/>
          <a:lstStyle/>
          <a:p>
            <a:r>
              <a:rPr lang="en-US" sz="2800" dirty="0">
                <a:solidFill>
                  <a:schemeClr val="dk1"/>
                </a:solidFill>
                <a:latin typeface="Franklin Gothic Medium" panose="020B0603020102020204" pitchFamily="34" charset="0"/>
                <a:ea typeface="Proxima Nova"/>
                <a:cs typeface="Proxima Nova"/>
                <a:sym typeface="Proxima Nova"/>
              </a:rPr>
              <a:t>Examine how perception of your industry is evolving over time to inform areas of alignment or differentiation </a:t>
            </a:r>
            <a:br>
              <a:rPr lang="en-US" sz="2800" dirty="0">
                <a:solidFill>
                  <a:schemeClr val="dk1"/>
                </a:solidFill>
                <a:latin typeface="Franklin Gothic Medium" panose="020B0603020102020204" pitchFamily="34" charset="0"/>
                <a:ea typeface="Proxima Nova"/>
                <a:cs typeface="Proxima Nova"/>
                <a:sym typeface="Proxima Nova"/>
              </a:rPr>
            </a:br>
            <a:r>
              <a:rPr lang="en-US" sz="2800" dirty="0">
                <a:solidFill>
                  <a:schemeClr val="dk1"/>
                </a:solidFill>
                <a:latin typeface="Franklin Gothic Medium" panose="020B0603020102020204" pitchFamily="34" charset="0"/>
                <a:ea typeface="Proxima Nova"/>
                <a:cs typeface="Proxima Nova"/>
                <a:sym typeface="Proxima Nova"/>
              </a:rPr>
              <a:t>(WHAT makes us different)</a:t>
            </a:r>
          </a:p>
        </p:txBody>
      </p:sp>
      <p:sp>
        <p:nvSpPr>
          <p:cNvPr id="3" name="Title 2">
            <a:extLst>
              <a:ext uri="{FF2B5EF4-FFF2-40B4-BE49-F238E27FC236}">
                <a16:creationId xmlns:a16="http://schemas.microsoft.com/office/drawing/2014/main" id="{3284DB4E-FD2C-8DDB-9E49-6F3768FC6957}"/>
              </a:ext>
            </a:extLst>
          </p:cNvPr>
          <p:cNvSpPr>
            <a:spLocks noGrp="1"/>
          </p:cNvSpPr>
          <p:nvPr>
            <p:ph type="title"/>
          </p:nvPr>
        </p:nvSpPr>
        <p:spPr/>
        <p:txBody>
          <a:bodyPr/>
          <a:lstStyle/>
          <a:p>
            <a:r>
              <a:rPr lang="en-US" dirty="0"/>
              <a:t>Perception</a:t>
            </a:r>
          </a:p>
        </p:txBody>
      </p:sp>
      <p:sp>
        <p:nvSpPr>
          <p:cNvPr id="4" name="Date Placeholder 3">
            <a:extLst>
              <a:ext uri="{FF2B5EF4-FFF2-40B4-BE49-F238E27FC236}">
                <a16:creationId xmlns:a16="http://schemas.microsoft.com/office/drawing/2014/main" id="{DCAFDFB8-CD5E-A0A5-9455-DD552F71593E}"/>
              </a:ext>
            </a:extLst>
          </p:cNvPr>
          <p:cNvSpPr>
            <a:spLocks noGrp="1"/>
          </p:cNvSpPr>
          <p:nvPr>
            <p:ph type="dt" sz="half" idx="10"/>
          </p:nvPr>
        </p:nvSpPr>
        <p:spPr/>
        <p:txBody>
          <a:bodyPr/>
          <a:lstStyle/>
          <a:p>
            <a:fld id="{1BE1322F-7C1C-8D41-BA42-73A90B3995D9}" type="datetime1">
              <a:rPr lang="en-US" smtClean="0"/>
              <a:t>8/24/2022</a:t>
            </a:fld>
            <a:endParaRPr lang="en-US" dirty="0"/>
          </a:p>
        </p:txBody>
      </p:sp>
      <p:sp>
        <p:nvSpPr>
          <p:cNvPr id="5" name="Slide Number Placeholder 4">
            <a:extLst>
              <a:ext uri="{FF2B5EF4-FFF2-40B4-BE49-F238E27FC236}">
                <a16:creationId xmlns:a16="http://schemas.microsoft.com/office/drawing/2014/main" id="{CEE106AC-CAEC-2756-F748-DC4DA67E731B}"/>
              </a:ext>
            </a:extLst>
          </p:cNvPr>
          <p:cNvSpPr>
            <a:spLocks noGrp="1"/>
          </p:cNvSpPr>
          <p:nvPr>
            <p:ph type="sldNum" sz="quarter" idx="12"/>
          </p:nvPr>
        </p:nvSpPr>
        <p:spPr/>
        <p:txBody>
          <a:bodyPr/>
          <a:lstStyle/>
          <a:p>
            <a:fld id="{4FAB73BC-B049-4115-A692-8D63A059BFB8}" type="slidenum">
              <a:rPr lang="en-US" smtClean="0"/>
              <a:pPr/>
              <a:t>5</a:t>
            </a:fld>
            <a:endParaRPr lang="en-US" dirty="0"/>
          </a:p>
        </p:txBody>
      </p:sp>
    </p:spTree>
    <p:extLst>
      <p:ext uri="{BB962C8B-B14F-4D97-AF65-F5344CB8AC3E}">
        <p14:creationId xmlns:p14="http://schemas.microsoft.com/office/powerpoint/2010/main" val="31434189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E5DB2DC-94FF-05C8-3F59-6656119801B9}"/>
              </a:ext>
            </a:extLst>
          </p:cNvPr>
          <p:cNvSpPr>
            <a:spLocks noGrp="1"/>
          </p:cNvSpPr>
          <p:nvPr>
            <p:ph type="dt" sz="half" idx="10"/>
          </p:nvPr>
        </p:nvSpPr>
        <p:spPr/>
        <p:txBody>
          <a:bodyPr/>
          <a:lstStyle/>
          <a:p>
            <a:fld id="{915B8B27-2482-2944-BAE4-A2E493AC982D}" type="datetime1">
              <a:rPr lang="en-US" smtClean="0"/>
              <a:t>8/24/2022</a:t>
            </a:fld>
            <a:endParaRPr lang="en-US" dirty="0"/>
          </a:p>
        </p:txBody>
      </p:sp>
      <p:sp>
        <p:nvSpPr>
          <p:cNvPr id="4" name="Slide Number Placeholder 3">
            <a:extLst>
              <a:ext uri="{FF2B5EF4-FFF2-40B4-BE49-F238E27FC236}">
                <a16:creationId xmlns:a16="http://schemas.microsoft.com/office/drawing/2014/main" id="{5EF061E2-650E-C599-31D4-A37EDB7A65C4}"/>
              </a:ext>
            </a:extLst>
          </p:cNvPr>
          <p:cNvSpPr>
            <a:spLocks noGrp="1"/>
          </p:cNvSpPr>
          <p:nvPr>
            <p:ph type="sldNum" sz="quarter" idx="12"/>
          </p:nvPr>
        </p:nvSpPr>
        <p:spPr/>
        <p:txBody>
          <a:bodyPr/>
          <a:lstStyle/>
          <a:p>
            <a:fld id="{4FAB73BC-B049-4115-A692-8D63A059BFB8}" type="slidenum">
              <a:rPr lang="en-US" smtClean="0"/>
              <a:t>6</a:t>
            </a:fld>
            <a:endParaRPr lang="en-US" dirty="0"/>
          </a:p>
        </p:txBody>
      </p:sp>
      <p:sp>
        <p:nvSpPr>
          <p:cNvPr id="5" name="Title 4">
            <a:extLst>
              <a:ext uri="{FF2B5EF4-FFF2-40B4-BE49-F238E27FC236}">
                <a16:creationId xmlns:a16="http://schemas.microsoft.com/office/drawing/2014/main" id="{81E186F9-EF7F-5461-C01D-C0D7B343C061}"/>
              </a:ext>
            </a:extLst>
          </p:cNvPr>
          <p:cNvSpPr>
            <a:spLocks noGrp="1"/>
          </p:cNvSpPr>
          <p:nvPr>
            <p:ph type="title"/>
          </p:nvPr>
        </p:nvSpPr>
        <p:spPr/>
        <p:txBody>
          <a:bodyPr/>
          <a:lstStyle/>
          <a:p>
            <a:r>
              <a:rPr lang="en-US" dirty="0"/>
              <a:t>Industry perception</a:t>
            </a:r>
          </a:p>
        </p:txBody>
      </p:sp>
      <p:sp>
        <p:nvSpPr>
          <p:cNvPr id="6" name="Google Shape;203;p28">
            <a:extLst>
              <a:ext uri="{FF2B5EF4-FFF2-40B4-BE49-F238E27FC236}">
                <a16:creationId xmlns:a16="http://schemas.microsoft.com/office/drawing/2014/main" id="{536115E9-0018-4252-9A28-A83290029592}"/>
              </a:ext>
            </a:extLst>
          </p:cNvPr>
          <p:cNvSpPr/>
          <p:nvPr/>
        </p:nvSpPr>
        <p:spPr>
          <a:xfrm>
            <a:off x="419462" y="995888"/>
            <a:ext cx="4244663" cy="4699739"/>
          </a:xfrm>
          <a:prstGeom prst="ellipse">
            <a:avLst/>
          </a:prstGeom>
          <a:noFill/>
          <a:ln w="19050" cap="flat" cmpd="sng">
            <a:solidFill>
              <a:srgbClr val="000000"/>
            </a:solidFill>
            <a:prstDash val="dot"/>
            <a:round/>
            <a:headEnd type="none" w="sm" len="sm"/>
            <a:tailEnd type="none" w="sm" len="sm"/>
          </a:ln>
        </p:spPr>
        <p:txBody>
          <a:bodyPr spcFirstLastPara="1" wrap="square" lIns="91425" tIns="91425" rIns="0" bIns="91425" anchor="ctr" anchorCtr="0">
            <a:noAutofit/>
          </a:bodyPr>
          <a:lstStyle/>
          <a:p>
            <a:pPr marL="179999" marR="0" lvl="0" indent="0" algn="l" rtl="0">
              <a:spcBef>
                <a:spcPts val="0"/>
              </a:spcBef>
              <a:spcAft>
                <a:spcPts val="0"/>
              </a:spcAft>
              <a:buNone/>
            </a:pPr>
            <a:endParaRPr>
              <a:latin typeface="Proxima Nova Semibold"/>
              <a:ea typeface="Proxima Nova Semibold"/>
              <a:cs typeface="Proxima Nova Semibold"/>
              <a:sym typeface="Proxima Nova Semibold"/>
            </a:endParaRPr>
          </a:p>
        </p:txBody>
      </p:sp>
      <p:sp>
        <p:nvSpPr>
          <p:cNvPr id="7" name="Google Shape;204;p28">
            <a:extLst>
              <a:ext uri="{FF2B5EF4-FFF2-40B4-BE49-F238E27FC236}">
                <a16:creationId xmlns:a16="http://schemas.microsoft.com/office/drawing/2014/main" id="{79E85ABD-07A3-DFA0-D6AB-1E4B9854B9D7}"/>
              </a:ext>
            </a:extLst>
          </p:cNvPr>
          <p:cNvSpPr/>
          <p:nvPr/>
        </p:nvSpPr>
        <p:spPr>
          <a:xfrm>
            <a:off x="7348068" y="775374"/>
            <a:ext cx="4424470" cy="4920253"/>
          </a:xfrm>
          <a:prstGeom prst="ellipse">
            <a:avLst/>
          </a:prstGeom>
          <a:noFill/>
          <a:ln w="19050" cap="flat" cmpd="sng">
            <a:solidFill>
              <a:srgbClr val="000000"/>
            </a:solidFill>
            <a:prstDash val="dot"/>
            <a:round/>
            <a:headEnd type="none" w="sm" len="sm"/>
            <a:tailEnd type="none" w="sm" len="sm"/>
          </a:ln>
        </p:spPr>
        <p:txBody>
          <a:bodyPr spcFirstLastPara="1" wrap="square" lIns="91425" tIns="91425" rIns="0" bIns="91425" anchor="ctr" anchorCtr="0">
            <a:noAutofit/>
          </a:bodyPr>
          <a:lstStyle/>
          <a:p>
            <a:pPr marL="179999" marR="0" lvl="0" indent="0" algn="l" rtl="0">
              <a:spcBef>
                <a:spcPts val="0"/>
              </a:spcBef>
              <a:spcAft>
                <a:spcPts val="0"/>
              </a:spcAft>
              <a:buNone/>
            </a:pPr>
            <a:endParaRPr>
              <a:latin typeface="Proxima Nova Semibold"/>
              <a:ea typeface="Proxima Nova Semibold"/>
              <a:cs typeface="Proxima Nova Semibold"/>
              <a:sym typeface="Proxima Nova Semibold"/>
            </a:endParaRPr>
          </a:p>
        </p:txBody>
      </p:sp>
      <p:sp>
        <p:nvSpPr>
          <p:cNvPr id="8" name="Google Shape;205;p28">
            <a:extLst>
              <a:ext uri="{FF2B5EF4-FFF2-40B4-BE49-F238E27FC236}">
                <a16:creationId xmlns:a16="http://schemas.microsoft.com/office/drawing/2014/main" id="{677C7ECC-2199-BDAE-C235-48F0478317AE}"/>
              </a:ext>
            </a:extLst>
          </p:cNvPr>
          <p:cNvSpPr/>
          <p:nvPr/>
        </p:nvSpPr>
        <p:spPr>
          <a:xfrm>
            <a:off x="3527417" y="1050808"/>
            <a:ext cx="4353472" cy="4644819"/>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0" bIns="91425" anchor="ctr" anchorCtr="0">
            <a:noAutofit/>
          </a:bodyPr>
          <a:lstStyle/>
          <a:p>
            <a:pPr marL="179999" marR="0" lvl="0" indent="0" algn="l" rtl="0">
              <a:spcBef>
                <a:spcPts val="0"/>
              </a:spcBef>
              <a:spcAft>
                <a:spcPts val="0"/>
              </a:spcAft>
              <a:buNone/>
            </a:pPr>
            <a:endParaRPr>
              <a:latin typeface="Proxima Nova Semibold"/>
              <a:ea typeface="Proxima Nova Semibold"/>
              <a:cs typeface="Proxima Nova Semibold"/>
              <a:sym typeface="Proxima Nova Semibold"/>
            </a:endParaRPr>
          </a:p>
        </p:txBody>
      </p:sp>
      <p:sp>
        <p:nvSpPr>
          <p:cNvPr id="10" name="Google Shape;216;p28">
            <a:extLst>
              <a:ext uri="{FF2B5EF4-FFF2-40B4-BE49-F238E27FC236}">
                <a16:creationId xmlns:a16="http://schemas.microsoft.com/office/drawing/2014/main" id="{C37004B0-136B-19C4-C302-7899422CF58B}"/>
              </a:ext>
            </a:extLst>
          </p:cNvPr>
          <p:cNvSpPr txBox="1"/>
          <p:nvPr/>
        </p:nvSpPr>
        <p:spPr>
          <a:xfrm>
            <a:off x="1190805" y="772297"/>
            <a:ext cx="21759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000" b="1" dirty="0">
                <a:highlight>
                  <a:srgbClr val="F3F3F3"/>
                </a:highlight>
                <a:latin typeface="Proxima Nova"/>
                <a:ea typeface="Proxima Nova"/>
                <a:cs typeface="Proxima Nova"/>
                <a:sym typeface="Proxima Nova"/>
              </a:rPr>
              <a:t>Previous Experiences </a:t>
            </a:r>
          </a:p>
          <a:p>
            <a:pPr marL="0" lvl="0" indent="0" algn="l" rtl="0">
              <a:spcBef>
                <a:spcPts val="0"/>
              </a:spcBef>
              <a:spcAft>
                <a:spcPts val="0"/>
              </a:spcAft>
              <a:buNone/>
            </a:pPr>
            <a:r>
              <a:rPr lang="en-US" sz="1000" dirty="0">
                <a:highlight>
                  <a:srgbClr val="F3F3F3"/>
                </a:highlight>
                <a:latin typeface="Proxima Nova"/>
                <a:ea typeface="Proxima Nova"/>
                <a:cs typeface="Proxima Nova"/>
                <a:sym typeface="Proxima Nova"/>
              </a:rPr>
              <a:t>What experiences have people had with tech staffing firms? How is the industry perceived?</a:t>
            </a:r>
            <a:endParaRPr sz="1000" dirty="0">
              <a:highlight>
                <a:srgbClr val="F3F3F3"/>
              </a:highlight>
              <a:latin typeface="Proxima Nova"/>
              <a:ea typeface="Proxima Nova"/>
              <a:cs typeface="Proxima Nova"/>
              <a:sym typeface="Proxima Nova"/>
            </a:endParaRPr>
          </a:p>
        </p:txBody>
      </p:sp>
      <p:sp>
        <p:nvSpPr>
          <p:cNvPr id="11" name="Google Shape;216;p28">
            <a:extLst>
              <a:ext uri="{FF2B5EF4-FFF2-40B4-BE49-F238E27FC236}">
                <a16:creationId xmlns:a16="http://schemas.microsoft.com/office/drawing/2014/main" id="{B32E25B4-7C4D-2C4F-7288-5039E51DF427}"/>
              </a:ext>
            </a:extLst>
          </p:cNvPr>
          <p:cNvSpPr txBox="1"/>
          <p:nvPr/>
        </p:nvSpPr>
        <p:spPr>
          <a:xfrm>
            <a:off x="4706141" y="645727"/>
            <a:ext cx="2175900" cy="95407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000" b="1" dirty="0">
                <a:highlight>
                  <a:srgbClr val="F3F3F3"/>
                </a:highlight>
                <a:latin typeface="Proxima Nova"/>
                <a:ea typeface="Proxima Nova"/>
                <a:cs typeface="Proxima Nova"/>
                <a:sym typeface="Proxima Nova"/>
              </a:rPr>
              <a:t>Current Situation</a:t>
            </a:r>
          </a:p>
          <a:p>
            <a:pPr marL="0" lvl="0" indent="0" algn="l" rtl="0">
              <a:spcBef>
                <a:spcPts val="0"/>
              </a:spcBef>
              <a:spcAft>
                <a:spcPts val="0"/>
              </a:spcAft>
              <a:buNone/>
            </a:pPr>
            <a:r>
              <a:rPr lang="en-US" sz="1000" dirty="0">
                <a:highlight>
                  <a:srgbClr val="F3F3F3"/>
                </a:highlight>
                <a:latin typeface="Proxima Nova"/>
                <a:ea typeface="Proxima Nova"/>
                <a:cs typeface="Proxima Nova"/>
                <a:sym typeface="Proxima Nova"/>
              </a:rPr>
              <a:t>What’s going on now for the industry? How do they feel about the challenges internally that have led them to need one?</a:t>
            </a:r>
            <a:endParaRPr sz="1000" dirty="0">
              <a:highlight>
                <a:srgbClr val="F3F3F3"/>
              </a:highlight>
              <a:latin typeface="Proxima Nova"/>
              <a:ea typeface="Proxima Nova"/>
              <a:cs typeface="Proxima Nova"/>
              <a:sym typeface="Proxima Nova"/>
            </a:endParaRPr>
          </a:p>
        </p:txBody>
      </p:sp>
      <p:sp>
        <p:nvSpPr>
          <p:cNvPr id="12" name="Google Shape;216;p28">
            <a:extLst>
              <a:ext uri="{FF2B5EF4-FFF2-40B4-BE49-F238E27FC236}">
                <a16:creationId xmlns:a16="http://schemas.microsoft.com/office/drawing/2014/main" id="{6A28CB95-2043-3E5A-0430-1706A69C96BB}"/>
              </a:ext>
            </a:extLst>
          </p:cNvPr>
          <p:cNvSpPr txBox="1"/>
          <p:nvPr/>
        </p:nvSpPr>
        <p:spPr>
          <a:xfrm>
            <a:off x="8566013" y="542165"/>
            <a:ext cx="2175900" cy="95407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000" b="1" dirty="0">
                <a:highlight>
                  <a:srgbClr val="F3F3F3"/>
                </a:highlight>
                <a:latin typeface="Proxima Nova"/>
                <a:ea typeface="Proxima Nova"/>
                <a:cs typeface="Proxima Nova"/>
                <a:sym typeface="Proxima Nova"/>
              </a:rPr>
              <a:t>Ideal Future</a:t>
            </a:r>
          </a:p>
          <a:p>
            <a:pPr marL="0" lvl="0" indent="0" algn="l" rtl="0">
              <a:spcBef>
                <a:spcPts val="0"/>
              </a:spcBef>
              <a:spcAft>
                <a:spcPts val="0"/>
              </a:spcAft>
              <a:buNone/>
            </a:pPr>
            <a:r>
              <a:rPr lang="en-US" sz="1000" dirty="0">
                <a:highlight>
                  <a:srgbClr val="F3F3F3"/>
                </a:highlight>
                <a:latin typeface="Proxima Nova"/>
                <a:ea typeface="Proxima Nova"/>
                <a:cs typeface="Proxima Nova"/>
                <a:sym typeface="Proxima Nova"/>
              </a:rPr>
              <a:t>What is the future of staffing firms that you hope to bring about? How is it different from the past or today?</a:t>
            </a:r>
            <a:endParaRPr sz="1000" dirty="0">
              <a:highlight>
                <a:srgbClr val="F3F3F3"/>
              </a:highlight>
              <a:latin typeface="Proxima Nova"/>
              <a:ea typeface="Proxima Nova"/>
              <a:cs typeface="Proxima Nova"/>
              <a:sym typeface="Proxima Nova"/>
            </a:endParaRPr>
          </a:p>
        </p:txBody>
      </p:sp>
      <p:sp>
        <p:nvSpPr>
          <p:cNvPr id="13" name="Google Shape;206;p28">
            <a:extLst>
              <a:ext uri="{FF2B5EF4-FFF2-40B4-BE49-F238E27FC236}">
                <a16:creationId xmlns:a16="http://schemas.microsoft.com/office/drawing/2014/main" id="{F78A0401-5D13-B25A-82F3-483DF3720A3A}"/>
              </a:ext>
            </a:extLst>
          </p:cNvPr>
          <p:cNvSpPr txBox="1"/>
          <p:nvPr/>
        </p:nvSpPr>
        <p:spPr>
          <a:xfrm>
            <a:off x="1504237" y="5213100"/>
            <a:ext cx="2075112" cy="63758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600"/>
              </a:spcAft>
              <a:buNone/>
            </a:pPr>
            <a:r>
              <a:rPr lang="en-GB" sz="1400" b="1" dirty="0">
                <a:latin typeface="Proxima Nova"/>
                <a:ea typeface="Proxima Nova"/>
                <a:cs typeface="Proxima Nova"/>
                <a:sym typeface="Proxima Nova"/>
              </a:rPr>
              <a:t>Past</a:t>
            </a:r>
            <a:endParaRPr sz="1400" b="1" dirty="0">
              <a:solidFill>
                <a:srgbClr val="000000"/>
              </a:solidFill>
              <a:latin typeface="Proxima Nova"/>
              <a:ea typeface="Proxima Nova"/>
              <a:cs typeface="Proxima Nova"/>
              <a:sym typeface="Proxima Nova"/>
            </a:endParaRPr>
          </a:p>
        </p:txBody>
      </p:sp>
      <p:sp>
        <p:nvSpPr>
          <p:cNvPr id="14" name="Google Shape;207;p28">
            <a:extLst>
              <a:ext uri="{FF2B5EF4-FFF2-40B4-BE49-F238E27FC236}">
                <a16:creationId xmlns:a16="http://schemas.microsoft.com/office/drawing/2014/main" id="{96DA20D6-E82E-DF4F-1629-3A03BE457633}"/>
              </a:ext>
            </a:extLst>
          </p:cNvPr>
          <p:cNvSpPr txBox="1"/>
          <p:nvPr/>
        </p:nvSpPr>
        <p:spPr>
          <a:xfrm>
            <a:off x="8612651" y="5216864"/>
            <a:ext cx="2075112" cy="63758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600"/>
              </a:spcAft>
              <a:buNone/>
            </a:pPr>
            <a:r>
              <a:rPr lang="en-GB" sz="1400" b="1" dirty="0">
                <a:latin typeface="Proxima Nova"/>
                <a:ea typeface="Proxima Nova"/>
                <a:cs typeface="Proxima Nova"/>
                <a:sym typeface="Proxima Nova"/>
              </a:rPr>
              <a:t>Future</a:t>
            </a:r>
            <a:endParaRPr sz="1400" b="1" dirty="0">
              <a:solidFill>
                <a:srgbClr val="000000"/>
              </a:solidFill>
              <a:latin typeface="Proxima Nova"/>
              <a:ea typeface="Proxima Nova"/>
              <a:cs typeface="Proxima Nova"/>
              <a:sym typeface="Proxima Nova"/>
            </a:endParaRPr>
          </a:p>
        </p:txBody>
      </p:sp>
      <p:sp>
        <p:nvSpPr>
          <p:cNvPr id="15" name="Google Shape;208;p28">
            <a:extLst>
              <a:ext uri="{FF2B5EF4-FFF2-40B4-BE49-F238E27FC236}">
                <a16:creationId xmlns:a16="http://schemas.microsoft.com/office/drawing/2014/main" id="{68589DB7-FC15-CFC8-A6AF-F3FB895B3659}"/>
              </a:ext>
            </a:extLst>
          </p:cNvPr>
          <p:cNvSpPr txBox="1"/>
          <p:nvPr/>
        </p:nvSpPr>
        <p:spPr>
          <a:xfrm>
            <a:off x="4756535" y="5213100"/>
            <a:ext cx="2075112" cy="63758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600"/>
              </a:spcAft>
              <a:buNone/>
            </a:pPr>
            <a:r>
              <a:rPr lang="en-GB" sz="1400" b="1" dirty="0">
                <a:latin typeface="Proxima Nova"/>
                <a:ea typeface="Proxima Nova"/>
                <a:cs typeface="Proxima Nova"/>
                <a:sym typeface="Proxima Nova"/>
              </a:rPr>
              <a:t>Present</a:t>
            </a:r>
            <a:endParaRPr sz="1400" b="1" dirty="0">
              <a:solidFill>
                <a:srgbClr val="000000"/>
              </a:solidFill>
              <a:latin typeface="Proxima Nova"/>
              <a:ea typeface="Proxima Nova"/>
              <a:cs typeface="Proxima Nova"/>
              <a:sym typeface="Proxima Nova"/>
            </a:endParaRPr>
          </a:p>
        </p:txBody>
      </p:sp>
      <p:sp>
        <p:nvSpPr>
          <p:cNvPr id="16" name="TextBox 15">
            <a:extLst>
              <a:ext uri="{FF2B5EF4-FFF2-40B4-BE49-F238E27FC236}">
                <a16:creationId xmlns:a16="http://schemas.microsoft.com/office/drawing/2014/main" id="{387453EC-0B37-9E1D-9672-040407C3DF4E}"/>
              </a:ext>
            </a:extLst>
          </p:cNvPr>
          <p:cNvSpPr txBox="1"/>
          <p:nvPr/>
        </p:nvSpPr>
        <p:spPr>
          <a:xfrm>
            <a:off x="667787" y="1938371"/>
            <a:ext cx="3368953" cy="2981258"/>
          </a:xfrm>
          <a:prstGeom prst="rect">
            <a:avLst/>
          </a:prstGeom>
        </p:spPr>
        <p:txBody>
          <a:bodyPr vert="horz" wrap="none" lIns="45720" tIns="45720" rIns="45720" bIns="45720" rtlCol="0">
            <a:normAutofit/>
          </a:bodyPr>
          <a:lstStyle/>
          <a:p>
            <a:pPr marL="342900" indent="-342900" algn="l">
              <a:spcBef>
                <a:spcPts val="1800"/>
              </a:spcBef>
              <a:buAutoNum type="arabicPeriod"/>
            </a:pPr>
            <a:r>
              <a:rPr lang="en-US" sz="1400" dirty="0">
                <a:highlight>
                  <a:srgbClr val="00FFFF"/>
                </a:highlight>
              </a:rPr>
              <a:t>Seen as temporary jobs, seasonal</a:t>
            </a:r>
          </a:p>
          <a:p>
            <a:pPr marL="342900" indent="-342900" algn="l">
              <a:spcBef>
                <a:spcPts val="1800"/>
              </a:spcBef>
              <a:buAutoNum type="arabicPeriod"/>
            </a:pPr>
            <a:r>
              <a:rPr lang="en-US" sz="1400" dirty="0">
                <a:highlight>
                  <a:srgbClr val="00FFFF"/>
                </a:highlight>
              </a:rPr>
              <a:t>Low skill sets (janitorial, clerical)</a:t>
            </a:r>
            <a:br>
              <a:rPr lang="en-US" sz="1400" dirty="0">
                <a:highlight>
                  <a:srgbClr val="00FFFF"/>
                </a:highlight>
              </a:rPr>
            </a:br>
            <a:r>
              <a:rPr lang="en-US" sz="1400" dirty="0">
                <a:highlight>
                  <a:srgbClr val="00FFFF"/>
                </a:highlight>
              </a:rPr>
              <a:t>things with peaks and valleys</a:t>
            </a:r>
          </a:p>
          <a:p>
            <a:pPr marL="342900" indent="-342900" algn="l">
              <a:spcBef>
                <a:spcPts val="1800"/>
              </a:spcBef>
              <a:buAutoNum type="arabicPeriod"/>
            </a:pPr>
            <a:r>
              <a:rPr lang="en-US" sz="1400" dirty="0">
                <a:highlight>
                  <a:srgbClr val="00FFFF"/>
                </a:highlight>
              </a:rPr>
              <a:t>Question quality</a:t>
            </a:r>
          </a:p>
          <a:p>
            <a:pPr marL="342900" indent="-342900" algn="l">
              <a:spcBef>
                <a:spcPts val="1800"/>
              </a:spcBef>
              <a:buAutoNum type="arabicPeriod"/>
            </a:pPr>
            <a:r>
              <a:rPr lang="en-US" sz="1400" dirty="0">
                <a:highlight>
                  <a:srgbClr val="00FFFF"/>
                </a:highlight>
              </a:rPr>
              <a:t>Question loyalty </a:t>
            </a:r>
          </a:p>
        </p:txBody>
      </p:sp>
      <p:sp>
        <p:nvSpPr>
          <p:cNvPr id="17" name="TextBox 16">
            <a:extLst>
              <a:ext uri="{FF2B5EF4-FFF2-40B4-BE49-F238E27FC236}">
                <a16:creationId xmlns:a16="http://schemas.microsoft.com/office/drawing/2014/main" id="{42C3FDBE-1B1B-23C1-AC37-229492820FFD}"/>
              </a:ext>
            </a:extLst>
          </p:cNvPr>
          <p:cNvSpPr txBox="1"/>
          <p:nvPr/>
        </p:nvSpPr>
        <p:spPr>
          <a:xfrm>
            <a:off x="4285064" y="1918098"/>
            <a:ext cx="3063003" cy="3449609"/>
          </a:xfrm>
          <a:prstGeom prst="rect">
            <a:avLst/>
          </a:prstGeom>
        </p:spPr>
        <p:txBody>
          <a:bodyPr vert="horz" wrap="none" lIns="45720" tIns="45720" rIns="45720" bIns="45720" rtlCol="0">
            <a:normAutofit/>
          </a:bodyPr>
          <a:lstStyle/>
          <a:p>
            <a:pPr marL="342900" indent="-342900" algn="l">
              <a:spcBef>
                <a:spcPts val="1800"/>
              </a:spcBef>
              <a:buAutoNum type="arabicPeriod"/>
            </a:pPr>
            <a:r>
              <a:rPr lang="en-US" sz="1400" dirty="0">
                <a:highlight>
                  <a:srgbClr val="00FFFF"/>
                </a:highlight>
              </a:rPr>
              <a:t>Consultancies pushing the bar up</a:t>
            </a:r>
            <a:br>
              <a:rPr lang="en-US" sz="1400" dirty="0">
                <a:highlight>
                  <a:srgbClr val="00FFFF"/>
                </a:highlight>
              </a:rPr>
            </a:br>
            <a:r>
              <a:rPr lang="en-US" sz="1400" dirty="0">
                <a:highlight>
                  <a:srgbClr val="00FFFF"/>
                </a:highlight>
              </a:rPr>
              <a:t>(middle and high management)</a:t>
            </a:r>
            <a:br>
              <a:rPr lang="en-US" sz="1400" dirty="0">
                <a:highlight>
                  <a:srgbClr val="00FFFF"/>
                </a:highlight>
              </a:rPr>
            </a:br>
            <a:r>
              <a:rPr lang="en-US" sz="1400" dirty="0">
                <a:highlight>
                  <a:srgbClr val="00FFFF"/>
                </a:highlight>
              </a:rPr>
              <a:t>Slalom</a:t>
            </a:r>
          </a:p>
          <a:p>
            <a:pPr marL="342900" indent="-342900" algn="l">
              <a:spcBef>
                <a:spcPts val="1800"/>
              </a:spcBef>
              <a:buAutoNum type="arabicPeriod"/>
            </a:pPr>
            <a:r>
              <a:rPr lang="en-US" sz="1400" dirty="0">
                <a:highlight>
                  <a:srgbClr val="00FFFF"/>
                </a:highlight>
              </a:rPr>
              <a:t>Good candidates demand very </a:t>
            </a:r>
            <a:br>
              <a:rPr lang="en-US" sz="1400" dirty="0">
                <a:highlight>
                  <a:srgbClr val="00FFFF"/>
                </a:highlight>
              </a:rPr>
            </a:br>
            <a:r>
              <a:rPr lang="en-US" sz="1400" dirty="0">
                <a:highlight>
                  <a:srgbClr val="00FFFF"/>
                </a:highlight>
              </a:rPr>
              <a:t>high compensation – need help </a:t>
            </a:r>
            <a:br>
              <a:rPr lang="en-US" sz="1400" dirty="0">
                <a:highlight>
                  <a:srgbClr val="00FFFF"/>
                </a:highlight>
              </a:rPr>
            </a:br>
            <a:r>
              <a:rPr lang="en-US" sz="1400" dirty="0">
                <a:highlight>
                  <a:srgbClr val="00FFFF"/>
                </a:highlight>
              </a:rPr>
              <a:t>to cover open positions</a:t>
            </a:r>
          </a:p>
          <a:p>
            <a:pPr marL="342900" indent="-342900" algn="l">
              <a:spcBef>
                <a:spcPts val="1800"/>
              </a:spcBef>
              <a:buAutoNum type="arabicPeriod"/>
            </a:pPr>
            <a:r>
              <a:rPr lang="en-US" sz="1400" dirty="0">
                <a:highlight>
                  <a:srgbClr val="00FFFF"/>
                </a:highlight>
              </a:rPr>
              <a:t>Current US resources can only </a:t>
            </a:r>
            <a:br>
              <a:rPr lang="en-US" sz="1400" dirty="0">
                <a:highlight>
                  <a:srgbClr val="00FFFF"/>
                </a:highlight>
              </a:rPr>
            </a:br>
            <a:r>
              <a:rPr lang="en-US" sz="1400" dirty="0">
                <a:highlight>
                  <a:srgbClr val="00FFFF"/>
                </a:highlight>
              </a:rPr>
              <a:t>cover 50% of current demand for </a:t>
            </a:r>
            <a:br>
              <a:rPr lang="en-US" sz="1400" dirty="0">
                <a:highlight>
                  <a:srgbClr val="00FFFF"/>
                </a:highlight>
              </a:rPr>
            </a:br>
            <a:r>
              <a:rPr lang="en-US" sz="1400" dirty="0">
                <a:highlight>
                  <a:srgbClr val="00FFFF"/>
                </a:highlight>
              </a:rPr>
              <a:t>dev talent (new technologies)</a:t>
            </a:r>
            <a:br>
              <a:rPr lang="en-US" sz="1400" dirty="0">
                <a:highlight>
                  <a:srgbClr val="00FFFF"/>
                </a:highlight>
              </a:rPr>
            </a:br>
            <a:r>
              <a:rPr lang="en-US" sz="1400" dirty="0">
                <a:highlight>
                  <a:srgbClr val="00FFFF"/>
                </a:highlight>
              </a:rPr>
              <a:t>scarce labor, high costs</a:t>
            </a:r>
            <a:br>
              <a:rPr lang="en-US" sz="1400" dirty="0">
                <a:highlight>
                  <a:srgbClr val="00FFFF"/>
                </a:highlight>
              </a:rPr>
            </a:br>
            <a:endParaRPr lang="en-US" sz="1400" dirty="0">
              <a:highlight>
                <a:srgbClr val="00FFFF"/>
              </a:highlight>
            </a:endParaRPr>
          </a:p>
        </p:txBody>
      </p:sp>
      <p:sp>
        <p:nvSpPr>
          <p:cNvPr id="18" name="TextBox 17">
            <a:extLst>
              <a:ext uri="{FF2B5EF4-FFF2-40B4-BE49-F238E27FC236}">
                <a16:creationId xmlns:a16="http://schemas.microsoft.com/office/drawing/2014/main" id="{E7C0EDB4-7DA3-69C1-B445-4169B065F55B}"/>
              </a:ext>
            </a:extLst>
          </p:cNvPr>
          <p:cNvSpPr txBox="1"/>
          <p:nvPr/>
        </p:nvSpPr>
        <p:spPr>
          <a:xfrm>
            <a:off x="7670436" y="1806141"/>
            <a:ext cx="3853777" cy="2656695"/>
          </a:xfrm>
          <a:prstGeom prst="rect">
            <a:avLst/>
          </a:prstGeom>
        </p:spPr>
        <p:txBody>
          <a:bodyPr vert="horz" wrap="none" lIns="45720" tIns="45720" rIns="45720" bIns="45720" rtlCol="0">
            <a:normAutofit/>
          </a:bodyPr>
          <a:lstStyle/>
          <a:p>
            <a:pPr marL="342900" indent="-342900" algn="l">
              <a:spcBef>
                <a:spcPts val="1800"/>
              </a:spcBef>
              <a:buAutoNum type="arabicPeriod"/>
            </a:pPr>
            <a:r>
              <a:rPr lang="en-US" sz="1400" dirty="0">
                <a:highlight>
                  <a:srgbClr val="00FFFF"/>
                </a:highlight>
              </a:rPr>
              <a:t>Build a firm of top performers who want </a:t>
            </a:r>
            <a:br>
              <a:rPr lang="en-US" sz="1400" dirty="0">
                <a:highlight>
                  <a:srgbClr val="00FFFF"/>
                </a:highlight>
              </a:rPr>
            </a:br>
            <a:r>
              <a:rPr lang="en-US" sz="1400" dirty="0">
                <a:highlight>
                  <a:srgbClr val="00FFFF"/>
                </a:highlight>
              </a:rPr>
              <a:t>new challenges every day</a:t>
            </a:r>
            <a:br>
              <a:rPr lang="en-US" sz="1400" dirty="0">
                <a:highlight>
                  <a:srgbClr val="00FFFF"/>
                </a:highlight>
              </a:rPr>
            </a:br>
            <a:r>
              <a:rPr lang="en-US" sz="1400" dirty="0">
                <a:highlight>
                  <a:srgbClr val="00FFFF"/>
                </a:highlight>
              </a:rPr>
              <a:t>(new companies, cultures, industries)</a:t>
            </a:r>
          </a:p>
          <a:p>
            <a:pPr marL="342900" indent="-342900" algn="l">
              <a:spcBef>
                <a:spcPts val="1800"/>
              </a:spcBef>
              <a:buAutoNum type="arabicPeriod"/>
            </a:pPr>
            <a:r>
              <a:rPr lang="en-US" sz="1400" dirty="0">
                <a:highlight>
                  <a:srgbClr val="00FFFF"/>
                </a:highlight>
              </a:rPr>
              <a:t>Clients look for outcomes/things – not individual</a:t>
            </a:r>
            <a:br>
              <a:rPr lang="en-US" sz="1400" dirty="0">
                <a:highlight>
                  <a:srgbClr val="00FFFF"/>
                </a:highlight>
              </a:rPr>
            </a:br>
            <a:r>
              <a:rPr lang="en-US" sz="1400" dirty="0">
                <a:highlight>
                  <a:srgbClr val="00FFFF"/>
                </a:highlight>
              </a:rPr>
              <a:t>talent – teams embedded as part of client</a:t>
            </a:r>
            <a:br>
              <a:rPr lang="en-US" sz="1400" dirty="0">
                <a:highlight>
                  <a:srgbClr val="00FFFF"/>
                </a:highlight>
              </a:rPr>
            </a:br>
            <a:r>
              <a:rPr lang="en-US" sz="1400" dirty="0">
                <a:highlight>
                  <a:srgbClr val="00FFFF"/>
                </a:highlight>
              </a:rPr>
              <a:t>projects (workstream engagements)</a:t>
            </a:r>
          </a:p>
        </p:txBody>
      </p:sp>
      <p:sp>
        <p:nvSpPr>
          <p:cNvPr id="2" name="TextBox 1">
            <a:extLst>
              <a:ext uri="{FF2B5EF4-FFF2-40B4-BE49-F238E27FC236}">
                <a16:creationId xmlns:a16="http://schemas.microsoft.com/office/drawing/2014/main" id="{0CCBD1B2-1186-459B-3C88-59DFFD576806}"/>
              </a:ext>
            </a:extLst>
          </p:cNvPr>
          <p:cNvSpPr txBox="1"/>
          <p:nvPr/>
        </p:nvSpPr>
        <p:spPr>
          <a:xfrm>
            <a:off x="8183880" y="121920"/>
            <a:ext cx="3799468" cy="513849"/>
          </a:xfrm>
          <a:prstGeom prst="rect">
            <a:avLst/>
          </a:prstGeom>
          <a:solidFill>
            <a:schemeClr val="accent2"/>
          </a:solidFill>
        </p:spPr>
        <p:txBody>
          <a:bodyPr vert="horz" wrap="square" lIns="45720" tIns="45720" rIns="45720" bIns="45720" rtlCol="0">
            <a:normAutofit/>
          </a:bodyPr>
          <a:lstStyle/>
          <a:p>
            <a:pPr algn="l">
              <a:spcBef>
                <a:spcPts val="1800"/>
              </a:spcBef>
            </a:pPr>
            <a:r>
              <a:rPr lang="en-US" dirty="0"/>
              <a:t>Sergio review, edit and confirm</a:t>
            </a:r>
          </a:p>
        </p:txBody>
      </p:sp>
    </p:spTree>
    <p:extLst>
      <p:ext uri="{BB962C8B-B14F-4D97-AF65-F5344CB8AC3E}">
        <p14:creationId xmlns:p14="http://schemas.microsoft.com/office/powerpoint/2010/main" val="39978355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Graphical user interface, text&#10;&#10;Description automatically generated">
            <a:extLst>
              <a:ext uri="{FF2B5EF4-FFF2-40B4-BE49-F238E27FC236}">
                <a16:creationId xmlns:a16="http://schemas.microsoft.com/office/drawing/2014/main" id="{96CB636F-E378-155E-0E8D-CBBE4B489D88}"/>
              </a:ext>
            </a:extLst>
          </p:cNvPr>
          <p:cNvPicPr>
            <a:picLocks noGrp="1" noChangeAspect="1"/>
          </p:cNvPicPr>
          <p:nvPr>
            <p:ph idx="1"/>
          </p:nvPr>
        </p:nvPicPr>
        <p:blipFill>
          <a:blip r:embed="rId3"/>
          <a:stretch>
            <a:fillRect/>
          </a:stretch>
        </p:blipFill>
        <p:spPr>
          <a:xfrm>
            <a:off x="340402" y="914400"/>
            <a:ext cx="7636620" cy="5029200"/>
          </a:xfrm>
        </p:spPr>
      </p:pic>
      <p:sp>
        <p:nvSpPr>
          <p:cNvPr id="3" name="Date Placeholder 2">
            <a:extLst>
              <a:ext uri="{FF2B5EF4-FFF2-40B4-BE49-F238E27FC236}">
                <a16:creationId xmlns:a16="http://schemas.microsoft.com/office/drawing/2014/main" id="{04D78607-2FB2-5167-65DB-624DBFA982CF}"/>
              </a:ext>
            </a:extLst>
          </p:cNvPr>
          <p:cNvSpPr>
            <a:spLocks noGrp="1"/>
          </p:cNvSpPr>
          <p:nvPr>
            <p:ph type="dt" sz="half" idx="10"/>
          </p:nvPr>
        </p:nvSpPr>
        <p:spPr/>
        <p:txBody>
          <a:bodyPr/>
          <a:lstStyle/>
          <a:p>
            <a:fld id="{915B8B27-2482-2944-BAE4-A2E493AC982D}" type="datetime1">
              <a:rPr lang="en-US" smtClean="0"/>
              <a:t>8/24/2022</a:t>
            </a:fld>
            <a:endParaRPr lang="en-US" dirty="0"/>
          </a:p>
        </p:txBody>
      </p:sp>
      <p:sp>
        <p:nvSpPr>
          <p:cNvPr id="4" name="Slide Number Placeholder 3">
            <a:extLst>
              <a:ext uri="{FF2B5EF4-FFF2-40B4-BE49-F238E27FC236}">
                <a16:creationId xmlns:a16="http://schemas.microsoft.com/office/drawing/2014/main" id="{80BE0B4E-5889-2C2F-F477-F86566CA7890}"/>
              </a:ext>
            </a:extLst>
          </p:cNvPr>
          <p:cNvSpPr>
            <a:spLocks noGrp="1"/>
          </p:cNvSpPr>
          <p:nvPr>
            <p:ph type="sldNum" sz="quarter" idx="12"/>
          </p:nvPr>
        </p:nvSpPr>
        <p:spPr/>
        <p:txBody>
          <a:bodyPr/>
          <a:lstStyle/>
          <a:p>
            <a:fld id="{4FAB73BC-B049-4115-A692-8D63A059BFB8}" type="slidenum">
              <a:rPr lang="en-US" smtClean="0"/>
              <a:t>7</a:t>
            </a:fld>
            <a:endParaRPr lang="en-US" dirty="0"/>
          </a:p>
        </p:txBody>
      </p:sp>
      <p:sp>
        <p:nvSpPr>
          <p:cNvPr id="5" name="Title 4">
            <a:extLst>
              <a:ext uri="{FF2B5EF4-FFF2-40B4-BE49-F238E27FC236}">
                <a16:creationId xmlns:a16="http://schemas.microsoft.com/office/drawing/2014/main" id="{93207015-6EBB-7325-64A1-424548F7680D}"/>
              </a:ext>
            </a:extLst>
          </p:cNvPr>
          <p:cNvSpPr>
            <a:spLocks noGrp="1"/>
          </p:cNvSpPr>
          <p:nvPr>
            <p:ph type="title"/>
          </p:nvPr>
        </p:nvSpPr>
        <p:spPr/>
        <p:txBody>
          <a:bodyPr/>
          <a:lstStyle/>
          <a:p>
            <a:r>
              <a:rPr lang="en-US" dirty="0"/>
              <a:t>Competitive check - </a:t>
            </a:r>
            <a:r>
              <a:rPr lang="en-US" dirty="0" err="1"/>
              <a:t>Laserants</a:t>
            </a:r>
            <a:r>
              <a:rPr lang="en-US" dirty="0"/>
              <a:t> </a:t>
            </a:r>
          </a:p>
        </p:txBody>
      </p:sp>
      <p:sp>
        <p:nvSpPr>
          <p:cNvPr id="8" name="TextBox 7">
            <a:extLst>
              <a:ext uri="{FF2B5EF4-FFF2-40B4-BE49-F238E27FC236}">
                <a16:creationId xmlns:a16="http://schemas.microsoft.com/office/drawing/2014/main" id="{032E9C9A-9044-9C89-287B-DCAB7B2B8795}"/>
              </a:ext>
            </a:extLst>
          </p:cNvPr>
          <p:cNvSpPr txBox="1"/>
          <p:nvPr/>
        </p:nvSpPr>
        <p:spPr>
          <a:xfrm>
            <a:off x="8203129" y="914400"/>
            <a:ext cx="3293390" cy="1897380"/>
          </a:xfrm>
          <a:prstGeom prst="rect">
            <a:avLst/>
          </a:prstGeom>
        </p:spPr>
        <p:txBody>
          <a:bodyPr vert="horz" wrap="square" lIns="45720" tIns="45720" rIns="45720" bIns="45720" rtlCol="0">
            <a:normAutofit fontScale="85000" lnSpcReduction="10000"/>
          </a:bodyPr>
          <a:lstStyle/>
          <a:p>
            <a:pPr algn="l"/>
            <a:r>
              <a:rPr lang="en-US" dirty="0"/>
              <a:t>Observations:</a:t>
            </a:r>
          </a:p>
          <a:p>
            <a:pPr marL="342900" indent="-342900" algn="l">
              <a:buFontTx/>
              <a:buChar char="-"/>
            </a:pPr>
            <a:r>
              <a:rPr lang="en-US" dirty="0"/>
              <a:t>Focused on courses/training</a:t>
            </a:r>
          </a:p>
          <a:p>
            <a:pPr marL="342900" indent="-342900" algn="l">
              <a:buFontTx/>
              <a:buChar char="-"/>
            </a:pPr>
            <a:r>
              <a:rPr lang="en-US" sz="1800" dirty="0">
                <a:effectLst/>
                <a:latin typeface="Calibri" panose="020F0502020204030204" pitchFamily="34" charset="0"/>
              </a:rPr>
              <a:t>Bootcamps and development of full stack developers (front end training piece that we'll be doing)</a:t>
            </a:r>
          </a:p>
          <a:p>
            <a:pPr marL="342900" indent="-342900" algn="l">
              <a:buFontTx/>
              <a:buChar char="-"/>
            </a:pPr>
            <a:r>
              <a:rPr lang="en-US" sz="1800" dirty="0">
                <a:latin typeface="Calibri" panose="020F0502020204030204" pitchFamily="34" charset="0"/>
              </a:rPr>
              <a:t>Make connections to future employers</a:t>
            </a:r>
          </a:p>
          <a:p>
            <a:pPr marL="342900" indent="-342900" algn="l">
              <a:buFontTx/>
              <a:buChar char="-"/>
            </a:pPr>
            <a:r>
              <a:rPr lang="en-US" sz="1800" dirty="0">
                <a:latin typeface="Calibri" panose="020F0502020204030204" pitchFamily="34" charset="0"/>
              </a:rPr>
              <a:t>Don’t own resource</a:t>
            </a:r>
            <a:endParaRPr lang="en-US" dirty="0"/>
          </a:p>
        </p:txBody>
      </p:sp>
      <p:sp>
        <p:nvSpPr>
          <p:cNvPr id="9" name="TextBox 8">
            <a:extLst>
              <a:ext uri="{FF2B5EF4-FFF2-40B4-BE49-F238E27FC236}">
                <a16:creationId xmlns:a16="http://schemas.microsoft.com/office/drawing/2014/main" id="{A3FE76F4-519B-D591-9288-FEB9D30E58A7}"/>
              </a:ext>
            </a:extLst>
          </p:cNvPr>
          <p:cNvSpPr txBox="1"/>
          <p:nvPr/>
        </p:nvSpPr>
        <p:spPr>
          <a:xfrm>
            <a:off x="8203129" y="3251304"/>
            <a:ext cx="3293390" cy="1744441"/>
          </a:xfrm>
          <a:prstGeom prst="rect">
            <a:avLst/>
          </a:prstGeom>
        </p:spPr>
        <p:txBody>
          <a:bodyPr vert="horz" wrap="none" lIns="45720" tIns="45720" rIns="45720" bIns="45720" rtlCol="0">
            <a:normAutofit/>
          </a:bodyPr>
          <a:lstStyle/>
          <a:p>
            <a:pPr algn="l"/>
            <a:r>
              <a:rPr lang="en-US" dirty="0"/>
              <a:t>How we’re different:</a:t>
            </a:r>
          </a:p>
          <a:p>
            <a:pPr marL="342900" indent="-342900" algn="l">
              <a:buFontTx/>
              <a:buChar char="-"/>
            </a:pPr>
            <a:r>
              <a:rPr lang="en-US" dirty="0"/>
              <a:t>We can learn from their </a:t>
            </a:r>
            <a:br>
              <a:rPr lang="en-US" dirty="0"/>
            </a:br>
            <a:r>
              <a:rPr lang="en-US" dirty="0"/>
              <a:t>bootcamp setup</a:t>
            </a:r>
          </a:p>
          <a:p>
            <a:pPr marL="342900" indent="-342900" algn="l">
              <a:buFontTx/>
              <a:buChar char="-"/>
            </a:pPr>
            <a:r>
              <a:rPr lang="en-US" dirty="0"/>
              <a:t>Different business model</a:t>
            </a:r>
          </a:p>
        </p:txBody>
      </p:sp>
      <p:sp>
        <p:nvSpPr>
          <p:cNvPr id="2" name="TextBox 1">
            <a:extLst>
              <a:ext uri="{FF2B5EF4-FFF2-40B4-BE49-F238E27FC236}">
                <a16:creationId xmlns:a16="http://schemas.microsoft.com/office/drawing/2014/main" id="{63006A56-FBD5-A248-66CB-8F9BEB4A230F}"/>
              </a:ext>
            </a:extLst>
          </p:cNvPr>
          <p:cNvSpPr txBox="1"/>
          <p:nvPr/>
        </p:nvSpPr>
        <p:spPr>
          <a:xfrm>
            <a:off x="8183880" y="121920"/>
            <a:ext cx="3799468" cy="513849"/>
          </a:xfrm>
          <a:prstGeom prst="rect">
            <a:avLst/>
          </a:prstGeom>
          <a:solidFill>
            <a:schemeClr val="accent2"/>
          </a:solidFill>
        </p:spPr>
        <p:txBody>
          <a:bodyPr vert="horz" wrap="square" lIns="45720" tIns="45720" rIns="45720" bIns="45720" rtlCol="0">
            <a:normAutofit/>
          </a:bodyPr>
          <a:lstStyle/>
          <a:p>
            <a:pPr algn="l">
              <a:spcBef>
                <a:spcPts val="1800"/>
              </a:spcBef>
            </a:pPr>
            <a:r>
              <a:rPr lang="en-US" dirty="0"/>
              <a:t>Sergio review, edit and confirm</a:t>
            </a:r>
          </a:p>
        </p:txBody>
      </p:sp>
    </p:spTree>
    <p:extLst>
      <p:ext uri="{BB962C8B-B14F-4D97-AF65-F5344CB8AC3E}">
        <p14:creationId xmlns:p14="http://schemas.microsoft.com/office/powerpoint/2010/main" val="26936235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4D78607-2FB2-5167-65DB-624DBFA982CF}"/>
              </a:ext>
            </a:extLst>
          </p:cNvPr>
          <p:cNvSpPr>
            <a:spLocks noGrp="1"/>
          </p:cNvSpPr>
          <p:nvPr>
            <p:ph type="dt" sz="half" idx="10"/>
          </p:nvPr>
        </p:nvSpPr>
        <p:spPr/>
        <p:txBody>
          <a:bodyPr/>
          <a:lstStyle/>
          <a:p>
            <a:fld id="{915B8B27-2482-2944-BAE4-A2E493AC982D}" type="datetime1">
              <a:rPr lang="en-US" smtClean="0"/>
              <a:t>8/24/2022</a:t>
            </a:fld>
            <a:endParaRPr lang="en-US" dirty="0"/>
          </a:p>
        </p:txBody>
      </p:sp>
      <p:sp>
        <p:nvSpPr>
          <p:cNvPr id="4" name="Slide Number Placeholder 3">
            <a:extLst>
              <a:ext uri="{FF2B5EF4-FFF2-40B4-BE49-F238E27FC236}">
                <a16:creationId xmlns:a16="http://schemas.microsoft.com/office/drawing/2014/main" id="{80BE0B4E-5889-2C2F-F477-F86566CA7890}"/>
              </a:ext>
            </a:extLst>
          </p:cNvPr>
          <p:cNvSpPr>
            <a:spLocks noGrp="1"/>
          </p:cNvSpPr>
          <p:nvPr>
            <p:ph type="sldNum" sz="quarter" idx="12"/>
          </p:nvPr>
        </p:nvSpPr>
        <p:spPr/>
        <p:txBody>
          <a:bodyPr/>
          <a:lstStyle/>
          <a:p>
            <a:fld id="{4FAB73BC-B049-4115-A692-8D63A059BFB8}" type="slidenum">
              <a:rPr lang="en-US" smtClean="0"/>
              <a:t>8</a:t>
            </a:fld>
            <a:endParaRPr lang="en-US" dirty="0"/>
          </a:p>
        </p:txBody>
      </p:sp>
      <p:sp>
        <p:nvSpPr>
          <p:cNvPr id="5" name="Title 4">
            <a:extLst>
              <a:ext uri="{FF2B5EF4-FFF2-40B4-BE49-F238E27FC236}">
                <a16:creationId xmlns:a16="http://schemas.microsoft.com/office/drawing/2014/main" id="{93207015-6EBB-7325-64A1-424548F7680D}"/>
              </a:ext>
            </a:extLst>
          </p:cNvPr>
          <p:cNvSpPr>
            <a:spLocks noGrp="1"/>
          </p:cNvSpPr>
          <p:nvPr>
            <p:ph type="title"/>
          </p:nvPr>
        </p:nvSpPr>
        <p:spPr/>
        <p:txBody>
          <a:bodyPr/>
          <a:lstStyle/>
          <a:p>
            <a:r>
              <a:rPr lang="en-US" dirty="0"/>
              <a:t>Competitive check - </a:t>
            </a:r>
            <a:r>
              <a:rPr lang="en-US" dirty="0" err="1"/>
              <a:t>wizeline</a:t>
            </a:r>
            <a:r>
              <a:rPr lang="en-US" dirty="0"/>
              <a:t> </a:t>
            </a:r>
          </a:p>
        </p:txBody>
      </p:sp>
      <p:sp>
        <p:nvSpPr>
          <p:cNvPr id="7" name="TextBox 6">
            <a:extLst>
              <a:ext uri="{FF2B5EF4-FFF2-40B4-BE49-F238E27FC236}">
                <a16:creationId xmlns:a16="http://schemas.microsoft.com/office/drawing/2014/main" id="{9DAD6FB0-F8B6-D9EA-4C3E-A40AA4B4D2FE}"/>
              </a:ext>
            </a:extLst>
          </p:cNvPr>
          <p:cNvSpPr txBox="1"/>
          <p:nvPr/>
        </p:nvSpPr>
        <p:spPr>
          <a:xfrm>
            <a:off x="7902498" y="721115"/>
            <a:ext cx="3884689" cy="2661424"/>
          </a:xfrm>
          <a:prstGeom prst="rect">
            <a:avLst/>
          </a:prstGeom>
        </p:spPr>
        <p:txBody>
          <a:bodyPr vert="horz" wrap="square" lIns="45720" tIns="45720" rIns="45720" bIns="45720" rtlCol="0">
            <a:normAutofit/>
          </a:bodyPr>
          <a:lstStyle/>
          <a:p>
            <a:pPr algn="l"/>
            <a:r>
              <a:rPr lang="en-US" dirty="0"/>
              <a:t>Observations:</a:t>
            </a:r>
          </a:p>
          <a:p>
            <a:pPr marL="285750" indent="-285750" rtl="0" fontAlgn="ctr">
              <a:spcBef>
                <a:spcPts val="0"/>
              </a:spcBef>
              <a:spcAft>
                <a:spcPts val="0"/>
              </a:spcAft>
              <a:buFont typeface="Arial" panose="020B0604020202020204" pitchFamily="34" charset="0"/>
              <a:buChar char="•"/>
            </a:pPr>
            <a:r>
              <a:rPr lang="en-US" sz="1800" dirty="0">
                <a:effectLst/>
                <a:latin typeface="Calibri" panose="020F0502020204030204" pitchFamily="34" charset="0"/>
              </a:rPr>
              <a:t>Pure development firm</a:t>
            </a:r>
          </a:p>
          <a:p>
            <a:pPr marL="285750" indent="-285750" rtl="0" fontAlgn="ctr">
              <a:spcBef>
                <a:spcPts val="0"/>
              </a:spcBef>
              <a:spcAft>
                <a:spcPts val="0"/>
              </a:spcAft>
              <a:buFont typeface="Arial" panose="020B0604020202020204" pitchFamily="34" charset="0"/>
              <a:buChar char="•"/>
            </a:pPr>
            <a:r>
              <a:rPr lang="en-US" sz="1800" dirty="0">
                <a:latin typeface="Calibri" panose="020F0502020204030204" pitchFamily="34" charset="0"/>
              </a:rPr>
              <a:t>Has consulting arm to analyze client problem and develop solutions end-to-end</a:t>
            </a:r>
            <a:endParaRPr lang="en-US" sz="1800" dirty="0">
              <a:effectLst/>
              <a:latin typeface="Calibri" panose="020F0502020204030204" pitchFamily="34" charset="0"/>
            </a:endParaRPr>
          </a:p>
          <a:p>
            <a:pPr marL="285750" indent="-285750" rtl="0" fontAlgn="ctr">
              <a:spcBef>
                <a:spcPts val="0"/>
              </a:spcBef>
              <a:spcAft>
                <a:spcPts val="0"/>
              </a:spcAft>
              <a:buFont typeface="Arial" panose="020B0604020202020204" pitchFamily="34" charset="0"/>
              <a:buChar char="•"/>
            </a:pPr>
            <a:r>
              <a:rPr lang="en-US" sz="1800" dirty="0">
                <a:effectLst/>
                <a:latin typeface="Calibri" panose="020F0502020204030204" pitchFamily="34" charset="0"/>
              </a:rPr>
              <a:t>Strong social media presence</a:t>
            </a:r>
          </a:p>
          <a:p>
            <a:pPr marL="285750" indent="-285750" rtl="0" fontAlgn="ctr">
              <a:spcBef>
                <a:spcPts val="0"/>
              </a:spcBef>
              <a:spcAft>
                <a:spcPts val="0"/>
              </a:spcAft>
              <a:buFont typeface="Arial" panose="020B0604020202020204" pitchFamily="34" charset="0"/>
              <a:buChar char="•"/>
            </a:pPr>
            <a:r>
              <a:rPr lang="en-US" sz="1800" dirty="0">
                <a:latin typeface="Calibri" panose="020F0502020204030204" pitchFamily="34" charset="0"/>
              </a:rPr>
              <a:t>Mix of Mexican and American clients</a:t>
            </a:r>
          </a:p>
          <a:p>
            <a:pPr marL="285750" indent="-285750" rtl="0" fontAlgn="ctr">
              <a:spcBef>
                <a:spcPts val="0"/>
              </a:spcBef>
              <a:spcAft>
                <a:spcPts val="0"/>
              </a:spcAft>
              <a:buFont typeface="Arial" panose="020B0604020202020204" pitchFamily="34" charset="0"/>
              <a:buChar char="•"/>
            </a:pPr>
            <a:r>
              <a:rPr lang="en-US" sz="1800" dirty="0">
                <a:latin typeface="Calibri" panose="020F0502020204030204" pitchFamily="34" charset="0"/>
              </a:rPr>
              <a:t>We will compete with them for talent</a:t>
            </a:r>
            <a:endParaRPr lang="en-US" sz="1800" dirty="0">
              <a:effectLst/>
              <a:latin typeface="Calibri" panose="020F0502020204030204" pitchFamily="34" charset="0"/>
            </a:endParaRPr>
          </a:p>
        </p:txBody>
      </p:sp>
      <p:sp>
        <p:nvSpPr>
          <p:cNvPr id="8" name="TextBox 7">
            <a:extLst>
              <a:ext uri="{FF2B5EF4-FFF2-40B4-BE49-F238E27FC236}">
                <a16:creationId xmlns:a16="http://schemas.microsoft.com/office/drawing/2014/main" id="{AD1AFFBB-0415-C0FF-820F-DBFB99BCC81F}"/>
              </a:ext>
            </a:extLst>
          </p:cNvPr>
          <p:cNvSpPr txBox="1"/>
          <p:nvPr/>
        </p:nvSpPr>
        <p:spPr>
          <a:xfrm>
            <a:off x="7902499" y="3308194"/>
            <a:ext cx="4007556" cy="3314971"/>
          </a:xfrm>
          <a:prstGeom prst="rect">
            <a:avLst/>
          </a:prstGeom>
        </p:spPr>
        <p:txBody>
          <a:bodyPr vert="horz" wrap="square" lIns="45720" tIns="45720" rIns="45720" bIns="45720" rtlCol="0">
            <a:normAutofit/>
          </a:bodyPr>
          <a:lstStyle/>
          <a:p>
            <a:pPr algn="l"/>
            <a:r>
              <a:rPr lang="en-US" dirty="0"/>
              <a:t>How we’re different:</a:t>
            </a:r>
          </a:p>
          <a:p>
            <a:pPr marL="342900" indent="-342900" algn="l">
              <a:buFontTx/>
              <a:buChar char="-"/>
            </a:pPr>
            <a:r>
              <a:rPr lang="en-US" dirty="0"/>
              <a:t>This is how we will evolve to </a:t>
            </a:r>
            <a:br>
              <a:rPr lang="en-US" dirty="0"/>
            </a:br>
            <a:r>
              <a:rPr lang="en-US" dirty="0"/>
              <a:t>offer consulting services to US clients</a:t>
            </a:r>
          </a:p>
          <a:p>
            <a:pPr marL="342900" indent="-342900" algn="l">
              <a:buFontTx/>
              <a:buChar char="-"/>
            </a:pPr>
            <a:r>
              <a:rPr lang="en-US" dirty="0"/>
              <a:t>On-demand courses, bootcamps, women in tech </a:t>
            </a:r>
            <a:r>
              <a:rPr lang="en-US" b="1" i="1" dirty="0"/>
              <a:t>offered to clients </a:t>
            </a:r>
            <a:r>
              <a:rPr lang="en-US" dirty="0"/>
              <a:t>(not their own resources)</a:t>
            </a:r>
          </a:p>
          <a:p>
            <a:pPr marL="342900" indent="-342900" algn="l">
              <a:buFontTx/>
              <a:buChar char="-"/>
            </a:pPr>
            <a:r>
              <a:rPr lang="en-US" dirty="0"/>
              <a:t>Attractive on salary, not on </a:t>
            </a:r>
            <a:r>
              <a:rPr lang="en-US" b="1" dirty="0"/>
              <a:t>culture</a:t>
            </a:r>
            <a:r>
              <a:rPr lang="en-US" dirty="0"/>
              <a:t> – work/life balance, friendly environment </a:t>
            </a:r>
          </a:p>
          <a:p>
            <a:pPr marL="342900" indent="-342900" algn="l">
              <a:buFontTx/>
              <a:buChar char="-"/>
            </a:pPr>
            <a:r>
              <a:rPr lang="en-US" b="1" dirty="0"/>
              <a:t>Mentorship</a:t>
            </a:r>
            <a:r>
              <a:rPr lang="en-US" dirty="0"/>
              <a:t> structure not there</a:t>
            </a:r>
          </a:p>
        </p:txBody>
      </p:sp>
      <p:sp>
        <p:nvSpPr>
          <p:cNvPr id="9" name="TextBox 8">
            <a:extLst>
              <a:ext uri="{FF2B5EF4-FFF2-40B4-BE49-F238E27FC236}">
                <a16:creationId xmlns:a16="http://schemas.microsoft.com/office/drawing/2014/main" id="{912AB332-BF82-16A1-1BF1-B5BCDA86E99F}"/>
              </a:ext>
            </a:extLst>
          </p:cNvPr>
          <p:cNvSpPr txBox="1"/>
          <p:nvPr/>
        </p:nvSpPr>
        <p:spPr>
          <a:xfrm>
            <a:off x="12994481" y="3214688"/>
            <a:ext cx="914400" cy="914400"/>
          </a:xfrm>
          <a:prstGeom prst="rect">
            <a:avLst/>
          </a:prstGeom>
        </p:spPr>
        <p:txBody>
          <a:bodyPr vert="horz" wrap="none" lIns="45720" tIns="45720" rIns="45720" bIns="45720" rtlCol="0">
            <a:normAutofit/>
          </a:bodyPr>
          <a:lstStyle/>
          <a:p>
            <a:pPr algn="l">
              <a:spcBef>
                <a:spcPts val="1800"/>
              </a:spcBef>
            </a:pPr>
            <a:endParaRPr lang="en-US" dirty="0"/>
          </a:p>
        </p:txBody>
      </p:sp>
      <p:pic>
        <p:nvPicPr>
          <p:cNvPr id="11" name="Picture 10" descr="Graphical user interface, website&#10;&#10;Description automatically generated">
            <a:extLst>
              <a:ext uri="{FF2B5EF4-FFF2-40B4-BE49-F238E27FC236}">
                <a16:creationId xmlns:a16="http://schemas.microsoft.com/office/drawing/2014/main" id="{C45245D1-FB2B-7D09-2F02-813AEDC95FE9}"/>
              </a:ext>
            </a:extLst>
          </p:cNvPr>
          <p:cNvPicPr>
            <a:picLocks noChangeAspect="1"/>
          </p:cNvPicPr>
          <p:nvPr/>
        </p:nvPicPr>
        <p:blipFill>
          <a:blip r:embed="rId3"/>
          <a:stretch>
            <a:fillRect/>
          </a:stretch>
        </p:blipFill>
        <p:spPr>
          <a:xfrm>
            <a:off x="281945" y="762000"/>
            <a:ext cx="7261855" cy="5102518"/>
          </a:xfrm>
          <a:prstGeom prst="rect">
            <a:avLst/>
          </a:prstGeom>
        </p:spPr>
      </p:pic>
      <p:sp>
        <p:nvSpPr>
          <p:cNvPr id="2" name="TextBox 1">
            <a:extLst>
              <a:ext uri="{FF2B5EF4-FFF2-40B4-BE49-F238E27FC236}">
                <a16:creationId xmlns:a16="http://schemas.microsoft.com/office/drawing/2014/main" id="{4E5C5028-EABF-8617-FE50-F8EF5C4A30E5}"/>
              </a:ext>
            </a:extLst>
          </p:cNvPr>
          <p:cNvSpPr txBox="1"/>
          <p:nvPr/>
        </p:nvSpPr>
        <p:spPr>
          <a:xfrm>
            <a:off x="8183880" y="121920"/>
            <a:ext cx="3799468" cy="513849"/>
          </a:xfrm>
          <a:prstGeom prst="rect">
            <a:avLst/>
          </a:prstGeom>
          <a:solidFill>
            <a:schemeClr val="accent2"/>
          </a:solidFill>
        </p:spPr>
        <p:txBody>
          <a:bodyPr vert="horz" wrap="square" lIns="45720" tIns="45720" rIns="45720" bIns="45720" rtlCol="0">
            <a:normAutofit/>
          </a:bodyPr>
          <a:lstStyle/>
          <a:p>
            <a:pPr algn="l">
              <a:spcBef>
                <a:spcPts val="1800"/>
              </a:spcBef>
            </a:pPr>
            <a:r>
              <a:rPr lang="en-US" dirty="0"/>
              <a:t>Sergio review, edit and confirm</a:t>
            </a:r>
          </a:p>
        </p:txBody>
      </p:sp>
    </p:spTree>
    <p:extLst>
      <p:ext uri="{BB962C8B-B14F-4D97-AF65-F5344CB8AC3E}">
        <p14:creationId xmlns:p14="http://schemas.microsoft.com/office/powerpoint/2010/main" val="10099342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4D78607-2FB2-5167-65DB-624DBFA982CF}"/>
              </a:ext>
            </a:extLst>
          </p:cNvPr>
          <p:cNvSpPr>
            <a:spLocks noGrp="1"/>
          </p:cNvSpPr>
          <p:nvPr>
            <p:ph type="dt" sz="half" idx="10"/>
          </p:nvPr>
        </p:nvSpPr>
        <p:spPr/>
        <p:txBody>
          <a:bodyPr/>
          <a:lstStyle/>
          <a:p>
            <a:fld id="{915B8B27-2482-2944-BAE4-A2E493AC982D}" type="datetime1">
              <a:rPr lang="en-US" smtClean="0"/>
              <a:t>8/24/2022</a:t>
            </a:fld>
            <a:endParaRPr lang="en-US" dirty="0"/>
          </a:p>
        </p:txBody>
      </p:sp>
      <p:sp>
        <p:nvSpPr>
          <p:cNvPr id="4" name="Slide Number Placeholder 3">
            <a:extLst>
              <a:ext uri="{FF2B5EF4-FFF2-40B4-BE49-F238E27FC236}">
                <a16:creationId xmlns:a16="http://schemas.microsoft.com/office/drawing/2014/main" id="{80BE0B4E-5889-2C2F-F477-F86566CA7890}"/>
              </a:ext>
            </a:extLst>
          </p:cNvPr>
          <p:cNvSpPr>
            <a:spLocks noGrp="1"/>
          </p:cNvSpPr>
          <p:nvPr>
            <p:ph type="sldNum" sz="quarter" idx="12"/>
          </p:nvPr>
        </p:nvSpPr>
        <p:spPr/>
        <p:txBody>
          <a:bodyPr/>
          <a:lstStyle/>
          <a:p>
            <a:fld id="{4FAB73BC-B049-4115-A692-8D63A059BFB8}" type="slidenum">
              <a:rPr lang="en-US" smtClean="0"/>
              <a:t>9</a:t>
            </a:fld>
            <a:endParaRPr lang="en-US" dirty="0"/>
          </a:p>
        </p:txBody>
      </p:sp>
      <p:sp>
        <p:nvSpPr>
          <p:cNvPr id="5" name="Title 4">
            <a:extLst>
              <a:ext uri="{FF2B5EF4-FFF2-40B4-BE49-F238E27FC236}">
                <a16:creationId xmlns:a16="http://schemas.microsoft.com/office/drawing/2014/main" id="{93207015-6EBB-7325-64A1-424548F7680D}"/>
              </a:ext>
            </a:extLst>
          </p:cNvPr>
          <p:cNvSpPr>
            <a:spLocks noGrp="1"/>
          </p:cNvSpPr>
          <p:nvPr>
            <p:ph type="title"/>
          </p:nvPr>
        </p:nvSpPr>
        <p:spPr/>
        <p:txBody>
          <a:bodyPr/>
          <a:lstStyle/>
          <a:p>
            <a:r>
              <a:rPr lang="en-US" dirty="0"/>
              <a:t>Competitive check - </a:t>
            </a:r>
            <a:r>
              <a:rPr lang="en-US" dirty="0" err="1"/>
              <a:t>xertica</a:t>
            </a:r>
            <a:r>
              <a:rPr lang="en-US" dirty="0"/>
              <a:t> </a:t>
            </a:r>
          </a:p>
        </p:txBody>
      </p:sp>
      <p:sp>
        <p:nvSpPr>
          <p:cNvPr id="6" name="TextBox 5">
            <a:extLst>
              <a:ext uri="{FF2B5EF4-FFF2-40B4-BE49-F238E27FC236}">
                <a16:creationId xmlns:a16="http://schemas.microsoft.com/office/drawing/2014/main" id="{CD8BD8C0-9CE5-731B-DEE7-C81664F7033B}"/>
              </a:ext>
            </a:extLst>
          </p:cNvPr>
          <p:cNvSpPr txBox="1"/>
          <p:nvPr/>
        </p:nvSpPr>
        <p:spPr>
          <a:xfrm>
            <a:off x="8203128" y="914399"/>
            <a:ext cx="3584059" cy="1997991"/>
          </a:xfrm>
          <a:prstGeom prst="rect">
            <a:avLst/>
          </a:prstGeom>
        </p:spPr>
        <p:txBody>
          <a:bodyPr vert="horz" wrap="square" lIns="45720" tIns="45720" rIns="45720" bIns="45720" rtlCol="0">
            <a:normAutofit fontScale="92500"/>
          </a:bodyPr>
          <a:lstStyle/>
          <a:p>
            <a:pPr algn="l"/>
            <a:r>
              <a:rPr lang="en-US" dirty="0"/>
              <a:t>Observations:</a:t>
            </a:r>
          </a:p>
          <a:p>
            <a:pPr marL="285750" indent="-285750" rtl="0" fontAlgn="ctr">
              <a:spcBef>
                <a:spcPts val="0"/>
              </a:spcBef>
              <a:spcAft>
                <a:spcPts val="0"/>
              </a:spcAft>
              <a:buFont typeface="Arial" panose="020B0604020202020204" pitchFamily="34" charset="0"/>
              <a:buChar char="•"/>
            </a:pPr>
            <a:r>
              <a:rPr lang="en-US" sz="1800" dirty="0">
                <a:effectLst/>
                <a:latin typeface="Calibri" panose="020F0502020204030204" pitchFamily="34" charset="0"/>
              </a:rPr>
              <a:t>Services are similar to what we'd have</a:t>
            </a:r>
          </a:p>
          <a:p>
            <a:pPr marL="285750" indent="-285750" rtl="0" fontAlgn="ctr">
              <a:spcBef>
                <a:spcPts val="0"/>
              </a:spcBef>
              <a:spcAft>
                <a:spcPts val="0"/>
              </a:spcAft>
              <a:buFont typeface="Arial" panose="020B0604020202020204" pitchFamily="34" charset="0"/>
              <a:buChar char="•"/>
            </a:pPr>
            <a:r>
              <a:rPr lang="en-US" sz="1800" dirty="0">
                <a:effectLst/>
                <a:latin typeface="Calibri" panose="020F0502020204030204" pitchFamily="34" charset="0"/>
              </a:rPr>
              <a:t>They have a services/consulting arm now which we wouldn't right now</a:t>
            </a:r>
          </a:p>
          <a:p>
            <a:pPr marL="285750" indent="-285750" rtl="0" fontAlgn="ctr">
              <a:spcBef>
                <a:spcPts val="0"/>
              </a:spcBef>
              <a:spcAft>
                <a:spcPts val="0"/>
              </a:spcAft>
              <a:buFont typeface="Arial" panose="020B0604020202020204" pitchFamily="34" charset="0"/>
              <a:buChar char="•"/>
            </a:pPr>
            <a:r>
              <a:rPr lang="en-US" sz="1800" dirty="0">
                <a:latin typeface="Calibri" panose="020F0502020204030204" pitchFamily="34" charset="0"/>
              </a:rPr>
              <a:t>Will compete for talent, not clients </a:t>
            </a:r>
            <a:endParaRPr lang="en-US" sz="1800" dirty="0">
              <a:effectLst/>
              <a:latin typeface="Calibri" panose="020F0502020204030204" pitchFamily="34" charset="0"/>
            </a:endParaRPr>
          </a:p>
        </p:txBody>
      </p:sp>
      <p:sp>
        <p:nvSpPr>
          <p:cNvPr id="7" name="TextBox 6">
            <a:extLst>
              <a:ext uri="{FF2B5EF4-FFF2-40B4-BE49-F238E27FC236}">
                <a16:creationId xmlns:a16="http://schemas.microsoft.com/office/drawing/2014/main" id="{5537BB3D-B879-6E03-EA1A-0B3773389F29}"/>
              </a:ext>
            </a:extLst>
          </p:cNvPr>
          <p:cNvSpPr txBox="1"/>
          <p:nvPr/>
        </p:nvSpPr>
        <p:spPr>
          <a:xfrm>
            <a:off x="8203129" y="2988838"/>
            <a:ext cx="3293390" cy="1997991"/>
          </a:xfrm>
          <a:prstGeom prst="rect">
            <a:avLst/>
          </a:prstGeom>
        </p:spPr>
        <p:txBody>
          <a:bodyPr vert="horz" wrap="square" lIns="45720" tIns="45720" rIns="45720" bIns="45720" rtlCol="0">
            <a:normAutofit/>
          </a:bodyPr>
          <a:lstStyle/>
          <a:p>
            <a:pPr algn="l"/>
            <a:r>
              <a:rPr lang="en-US" dirty="0"/>
              <a:t>How we’re different:</a:t>
            </a:r>
          </a:p>
          <a:p>
            <a:pPr marL="342900" indent="-342900" algn="l">
              <a:buFontTx/>
              <a:buChar char="-"/>
            </a:pPr>
            <a:r>
              <a:rPr lang="en-US" dirty="0"/>
              <a:t>They are focused on LATAM clients</a:t>
            </a:r>
          </a:p>
          <a:p>
            <a:pPr marL="342900" indent="-342900" algn="l">
              <a:buFontTx/>
              <a:buChar char="-"/>
            </a:pPr>
            <a:r>
              <a:rPr lang="en-US" dirty="0"/>
              <a:t>Sergio to check w Martin</a:t>
            </a:r>
          </a:p>
          <a:p>
            <a:pPr marL="342900" indent="-342900" algn="l">
              <a:buFontTx/>
              <a:buChar char="-"/>
            </a:pPr>
            <a:endParaRPr lang="en-US" dirty="0"/>
          </a:p>
          <a:p>
            <a:pPr marL="342900" indent="-342900" algn="l">
              <a:buFontTx/>
              <a:buChar char="-"/>
            </a:pPr>
            <a:endParaRPr lang="en-US" dirty="0"/>
          </a:p>
        </p:txBody>
      </p:sp>
      <p:pic>
        <p:nvPicPr>
          <p:cNvPr id="9" name="Picture 8" descr="A picture containing text, scene, way, road&#10;&#10;Description automatically generated">
            <a:extLst>
              <a:ext uri="{FF2B5EF4-FFF2-40B4-BE49-F238E27FC236}">
                <a16:creationId xmlns:a16="http://schemas.microsoft.com/office/drawing/2014/main" id="{2FEDC1E0-B4EE-FF61-1B0B-5CB127DBF0EB}"/>
              </a:ext>
            </a:extLst>
          </p:cNvPr>
          <p:cNvPicPr>
            <a:picLocks noChangeAspect="1"/>
          </p:cNvPicPr>
          <p:nvPr/>
        </p:nvPicPr>
        <p:blipFill>
          <a:blip r:embed="rId3"/>
          <a:stretch>
            <a:fillRect/>
          </a:stretch>
        </p:blipFill>
        <p:spPr>
          <a:xfrm>
            <a:off x="342900" y="906780"/>
            <a:ext cx="7562603" cy="4080050"/>
          </a:xfrm>
          <a:prstGeom prst="rect">
            <a:avLst/>
          </a:prstGeom>
        </p:spPr>
      </p:pic>
      <p:sp>
        <p:nvSpPr>
          <p:cNvPr id="2" name="TextBox 1">
            <a:extLst>
              <a:ext uri="{FF2B5EF4-FFF2-40B4-BE49-F238E27FC236}">
                <a16:creationId xmlns:a16="http://schemas.microsoft.com/office/drawing/2014/main" id="{5D08813F-BB0A-10C6-E8F3-571599F04EC4}"/>
              </a:ext>
            </a:extLst>
          </p:cNvPr>
          <p:cNvSpPr txBox="1"/>
          <p:nvPr/>
        </p:nvSpPr>
        <p:spPr>
          <a:xfrm>
            <a:off x="8183880" y="121920"/>
            <a:ext cx="3799468" cy="513849"/>
          </a:xfrm>
          <a:prstGeom prst="rect">
            <a:avLst/>
          </a:prstGeom>
          <a:solidFill>
            <a:schemeClr val="accent2"/>
          </a:solidFill>
        </p:spPr>
        <p:txBody>
          <a:bodyPr vert="horz" wrap="square" lIns="45720" tIns="45720" rIns="45720" bIns="45720" rtlCol="0">
            <a:normAutofit/>
          </a:bodyPr>
          <a:lstStyle/>
          <a:p>
            <a:pPr algn="l">
              <a:spcBef>
                <a:spcPts val="1800"/>
              </a:spcBef>
            </a:pPr>
            <a:r>
              <a:rPr lang="en-US" dirty="0"/>
              <a:t>Sergio review, edit and confirm</a:t>
            </a:r>
          </a:p>
        </p:txBody>
      </p:sp>
    </p:spTree>
    <p:extLst>
      <p:ext uri="{BB962C8B-B14F-4D97-AF65-F5344CB8AC3E}">
        <p14:creationId xmlns:p14="http://schemas.microsoft.com/office/powerpoint/2010/main" val="11925866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C6E96162-3C58-A014-35D9-9EDC44C9F89E}"/>
              </a:ext>
            </a:extLst>
          </p:cNvPr>
          <p:cNvSpPr>
            <a:spLocks noGrp="1"/>
          </p:cNvSpPr>
          <p:nvPr>
            <p:ph type="dt" sz="half" idx="10"/>
          </p:nvPr>
        </p:nvSpPr>
        <p:spPr/>
        <p:txBody>
          <a:bodyPr/>
          <a:lstStyle/>
          <a:p>
            <a:fld id="{915B8B27-2482-2944-BAE4-A2E493AC982D}" type="datetime1">
              <a:rPr lang="en-US" smtClean="0"/>
              <a:t>8/24/2022</a:t>
            </a:fld>
            <a:endParaRPr lang="en-US" dirty="0"/>
          </a:p>
        </p:txBody>
      </p:sp>
      <p:sp>
        <p:nvSpPr>
          <p:cNvPr id="4" name="Slide Number Placeholder 3">
            <a:extLst>
              <a:ext uri="{FF2B5EF4-FFF2-40B4-BE49-F238E27FC236}">
                <a16:creationId xmlns:a16="http://schemas.microsoft.com/office/drawing/2014/main" id="{93AC5CC9-D7C4-0454-0F49-F4E818026633}"/>
              </a:ext>
            </a:extLst>
          </p:cNvPr>
          <p:cNvSpPr>
            <a:spLocks noGrp="1"/>
          </p:cNvSpPr>
          <p:nvPr>
            <p:ph type="sldNum" sz="quarter" idx="12"/>
          </p:nvPr>
        </p:nvSpPr>
        <p:spPr/>
        <p:txBody>
          <a:bodyPr/>
          <a:lstStyle/>
          <a:p>
            <a:fld id="{4FAB73BC-B049-4115-A692-8D63A059BFB8}" type="slidenum">
              <a:rPr lang="en-US" smtClean="0"/>
              <a:t>10</a:t>
            </a:fld>
            <a:endParaRPr lang="en-US" dirty="0"/>
          </a:p>
        </p:txBody>
      </p:sp>
      <p:sp>
        <p:nvSpPr>
          <p:cNvPr id="5" name="Title 4">
            <a:extLst>
              <a:ext uri="{FF2B5EF4-FFF2-40B4-BE49-F238E27FC236}">
                <a16:creationId xmlns:a16="http://schemas.microsoft.com/office/drawing/2014/main" id="{7EBF2F7B-4B47-0D64-428E-AC98B1E327F4}"/>
              </a:ext>
            </a:extLst>
          </p:cNvPr>
          <p:cNvSpPr>
            <a:spLocks noGrp="1"/>
          </p:cNvSpPr>
          <p:nvPr>
            <p:ph type="title"/>
          </p:nvPr>
        </p:nvSpPr>
        <p:spPr/>
        <p:txBody>
          <a:bodyPr/>
          <a:lstStyle/>
          <a:p>
            <a:r>
              <a:rPr lang="en-US" dirty="0"/>
              <a:t>Perception synthesis</a:t>
            </a:r>
          </a:p>
        </p:txBody>
      </p:sp>
      <p:cxnSp>
        <p:nvCxnSpPr>
          <p:cNvPr id="13" name="Google Shape;380;p35">
            <a:extLst>
              <a:ext uri="{FF2B5EF4-FFF2-40B4-BE49-F238E27FC236}">
                <a16:creationId xmlns:a16="http://schemas.microsoft.com/office/drawing/2014/main" id="{B31A956D-C1E6-C612-6D7E-B27CF0A4C84A}"/>
              </a:ext>
            </a:extLst>
          </p:cNvPr>
          <p:cNvCxnSpPr/>
          <p:nvPr/>
        </p:nvCxnSpPr>
        <p:spPr>
          <a:xfrm>
            <a:off x="5902457" y="777742"/>
            <a:ext cx="0" cy="5495568"/>
          </a:xfrm>
          <a:prstGeom prst="straightConnector1">
            <a:avLst/>
          </a:prstGeom>
          <a:noFill/>
          <a:ln w="9525" cap="flat" cmpd="sng">
            <a:solidFill>
              <a:srgbClr val="1A1A1A"/>
            </a:solidFill>
            <a:prstDash val="solid"/>
            <a:round/>
            <a:headEnd type="none" w="med" len="med"/>
            <a:tailEnd type="none" w="med" len="med"/>
          </a:ln>
        </p:spPr>
      </p:cxnSp>
      <p:cxnSp>
        <p:nvCxnSpPr>
          <p:cNvPr id="14" name="Google Shape;381;p35">
            <a:extLst>
              <a:ext uri="{FF2B5EF4-FFF2-40B4-BE49-F238E27FC236}">
                <a16:creationId xmlns:a16="http://schemas.microsoft.com/office/drawing/2014/main" id="{438A53F3-3BD0-DD8D-F9A7-F48454909CE9}"/>
              </a:ext>
            </a:extLst>
          </p:cNvPr>
          <p:cNvCxnSpPr/>
          <p:nvPr/>
        </p:nvCxnSpPr>
        <p:spPr>
          <a:xfrm>
            <a:off x="3114166" y="777742"/>
            <a:ext cx="0" cy="5495568"/>
          </a:xfrm>
          <a:prstGeom prst="straightConnector1">
            <a:avLst/>
          </a:prstGeom>
          <a:noFill/>
          <a:ln w="9525" cap="flat" cmpd="sng">
            <a:solidFill>
              <a:srgbClr val="1A1A1A"/>
            </a:solidFill>
            <a:prstDash val="solid"/>
            <a:round/>
            <a:headEnd type="none" w="med" len="med"/>
            <a:tailEnd type="none" w="med" len="med"/>
          </a:ln>
        </p:spPr>
      </p:cxnSp>
      <p:cxnSp>
        <p:nvCxnSpPr>
          <p:cNvPr id="15" name="Google Shape;382;p35">
            <a:extLst>
              <a:ext uri="{FF2B5EF4-FFF2-40B4-BE49-F238E27FC236}">
                <a16:creationId xmlns:a16="http://schemas.microsoft.com/office/drawing/2014/main" id="{BA0F892C-4B57-777B-C7F3-E137D3603F61}"/>
              </a:ext>
            </a:extLst>
          </p:cNvPr>
          <p:cNvCxnSpPr/>
          <p:nvPr/>
        </p:nvCxnSpPr>
        <p:spPr>
          <a:xfrm>
            <a:off x="8870793" y="777742"/>
            <a:ext cx="0" cy="5495568"/>
          </a:xfrm>
          <a:prstGeom prst="straightConnector1">
            <a:avLst/>
          </a:prstGeom>
          <a:noFill/>
          <a:ln w="9525" cap="flat" cmpd="sng">
            <a:solidFill>
              <a:srgbClr val="1A1A1A"/>
            </a:solidFill>
            <a:prstDash val="solid"/>
            <a:round/>
            <a:headEnd type="none" w="med" len="med"/>
            <a:tailEnd type="none" w="med" len="med"/>
          </a:ln>
        </p:spPr>
      </p:cxnSp>
      <p:sp>
        <p:nvSpPr>
          <p:cNvPr id="8" name="Google Shape;383;p35">
            <a:extLst>
              <a:ext uri="{FF2B5EF4-FFF2-40B4-BE49-F238E27FC236}">
                <a16:creationId xmlns:a16="http://schemas.microsoft.com/office/drawing/2014/main" id="{7DAD66E7-D400-9905-5C92-4809586AEBE5}"/>
              </a:ext>
            </a:extLst>
          </p:cNvPr>
          <p:cNvSpPr txBox="1"/>
          <p:nvPr/>
        </p:nvSpPr>
        <p:spPr>
          <a:xfrm>
            <a:off x="403495" y="729986"/>
            <a:ext cx="2401999" cy="513849"/>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GB" sz="1400" b="1" dirty="0">
                <a:solidFill>
                  <a:srgbClr val="000000"/>
                </a:solidFill>
                <a:latin typeface="Proxima Nova"/>
                <a:ea typeface="Proxima Nova"/>
                <a:cs typeface="Proxima Nova"/>
                <a:sym typeface="Proxima Nova"/>
              </a:rPr>
              <a:t>Why are we here?</a:t>
            </a:r>
            <a:endParaRPr sz="1400" b="1" dirty="0">
              <a:solidFill>
                <a:srgbClr val="000000"/>
              </a:solidFill>
              <a:latin typeface="Proxima Nova"/>
              <a:ea typeface="Proxima Nova"/>
              <a:cs typeface="Proxima Nova"/>
              <a:sym typeface="Proxima Nova"/>
            </a:endParaRPr>
          </a:p>
        </p:txBody>
      </p:sp>
      <p:sp>
        <p:nvSpPr>
          <p:cNvPr id="9" name="Google Shape;384;p35">
            <a:extLst>
              <a:ext uri="{FF2B5EF4-FFF2-40B4-BE49-F238E27FC236}">
                <a16:creationId xmlns:a16="http://schemas.microsoft.com/office/drawing/2014/main" id="{963B43BB-48C5-BC76-C7EB-DF725059F44D}"/>
              </a:ext>
            </a:extLst>
          </p:cNvPr>
          <p:cNvSpPr txBox="1"/>
          <p:nvPr/>
        </p:nvSpPr>
        <p:spPr>
          <a:xfrm>
            <a:off x="9088039" y="729986"/>
            <a:ext cx="2401999" cy="513849"/>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GB" sz="1400" b="1" dirty="0">
                <a:solidFill>
                  <a:srgbClr val="000000"/>
                </a:solidFill>
                <a:latin typeface="Proxima Nova"/>
                <a:ea typeface="Proxima Nova"/>
                <a:cs typeface="Proxima Nova"/>
                <a:sym typeface="Proxima Nova"/>
              </a:rPr>
              <a:t>What do we</a:t>
            </a:r>
            <a:r>
              <a:rPr lang="en-GB" sz="1400" b="1" dirty="0">
                <a:latin typeface="Proxima Nova"/>
                <a:ea typeface="Proxima Nova"/>
                <a:cs typeface="Proxima Nova"/>
                <a:sym typeface="Proxima Nova"/>
              </a:rPr>
              <a:t> </a:t>
            </a:r>
            <a:r>
              <a:rPr lang="en-GB" sz="1400" b="1" dirty="0">
                <a:solidFill>
                  <a:srgbClr val="000000"/>
                </a:solidFill>
                <a:latin typeface="Proxima Nova"/>
                <a:ea typeface="Proxima Nova"/>
                <a:cs typeface="Proxima Nova"/>
                <a:sym typeface="Proxima Nova"/>
              </a:rPr>
              <a:t>value most?</a:t>
            </a:r>
            <a:endParaRPr sz="1400" b="1" dirty="0">
              <a:solidFill>
                <a:srgbClr val="000000"/>
              </a:solidFill>
              <a:latin typeface="Proxima Nova"/>
              <a:ea typeface="Proxima Nova"/>
              <a:cs typeface="Proxima Nova"/>
              <a:sym typeface="Proxima Nova"/>
            </a:endParaRPr>
          </a:p>
        </p:txBody>
      </p:sp>
      <p:sp>
        <p:nvSpPr>
          <p:cNvPr id="10" name="Google Shape;385;p35">
            <a:extLst>
              <a:ext uri="{FF2B5EF4-FFF2-40B4-BE49-F238E27FC236}">
                <a16:creationId xmlns:a16="http://schemas.microsoft.com/office/drawing/2014/main" id="{03C70785-4E70-29EA-1FA3-E30CC9C2734A}"/>
              </a:ext>
            </a:extLst>
          </p:cNvPr>
          <p:cNvSpPr txBox="1"/>
          <p:nvPr/>
        </p:nvSpPr>
        <p:spPr>
          <a:xfrm>
            <a:off x="3307310" y="729986"/>
            <a:ext cx="2401999" cy="513849"/>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GB" sz="1400" b="1" dirty="0">
                <a:solidFill>
                  <a:srgbClr val="000000"/>
                </a:solidFill>
                <a:latin typeface="Proxima Nova"/>
                <a:ea typeface="Proxima Nova"/>
                <a:cs typeface="Proxima Nova"/>
                <a:sym typeface="Proxima Nova"/>
              </a:rPr>
              <a:t>Who are we here </a:t>
            </a:r>
            <a:r>
              <a:rPr lang="en-GB" sz="1400" b="1" i="1" dirty="0">
                <a:solidFill>
                  <a:srgbClr val="000000"/>
                </a:solidFill>
                <a:latin typeface="Proxima Nova"/>
                <a:ea typeface="Proxima Nova"/>
                <a:cs typeface="Proxima Nova"/>
                <a:sym typeface="Proxima Nova"/>
              </a:rPr>
              <a:t>for</a:t>
            </a:r>
            <a:r>
              <a:rPr lang="en-GB" sz="1400" b="1" dirty="0">
                <a:solidFill>
                  <a:srgbClr val="000000"/>
                </a:solidFill>
                <a:latin typeface="Proxima Nova"/>
                <a:ea typeface="Proxima Nova"/>
                <a:cs typeface="Proxima Nova"/>
                <a:sym typeface="Proxima Nova"/>
              </a:rPr>
              <a:t>?</a:t>
            </a:r>
            <a:endParaRPr sz="1400" b="1" dirty="0">
              <a:solidFill>
                <a:srgbClr val="000000"/>
              </a:solidFill>
              <a:latin typeface="Proxima Nova"/>
              <a:ea typeface="Proxima Nova"/>
              <a:cs typeface="Proxima Nova"/>
              <a:sym typeface="Proxima Nova"/>
            </a:endParaRPr>
          </a:p>
        </p:txBody>
      </p:sp>
      <p:sp>
        <p:nvSpPr>
          <p:cNvPr id="11" name="Google Shape;386;p35">
            <a:extLst>
              <a:ext uri="{FF2B5EF4-FFF2-40B4-BE49-F238E27FC236}">
                <a16:creationId xmlns:a16="http://schemas.microsoft.com/office/drawing/2014/main" id="{22FFF3A4-7C3D-3803-ED21-A234C3EAB553}"/>
              </a:ext>
            </a:extLst>
          </p:cNvPr>
          <p:cNvSpPr txBox="1"/>
          <p:nvPr/>
        </p:nvSpPr>
        <p:spPr>
          <a:xfrm>
            <a:off x="6089059" y="729986"/>
            <a:ext cx="2401999" cy="513849"/>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GB" sz="1400" b="1" dirty="0">
                <a:solidFill>
                  <a:srgbClr val="000000"/>
                </a:solidFill>
                <a:latin typeface="Proxima Nova"/>
                <a:ea typeface="Proxima Nova"/>
                <a:cs typeface="Proxima Nova"/>
                <a:sym typeface="Proxima Nova"/>
              </a:rPr>
              <a:t>What makes us different?</a:t>
            </a:r>
            <a:endParaRPr sz="1400" b="1" dirty="0">
              <a:solidFill>
                <a:srgbClr val="000000"/>
              </a:solidFill>
              <a:latin typeface="Proxima Nova"/>
              <a:ea typeface="Proxima Nova"/>
              <a:cs typeface="Proxima Nova"/>
              <a:sym typeface="Proxima Nova"/>
            </a:endParaRPr>
          </a:p>
        </p:txBody>
      </p:sp>
      <p:sp>
        <p:nvSpPr>
          <p:cNvPr id="17" name="TextBox 16">
            <a:extLst>
              <a:ext uri="{FF2B5EF4-FFF2-40B4-BE49-F238E27FC236}">
                <a16:creationId xmlns:a16="http://schemas.microsoft.com/office/drawing/2014/main" id="{93E3256A-2066-2964-6101-B454916E68EF}"/>
              </a:ext>
            </a:extLst>
          </p:cNvPr>
          <p:cNvSpPr txBox="1"/>
          <p:nvPr/>
        </p:nvSpPr>
        <p:spPr>
          <a:xfrm>
            <a:off x="3422839" y="1392792"/>
            <a:ext cx="2099881" cy="3583067"/>
          </a:xfrm>
          <a:prstGeom prst="rect">
            <a:avLst/>
          </a:prstGeom>
        </p:spPr>
        <p:txBody>
          <a:bodyPr vert="horz" wrap="square" lIns="45720" tIns="45720" rIns="45720" bIns="45720" rtlCol="0">
            <a:normAutofit/>
          </a:bodyPr>
          <a:lstStyle/>
          <a:p>
            <a:pPr marL="342900" indent="-342900" algn="l">
              <a:spcBef>
                <a:spcPts val="1800"/>
              </a:spcBef>
              <a:buAutoNum type="arabicPeriod"/>
            </a:pPr>
            <a:r>
              <a:rPr lang="en-US" sz="1400" dirty="0">
                <a:highlight>
                  <a:srgbClr val="00FFFF"/>
                </a:highlight>
              </a:rPr>
              <a:t>Software firms seeking rapid growth without linear cost of adding expensive US-based employees</a:t>
            </a:r>
          </a:p>
          <a:p>
            <a:pPr marL="342900" indent="-342900" algn="l">
              <a:spcBef>
                <a:spcPts val="1800"/>
              </a:spcBef>
              <a:buAutoNum type="arabicPeriod"/>
            </a:pPr>
            <a:r>
              <a:rPr lang="en-US" sz="1400" dirty="0">
                <a:highlight>
                  <a:srgbClr val="00FFFF"/>
                </a:highlight>
              </a:rPr>
              <a:t>Top LATAM talent with a desire to rapidly grow while contributing to a fast-paced, exciting environment</a:t>
            </a:r>
            <a:br>
              <a:rPr lang="en-US" sz="1400" dirty="0">
                <a:highlight>
                  <a:srgbClr val="00FFFF"/>
                </a:highlight>
              </a:rPr>
            </a:br>
            <a:r>
              <a:rPr lang="en-US" sz="1400" dirty="0">
                <a:highlight>
                  <a:srgbClr val="00FFFF"/>
                </a:highlight>
              </a:rPr>
              <a:t> </a:t>
            </a:r>
          </a:p>
        </p:txBody>
      </p:sp>
      <p:sp>
        <p:nvSpPr>
          <p:cNvPr id="19" name="TextBox 18">
            <a:extLst>
              <a:ext uri="{FF2B5EF4-FFF2-40B4-BE49-F238E27FC236}">
                <a16:creationId xmlns:a16="http://schemas.microsoft.com/office/drawing/2014/main" id="{B35E3FE9-019B-0265-5763-83C820BCF361}"/>
              </a:ext>
            </a:extLst>
          </p:cNvPr>
          <p:cNvSpPr txBox="1"/>
          <p:nvPr/>
        </p:nvSpPr>
        <p:spPr>
          <a:xfrm>
            <a:off x="9022081" y="1390738"/>
            <a:ext cx="2961269" cy="4034701"/>
          </a:xfrm>
          <a:prstGeom prst="rect">
            <a:avLst/>
          </a:prstGeom>
        </p:spPr>
        <p:txBody>
          <a:bodyPr vert="horz" wrap="none" lIns="45720" tIns="45720" rIns="45720" bIns="45720" rtlCol="0">
            <a:normAutofit/>
          </a:bodyPr>
          <a:lstStyle/>
          <a:p>
            <a:pPr marL="342900" indent="-342900" algn="l">
              <a:spcBef>
                <a:spcPts val="1800"/>
              </a:spcBef>
              <a:buAutoNum type="arabicPeriod"/>
            </a:pPr>
            <a:r>
              <a:rPr lang="en-US" sz="1400" dirty="0">
                <a:highlight>
                  <a:srgbClr val="00FFFF"/>
                </a:highlight>
              </a:rPr>
              <a:t>Continuous growth and learning</a:t>
            </a:r>
          </a:p>
          <a:p>
            <a:pPr marL="342900" indent="-342900" algn="l">
              <a:spcBef>
                <a:spcPts val="1800"/>
              </a:spcBef>
              <a:buAutoNum type="arabicPeriod"/>
            </a:pPr>
            <a:r>
              <a:rPr lang="en-US" sz="1400" dirty="0">
                <a:highlight>
                  <a:srgbClr val="00FFFF"/>
                </a:highlight>
              </a:rPr>
              <a:t>Associate centric (don’t use word</a:t>
            </a:r>
            <a:br>
              <a:rPr lang="en-US" sz="1400" dirty="0">
                <a:highlight>
                  <a:srgbClr val="00FFFF"/>
                </a:highlight>
              </a:rPr>
            </a:br>
            <a:r>
              <a:rPr lang="en-US" sz="1400" dirty="0">
                <a:highlight>
                  <a:srgbClr val="00FFFF"/>
                </a:highlight>
              </a:rPr>
              <a:t>“employee”) – different feeling,</a:t>
            </a:r>
            <a:br>
              <a:rPr lang="en-US" sz="1400" dirty="0">
                <a:highlight>
                  <a:srgbClr val="00FFFF"/>
                </a:highlight>
              </a:rPr>
            </a:br>
            <a:r>
              <a:rPr lang="en-US" sz="1400" dirty="0">
                <a:highlight>
                  <a:srgbClr val="00FFFF"/>
                </a:highlight>
              </a:rPr>
              <a:t>part of a team, extended family, </a:t>
            </a:r>
            <a:br>
              <a:rPr lang="en-US" sz="1400" dirty="0">
                <a:highlight>
                  <a:srgbClr val="00FFFF"/>
                </a:highlight>
              </a:rPr>
            </a:br>
            <a:r>
              <a:rPr lang="en-US" sz="1400" dirty="0">
                <a:highlight>
                  <a:srgbClr val="00FFFF"/>
                </a:highlight>
              </a:rPr>
              <a:t>build evangelists </a:t>
            </a:r>
          </a:p>
          <a:p>
            <a:pPr marL="342900" indent="-342900" algn="l">
              <a:spcBef>
                <a:spcPts val="1800"/>
              </a:spcBef>
              <a:buAutoNum type="arabicPeriod"/>
            </a:pPr>
            <a:r>
              <a:rPr lang="en-US" sz="1400" dirty="0">
                <a:highlight>
                  <a:srgbClr val="00FFFF"/>
                </a:highlight>
              </a:rPr>
              <a:t>Entrepreneurship and </a:t>
            </a:r>
            <a:br>
              <a:rPr lang="en-US" sz="1400" dirty="0">
                <a:highlight>
                  <a:srgbClr val="00FFFF"/>
                </a:highlight>
              </a:rPr>
            </a:br>
            <a:r>
              <a:rPr lang="en-US" sz="1400" dirty="0">
                <a:highlight>
                  <a:srgbClr val="00FFFF"/>
                </a:highlight>
              </a:rPr>
              <a:t>intrapreneurship</a:t>
            </a:r>
          </a:p>
          <a:p>
            <a:pPr marL="342900" indent="-342900" algn="l">
              <a:spcBef>
                <a:spcPts val="1800"/>
              </a:spcBef>
              <a:buAutoNum type="arabicPeriod"/>
            </a:pPr>
            <a:r>
              <a:rPr lang="en-US" sz="1400" dirty="0">
                <a:highlight>
                  <a:srgbClr val="00FFFF"/>
                </a:highlight>
              </a:rPr>
              <a:t>Culture of candor</a:t>
            </a:r>
          </a:p>
          <a:p>
            <a:pPr marL="342900" indent="-342900" algn="l">
              <a:spcBef>
                <a:spcPts val="1800"/>
              </a:spcBef>
              <a:buAutoNum type="arabicPeriod"/>
            </a:pPr>
            <a:r>
              <a:rPr lang="en-US" sz="1400" dirty="0">
                <a:highlight>
                  <a:srgbClr val="00FFFF"/>
                </a:highlight>
              </a:rPr>
              <a:t>Diversity and gender equality</a:t>
            </a:r>
          </a:p>
          <a:p>
            <a:pPr marL="342900" indent="-342900" algn="l">
              <a:spcBef>
                <a:spcPts val="1800"/>
              </a:spcBef>
              <a:buAutoNum type="arabicPeriod"/>
            </a:pPr>
            <a:r>
              <a:rPr lang="en-US" sz="1400" dirty="0">
                <a:highlight>
                  <a:srgbClr val="00FFFF"/>
                </a:highlight>
              </a:rPr>
              <a:t>Improving our city, country,</a:t>
            </a:r>
            <a:br>
              <a:rPr lang="en-US" sz="1400" dirty="0">
                <a:highlight>
                  <a:srgbClr val="00FFFF"/>
                </a:highlight>
              </a:rPr>
            </a:br>
            <a:r>
              <a:rPr lang="en-US" sz="1400" dirty="0">
                <a:highlight>
                  <a:srgbClr val="00FFFF"/>
                </a:highlight>
              </a:rPr>
              <a:t>world, society…</a:t>
            </a:r>
          </a:p>
        </p:txBody>
      </p:sp>
      <p:sp>
        <p:nvSpPr>
          <p:cNvPr id="2" name="TextBox 1">
            <a:extLst>
              <a:ext uri="{FF2B5EF4-FFF2-40B4-BE49-F238E27FC236}">
                <a16:creationId xmlns:a16="http://schemas.microsoft.com/office/drawing/2014/main" id="{BF313773-AEC6-2536-43A7-FBF277070034}"/>
              </a:ext>
            </a:extLst>
          </p:cNvPr>
          <p:cNvSpPr txBox="1"/>
          <p:nvPr/>
        </p:nvSpPr>
        <p:spPr>
          <a:xfrm>
            <a:off x="403495" y="1392792"/>
            <a:ext cx="2099881" cy="3583067"/>
          </a:xfrm>
          <a:prstGeom prst="rect">
            <a:avLst/>
          </a:prstGeom>
        </p:spPr>
        <p:txBody>
          <a:bodyPr vert="horz" wrap="square" lIns="45720" tIns="45720" rIns="45720" bIns="45720" rtlCol="0">
            <a:normAutofit/>
          </a:bodyPr>
          <a:lstStyle/>
          <a:p>
            <a:pPr marL="342900" indent="-342900" algn="l">
              <a:spcBef>
                <a:spcPts val="1800"/>
              </a:spcBef>
              <a:buAutoNum type="arabicPeriod"/>
            </a:pPr>
            <a:r>
              <a:rPr lang="en-US" sz="1400" dirty="0">
                <a:highlight>
                  <a:srgbClr val="00FFFF"/>
                </a:highlight>
              </a:rPr>
              <a:t>To connect top technical talent with firms seeking rapid growth</a:t>
            </a:r>
          </a:p>
          <a:p>
            <a:pPr marL="342900" indent="-342900" algn="l">
              <a:spcBef>
                <a:spcPts val="1800"/>
              </a:spcBef>
              <a:buAutoNum type="arabicPeriod"/>
            </a:pPr>
            <a:r>
              <a:rPr lang="en-US" sz="1400" dirty="0">
                <a:highlight>
                  <a:srgbClr val="00FFFF"/>
                </a:highlight>
              </a:rPr>
              <a:t>To provide exciting opportunities to top technical talent</a:t>
            </a:r>
          </a:p>
          <a:p>
            <a:pPr marL="342900" indent="-342900" algn="l">
              <a:spcBef>
                <a:spcPts val="1800"/>
              </a:spcBef>
              <a:buAutoNum type="arabicPeriod"/>
            </a:pPr>
            <a:r>
              <a:rPr lang="en-US" sz="1400" dirty="0">
                <a:highlight>
                  <a:srgbClr val="00FFFF"/>
                </a:highlight>
              </a:rPr>
              <a:t>To provide a flexible / freelance-like work environment with the stability of a full-time job</a:t>
            </a:r>
            <a:br>
              <a:rPr lang="en-US" sz="1400" dirty="0">
                <a:highlight>
                  <a:srgbClr val="00FFFF"/>
                </a:highlight>
              </a:rPr>
            </a:br>
            <a:r>
              <a:rPr lang="en-US" sz="1400" dirty="0">
                <a:highlight>
                  <a:srgbClr val="00FFFF"/>
                </a:highlight>
              </a:rPr>
              <a:t> </a:t>
            </a:r>
          </a:p>
        </p:txBody>
      </p:sp>
      <p:sp>
        <p:nvSpPr>
          <p:cNvPr id="6" name="TextBox 5">
            <a:extLst>
              <a:ext uri="{FF2B5EF4-FFF2-40B4-BE49-F238E27FC236}">
                <a16:creationId xmlns:a16="http://schemas.microsoft.com/office/drawing/2014/main" id="{FA157E88-85C8-A8C5-205C-D59A8C8FC805}"/>
              </a:ext>
            </a:extLst>
          </p:cNvPr>
          <p:cNvSpPr txBox="1"/>
          <p:nvPr/>
        </p:nvSpPr>
        <p:spPr>
          <a:xfrm>
            <a:off x="6289544" y="1390737"/>
            <a:ext cx="2364004" cy="4799605"/>
          </a:xfrm>
          <a:prstGeom prst="rect">
            <a:avLst/>
          </a:prstGeom>
        </p:spPr>
        <p:txBody>
          <a:bodyPr vert="horz" wrap="square" lIns="45720" tIns="45720" rIns="45720" bIns="45720" rtlCol="0">
            <a:normAutofit fontScale="92500"/>
          </a:bodyPr>
          <a:lstStyle/>
          <a:p>
            <a:pPr marL="342900" indent="-342900" algn="l">
              <a:spcBef>
                <a:spcPts val="1800"/>
              </a:spcBef>
              <a:buAutoNum type="arabicPeriod"/>
            </a:pPr>
            <a:r>
              <a:rPr lang="en-US" sz="1400" dirty="0">
                <a:highlight>
                  <a:srgbClr val="00FFFF"/>
                </a:highlight>
              </a:rPr>
              <a:t>Talent-centric</a:t>
            </a:r>
          </a:p>
          <a:p>
            <a:pPr marL="342900" indent="-342900" algn="l">
              <a:spcBef>
                <a:spcPts val="1800"/>
              </a:spcBef>
              <a:buAutoNum type="arabicPeriod"/>
            </a:pPr>
            <a:r>
              <a:rPr lang="en-US" sz="1400" dirty="0">
                <a:highlight>
                  <a:srgbClr val="00FFFF"/>
                </a:highlight>
              </a:rPr>
              <a:t>Culture-centric – we will be a talent magnet</a:t>
            </a:r>
          </a:p>
          <a:p>
            <a:pPr marL="342900" indent="-342900" algn="l">
              <a:spcBef>
                <a:spcPts val="1800"/>
              </a:spcBef>
              <a:buAutoNum type="arabicPeriod"/>
            </a:pPr>
            <a:r>
              <a:rPr lang="en-US" sz="1400" dirty="0">
                <a:highlight>
                  <a:srgbClr val="00FFFF"/>
                </a:highlight>
              </a:rPr>
              <a:t>We’ll provide a mentorship structure to enable talent development and growth for the long-term</a:t>
            </a:r>
          </a:p>
          <a:p>
            <a:pPr marL="342900" indent="-342900" algn="l">
              <a:spcBef>
                <a:spcPts val="1800"/>
              </a:spcBef>
              <a:buAutoNum type="arabicPeriod"/>
            </a:pPr>
            <a:r>
              <a:rPr lang="en-US" sz="1400" dirty="0">
                <a:highlight>
                  <a:srgbClr val="00FFFF"/>
                </a:highlight>
              </a:rPr>
              <a:t>Outcome-focused – not just here to drop in talent – oriented to solve strategic client problems</a:t>
            </a:r>
          </a:p>
          <a:p>
            <a:pPr marL="342900" indent="-342900" algn="l">
              <a:spcBef>
                <a:spcPts val="1800"/>
              </a:spcBef>
              <a:buAutoNum type="arabicPeriod"/>
            </a:pPr>
            <a:r>
              <a:rPr lang="en-US" sz="1400" dirty="0">
                <a:highlight>
                  <a:srgbClr val="00FFFF"/>
                </a:highlight>
              </a:rPr>
              <a:t>Focused on enabling and empowering women in tech</a:t>
            </a:r>
          </a:p>
          <a:p>
            <a:pPr marL="342900" indent="-342900" algn="l">
              <a:spcBef>
                <a:spcPts val="1800"/>
              </a:spcBef>
              <a:buAutoNum type="arabicPeriod"/>
            </a:pPr>
            <a:r>
              <a:rPr lang="en-US" sz="1400" dirty="0">
                <a:highlight>
                  <a:srgbClr val="00FFFF"/>
                </a:highlight>
              </a:rPr>
              <a:t>Scope - offer a combination of high quality bootcamps, certifications and staffing</a:t>
            </a:r>
            <a:br>
              <a:rPr lang="en-US" sz="1400" dirty="0">
                <a:highlight>
                  <a:srgbClr val="00FFFF"/>
                </a:highlight>
              </a:rPr>
            </a:br>
            <a:r>
              <a:rPr lang="en-US" sz="1400" dirty="0">
                <a:highlight>
                  <a:srgbClr val="00FFFF"/>
                </a:highlight>
              </a:rPr>
              <a:t> </a:t>
            </a:r>
          </a:p>
        </p:txBody>
      </p:sp>
      <p:sp>
        <p:nvSpPr>
          <p:cNvPr id="7" name="TextBox 6">
            <a:extLst>
              <a:ext uri="{FF2B5EF4-FFF2-40B4-BE49-F238E27FC236}">
                <a16:creationId xmlns:a16="http://schemas.microsoft.com/office/drawing/2014/main" id="{33B05D54-6B85-4BCD-E136-50A2111CD072}"/>
              </a:ext>
            </a:extLst>
          </p:cNvPr>
          <p:cNvSpPr txBox="1"/>
          <p:nvPr/>
        </p:nvSpPr>
        <p:spPr>
          <a:xfrm>
            <a:off x="8183880" y="121920"/>
            <a:ext cx="3799468" cy="513849"/>
          </a:xfrm>
          <a:prstGeom prst="rect">
            <a:avLst/>
          </a:prstGeom>
          <a:solidFill>
            <a:schemeClr val="accent2"/>
          </a:solidFill>
        </p:spPr>
        <p:txBody>
          <a:bodyPr vert="horz" wrap="square" lIns="45720" tIns="45720" rIns="45720" bIns="45720" rtlCol="0">
            <a:normAutofit/>
          </a:bodyPr>
          <a:lstStyle/>
          <a:p>
            <a:pPr algn="l">
              <a:spcBef>
                <a:spcPts val="1800"/>
              </a:spcBef>
            </a:pPr>
            <a:r>
              <a:rPr lang="en-US" dirty="0"/>
              <a:t>Sergio review, edit and confirm</a:t>
            </a:r>
          </a:p>
        </p:txBody>
      </p:sp>
    </p:spTree>
    <p:extLst>
      <p:ext uri="{BB962C8B-B14F-4D97-AF65-F5344CB8AC3E}">
        <p14:creationId xmlns:p14="http://schemas.microsoft.com/office/powerpoint/2010/main" val="40608415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999FE43-66A5-EAB6-CAAF-EAC291E71C1A}"/>
              </a:ext>
            </a:extLst>
          </p:cNvPr>
          <p:cNvSpPr>
            <a:spLocks noGrp="1"/>
          </p:cNvSpPr>
          <p:nvPr>
            <p:ph type="body" idx="1"/>
          </p:nvPr>
        </p:nvSpPr>
        <p:spPr/>
        <p:txBody>
          <a:bodyPr/>
          <a:lstStyle/>
          <a:p>
            <a:r>
              <a:rPr lang="en-US" dirty="0"/>
              <a:t>30 mins</a:t>
            </a:r>
          </a:p>
        </p:txBody>
      </p:sp>
      <p:sp>
        <p:nvSpPr>
          <p:cNvPr id="3" name="Title 2">
            <a:extLst>
              <a:ext uri="{FF2B5EF4-FFF2-40B4-BE49-F238E27FC236}">
                <a16:creationId xmlns:a16="http://schemas.microsoft.com/office/drawing/2014/main" id="{69CDAAD3-AD1F-E0FE-7C31-E0E2BD42D8A5}"/>
              </a:ext>
            </a:extLst>
          </p:cNvPr>
          <p:cNvSpPr>
            <a:spLocks noGrp="1"/>
          </p:cNvSpPr>
          <p:nvPr>
            <p:ph type="title"/>
          </p:nvPr>
        </p:nvSpPr>
        <p:spPr/>
        <p:txBody>
          <a:bodyPr/>
          <a:lstStyle/>
          <a:p>
            <a:r>
              <a:rPr lang="en-US" dirty="0"/>
              <a:t>Persona exercise</a:t>
            </a:r>
          </a:p>
        </p:txBody>
      </p:sp>
      <p:sp>
        <p:nvSpPr>
          <p:cNvPr id="4" name="Date Placeholder 3">
            <a:extLst>
              <a:ext uri="{FF2B5EF4-FFF2-40B4-BE49-F238E27FC236}">
                <a16:creationId xmlns:a16="http://schemas.microsoft.com/office/drawing/2014/main" id="{758EF7A7-C761-CB43-2FC4-2CFFE2A93618}"/>
              </a:ext>
            </a:extLst>
          </p:cNvPr>
          <p:cNvSpPr>
            <a:spLocks noGrp="1"/>
          </p:cNvSpPr>
          <p:nvPr>
            <p:ph type="dt" sz="half" idx="10"/>
          </p:nvPr>
        </p:nvSpPr>
        <p:spPr/>
        <p:txBody>
          <a:bodyPr/>
          <a:lstStyle/>
          <a:p>
            <a:fld id="{1BE1322F-7C1C-8D41-BA42-73A90B3995D9}" type="datetime1">
              <a:rPr lang="en-US" smtClean="0"/>
              <a:t>8/24/2022</a:t>
            </a:fld>
            <a:endParaRPr lang="en-US" dirty="0"/>
          </a:p>
        </p:txBody>
      </p:sp>
      <p:sp>
        <p:nvSpPr>
          <p:cNvPr id="5" name="Slide Number Placeholder 4">
            <a:extLst>
              <a:ext uri="{FF2B5EF4-FFF2-40B4-BE49-F238E27FC236}">
                <a16:creationId xmlns:a16="http://schemas.microsoft.com/office/drawing/2014/main" id="{BB9F6FD9-6B0E-4DC5-7544-CF3823EBB8FB}"/>
              </a:ext>
            </a:extLst>
          </p:cNvPr>
          <p:cNvSpPr>
            <a:spLocks noGrp="1"/>
          </p:cNvSpPr>
          <p:nvPr>
            <p:ph type="sldNum" sz="quarter" idx="12"/>
          </p:nvPr>
        </p:nvSpPr>
        <p:spPr/>
        <p:txBody>
          <a:bodyPr/>
          <a:lstStyle/>
          <a:p>
            <a:fld id="{4FAB73BC-B049-4115-A692-8D63A059BFB8}" type="slidenum">
              <a:rPr lang="en-US" smtClean="0"/>
              <a:pPr/>
              <a:t>11</a:t>
            </a:fld>
            <a:endParaRPr lang="en-US" dirty="0"/>
          </a:p>
        </p:txBody>
      </p:sp>
    </p:spTree>
    <p:extLst>
      <p:ext uri="{BB962C8B-B14F-4D97-AF65-F5344CB8AC3E}">
        <p14:creationId xmlns:p14="http://schemas.microsoft.com/office/powerpoint/2010/main" val="33108787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DF258C5-6523-1948-A7B6-335B4E2F91AD}"/>
              </a:ext>
            </a:extLst>
          </p:cNvPr>
          <p:cNvSpPr>
            <a:spLocks noGrp="1"/>
          </p:cNvSpPr>
          <p:nvPr>
            <p:ph type="sldNum" sz="quarter" idx="12"/>
          </p:nvPr>
        </p:nvSpPr>
        <p:spPr/>
        <p:txBody>
          <a:bodyPr/>
          <a:lstStyle/>
          <a:p>
            <a:fld id="{4FAB73BC-B049-4115-A692-8D63A059BFB8}" type="slidenum">
              <a:rPr lang="en-US" smtClean="0"/>
              <a:pPr/>
              <a:t>12</a:t>
            </a:fld>
            <a:endParaRPr lang="en-US" dirty="0"/>
          </a:p>
        </p:txBody>
      </p:sp>
      <p:sp>
        <p:nvSpPr>
          <p:cNvPr id="6" name="Title 5">
            <a:extLst>
              <a:ext uri="{FF2B5EF4-FFF2-40B4-BE49-F238E27FC236}">
                <a16:creationId xmlns:a16="http://schemas.microsoft.com/office/drawing/2014/main" id="{C1EA1002-7B5B-2D43-B030-CE317EDE88AE}"/>
              </a:ext>
            </a:extLst>
          </p:cNvPr>
          <p:cNvSpPr>
            <a:spLocks noGrp="1"/>
          </p:cNvSpPr>
          <p:nvPr>
            <p:ph type="title"/>
          </p:nvPr>
        </p:nvSpPr>
        <p:spPr/>
        <p:txBody>
          <a:bodyPr>
            <a:normAutofit fontScale="90000"/>
          </a:bodyPr>
          <a:lstStyle/>
          <a:p>
            <a:r>
              <a:rPr lang="en-US" dirty="0"/>
              <a:t>TARGET CLIENT PERSONA</a:t>
            </a:r>
          </a:p>
        </p:txBody>
      </p:sp>
      <p:sp>
        <p:nvSpPr>
          <p:cNvPr id="8" name="Google Shape;296;p33">
            <a:extLst>
              <a:ext uri="{FF2B5EF4-FFF2-40B4-BE49-F238E27FC236}">
                <a16:creationId xmlns:a16="http://schemas.microsoft.com/office/drawing/2014/main" id="{054B27E1-93B8-4286-AEB7-D7D3FA85A252}"/>
              </a:ext>
            </a:extLst>
          </p:cNvPr>
          <p:cNvSpPr/>
          <p:nvPr/>
        </p:nvSpPr>
        <p:spPr>
          <a:xfrm>
            <a:off x="230125" y="2003840"/>
            <a:ext cx="2784312" cy="3895071"/>
          </a:xfrm>
          <a:prstGeom prst="roundRect">
            <a:avLst>
              <a:gd name="adj" fmla="val 0"/>
            </a:avLst>
          </a:prstGeom>
          <a:solidFill>
            <a:schemeClr val="accent5">
              <a:lumMod val="20000"/>
              <a:lumOff val="8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b="0" i="0" u="none" strike="noStrike" cap="none">
              <a:solidFill>
                <a:schemeClr val="lt1"/>
              </a:solidFill>
              <a:latin typeface="Avenir"/>
              <a:ea typeface="Arial"/>
              <a:cs typeface="Arial"/>
              <a:sym typeface="Arial"/>
            </a:endParaRPr>
          </a:p>
        </p:txBody>
      </p:sp>
      <p:sp>
        <p:nvSpPr>
          <p:cNvPr id="9" name="Google Shape;297;p33">
            <a:extLst>
              <a:ext uri="{FF2B5EF4-FFF2-40B4-BE49-F238E27FC236}">
                <a16:creationId xmlns:a16="http://schemas.microsoft.com/office/drawing/2014/main" id="{BAEFA2C8-63E9-4B1B-8EC7-B4F27B4C5B20}"/>
              </a:ext>
            </a:extLst>
          </p:cNvPr>
          <p:cNvSpPr txBox="1"/>
          <p:nvPr/>
        </p:nvSpPr>
        <p:spPr>
          <a:xfrm>
            <a:off x="169025" y="530550"/>
            <a:ext cx="2605800" cy="1292631"/>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6600"/>
              <a:buFont typeface="Arial"/>
              <a:buNone/>
            </a:pPr>
            <a:r>
              <a:rPr lang="en" sz="4000" b="1" i="0" u="none" strike="noStrike" cap="none" dirty="0">
                <a:solidFill>
                  <a:srgbClr val="434343"/>
                </a:solidFill>
                <a:latin typeface="Avenir"/>
                <a:ea typeface="Montserrat"/>
                <a:cs typeface="Montserrat"/>
                <a:sym typeface="Montserrat"/>
              </a:rPr>
              <a:t>First</a:t>
            </a:r>
            <a:endParaRPr sz="4000" dirty="0">
              <a:solidFill>
                <a:srgbClr val="434343"/>
              </a:solidFill>
              <a:latin typeface="Avenir"/>
              <a:ea typeface="Montserrat"/>
              <a:cs typeface="Montserrat"/>
              <a:sym typeface="Montserrat"/>
            </a:endParaRPr>
          </a:p>
          <a:p>
            <a:pPr marL="0" marR="0" lvl="0" indent="0" algn="ctr" rtl="0">
              <a:lnSpc>
                <a:spcPct val="90000"/>
              </a:lnSpc>
              <a:spcBef>
                <a:spcPts val="0"/>
              </a:spcBef>
              <a:spcAft>
                <a:spcPts val="0"/>
              </a:spcAft>
              <a:buClr>
                <a:srgbClr val="000000"/>
              </a:buClr>
              <a:buSzPts val="6600"/>
              <a:buFont typeface="Arial"/>
              <a:buNone/>
            </a:pPr>
            <a:r>
              <a:rPr lang="en" sz="4000" i="0" u="none" strike="noStrike" cap="none" dirty="0">
                <a:solidFill>
                  <a:srgbClr val="434343"/>
                </a:solidFill>
                <a:latin typeface="Avenir"/>
                <a:ea typeface="Montserrat"/>
                <a:cs typeface="Montserrat"/>
                <a:sym typeface="Montserrat"/>
              </a:rPr>
              <a:t>Last</a:t>
            </a:r>
            <a:endParaRPr sz="4000" i="0" u="none" strike="noStrike" cap="none" dirty="0">
              <a:solidFill>
                <a:srgbClr val="434343"/>
              </a:solidFill>
              <a:latin typeface="Avenir"/>
              <a:ea typeface="Montserrat"/>
              <a:cs typeface="Montserrat"/>
              <a:sym typeface="Montserrat"/>
            </a:endParaRPr>
          </a:p>
        </p:txBody>
      </p:sp>
      <p:sp>
        <p:nvSpPr>
          <p:cNvPr id="10" name="Google Shape;307;p33">
            <a:extLst>
              <a:ext uri="{FF2B5EF4-FFF2-40B4-BE49-F238E27FC236}">
                <a16:creationId xmlns:a16="http://schemas.microsoft.com/office/drawing/2014/main" id="{EE43183D-DB32-4FBE-9AC2-24EBAF6718EA}"/>
              </a:ext>
            </a:extLst>
          </p:cNvPr>
          <p:cNvSpPr txBox="1"/>
          <p:nvPr/>
        </p:nvSpPr>
        <p:spPr>
          <a:xfrm>
            <a:off x="391538" y="1995540"/>
            <a:ext cx="2064600" cy="471600"/>
          </a:xfrm>
          <a:prstGeom prst="rect">
            <a:avLst/>
          </a:prstGeom>
          <a:noFill/>
          <a:ln>
            <a:noFill/>
          </a:ln>
        </p:spPr>
        <p:txBody>
          <a:bodyPr spcFirstLastPara="1" wrap="square" lIns="113100" tIns="113100" rIns="113100" bIns="113100" anchor="t" anchorCtr="0">
            <a:noAutofit/>
          </a:bodyPr>
          <a:lstStyle/>
          <a:p>
            <a:pPr marL="0" marR="0" lvl="0" indent="0" algn="l" rtl="0">
              <a:lnSpc>
                <a:spcPct val="115000"/>
              </a:lnSpc>
              <a:spcBef>
                <a:spcPts val="0"/>
              </a:spcBef>
              <a:spcAft>
                <a:spcPts val="0"/>
              </a:spcAft>
              <a:buClr>
                <a:schemeClr val="dk2"/>
              </a:buClr>
              <a:buSzPts val="2200"/>
              <a:buFont typeface="Arial"/>
              <a:buNone/>
            </a:pPr>
            <a:r>
              <a:rPr lang="en" sz="1600" b="1" i="0" u="none" strike="noStrike" cap="none">
                <a:solidFill>
                  <a:srgbClr val="434343"/>
                </a:solidFill>
                <a:latin typeface="Avenir"/>
                <a:ea typeface="Montserrat"/>
                <a:cs typeface="Montserrat"/>
                <a:sym typeface="Montserrat"/>
              </a:rPr>
              <a:t>Background</a:t>
            </a:r>
            <a:endParaRPr sz="1600" i="0" u="none" strike="noStrike" cap="none">
              <a:solidFill>
                <a:srgbClr val="434343"/>
              </a:solidFill>
              <a:latin typeface="Avenir"/>
              <a:ea typeface="Montserrat"/>
              <a:cs typeface="Montserrat"/>
              <a:sym typeface="Montserrat"/>
            </a:endParaRPr>
          </a:p>
        </p:txBody>
      </p:sp>
      <p:sp>
        <p:nvSpPr>
          <p:cNvPr id="11" name="Google Shape;308;p33">
            <a:extLst>
              <a:ext uri="{FF2B5EF4-FFF2-40B4-BE49-F238E27FC236}">
                <a16:creationId xmlns:a16="http://schemas.microsoft.com/office/drawing/2014/main" id="{2786EE55-0481-4371-90F7-4F83137FB585}"/>
              </a:ext>
            </a:extLst>
          </p:cNvPr>
          <p:cNvSpPr txBox="1"/>
          <p:nvPr/>
        </p:nvSpPr>
        <p:spPr>
          <a:xfrm>
            <a:off x="466398" y="2379870"/>
            <a:ext cx="2353590" cy="1169700"/>
          </a:xfrm>
          <a:prstGeom prst="rect">
            <a:avLst/>
          </a:prstGeom>
          <a:noFill/>
          <a:ln>
            <a:noFill/>
          </a:ln>
        </p:spPr>
        <p:txBody>
          <a:bodyPr spcFirstLastPara="1" wrap="square" lIns="91425" tIns="45700" rIns="91425" bIns="45700" anchor="t" anchorCtr="0">
            <a:noAutofit/>
          </a:bodyPr>
          <a:lstStyle/>
          <a:p>
            <a:pPr marL="228600" marR="0" lvl="0" indent="-222250" algn="l" rtl="0">
              <a:lnSpc>
                <a:spcPct val="100000"/>
              </a:lnSpc>
              <a:spcBef>
                <a:spcPts val="0"/>
              </a:spcBef>
              <a:spcAft>
                <a:spcPts val="0"/>
              </a:spcAft>
              <a:buClr>
                <a:srgbClr val="434343"/>
              </a:buClr>
              <a:buSzPts val="1000"/>
              <a:buFont typeface="Montserrat"/>
              <a:buChar char="—"/>
            </a:pPr>
            <a:r>
              <a:rPr lang="en-US" sz="1100" dirty="0">
                <a:solidFill>
                  <a:srgbClr val="434343"/>
                </a:solidFill>
                <a:latin typeface="Avenir"/>
                <a:ea typeface="Montserrat"/>
                <a:cs typeface="Montserrat"/>
                <a:sym typeface="Montserrat"/>
              </a:rPr>
              <a:t>Job</a:t>
            </a:r>
          </a:p>
          <a:p>
            <a:pPr marL="228600" marR="0" lvl="0" indent="-222250" algn="l" rtl="0">
              <a:lnSpc>
                <a:spcPct val="100000"/>
              </a:lnSpc>
              <a:spcBef>
                <a:spcPts val="0"/>
              </a:spcBef>
              <a:spcAft>
                <a:spcPts val="0"/>
              </a:spcAft>
              <a:buClr>
                <a:srgbClr val="434343"/>
              </a:buClr>
              <a:buSzPts val="1000"/>
              <a:buFont typeface="Montserrat"/>
              <a:buChar char="—"/>
            </a:pPr>
            <a:r>
              <a:rPr lang="en-US" sz="1100" dirty="0">
                <a:solidFill>
                  <a:srgbClr val="434343"/>
                </a:solidFill>
                <a:latin typeface="Avenir"/>
                <a:ea typeface="Montserrat"/>
                <a:cs typeface="Montserrat"/>
                <a:sym typeface="Montserrat"/>
              </a:rPr>
              <a:t>Career path</a:t>
            </a:r>
          </a:p>
          <a:p>
            <a:pPr marL="6350" marR="0" lvl="0" algn="l" rtl="0">
              <a:lnSpc>
                <a:spcPct val="100000"/>
              </a:lnSpc>
              <a:spcBef>
                <a:spcPts val="0"/>
              </a:spcBef>
              <a:spcAft>
                <a:spcPts val="0"/>
              </a:spcAft>
              <a:buClr>
                <a:srgbClr val="434343"/>
              </a:buClr>
              <a:buSzPts val="1000"/>
            </a:pPr>
            <a:endParaRPr lang="en-US" sz="1100" dirty="0">
              <a:solidFill>
                <a:srgbClr val="434343"/>
              </a:solidFill>
              <a:latin typeface="Avenir"/>
              <a:ea typeface="Montserrat"/>
              <a:cs typeface="Montserrat"/>
              <a:sym typeface="Montserrat"/>
            </a:endParaRPr>
          </a:p>
        </p:txBody>
      </p:sp>
      <p:sp>
        <p:nvSpPr>
          <p:cNvPr id="12" name="Google Shape;309;p33">
            <a:extLst>
              <a:ext uri="{FF2B5EF4-FFF2-40B4-BE49-F238E27FC236}">
                <a16:creationId xmlns:a16="http://schemas.microsoft.com/office/drawing/2014/main" id="{4042F1F7-CCDD-41DE-B9F6-F0989A663A72}"/>
              </a:ext>
            </a:extLst>
          </p:cNvPr>
          <p:cNvSpPr txBox="1"/>
          <p:nvPr/>
        </p:nvSpPr>
        <p:spPr>
          <a:xfrm>
            <a:off x="377675" y="3193929"/>
            <a:ext cx="2280900" cy="278583"/>
          </a:xfrm>
          <a:prstGeom prst="rect">
            <a:avLst/>
          </a:prstGeom>
          <a:noFill/>
          <a:ln>
            <a:noFill/>
          </a:ln>
        </p:spPr>
        <p:txBody>
          <a:bodyPr spcFirstLastPara="1" wrap="square" lIns="113100" tIns="113100" rIns="113100" bIns="113100" anchor="t" anchorCtr="0">
            <a:noAutofit/>
          </a:bodyPr>
          <a:lstStyle/>
          <a:p>
            <a:pPr marL="0" marR="0" lvl="0" indent="0" algn="l" rtl="0">
              <a:lnSpc>
                <a:spcPct val="115000"/>
              </a:lnSpc>
              <a:spcBef>
                <a:spcPts val="0"/>
              </a:spcBef>
              <a:spcAft>
                <a:spcPts val="0"/>
              </a:spcAft>
              <a:buClr>
                <a:schemeClr val="dk2"/>
              </a:buClr>
              <a:buSzPts val="2200"/>
              <a:buFont typeface="Arial"/>
              <a:buNone/>
            </a:pPr>
            <a:r>
              <a:rPr lang="en" sz="1600" b="1" i="0" u="none" strike="noStrike" cap="none">
                <a:solidFill>
                  <a:srgbClr val="434343"/>
                </a:solidFill>
                <a:latin typeface="Avenir"/>
                <a:ea typeface="Montserrat"/>
                <a:cs typeface="Montserrat"/>
                <a:sym typeface="Montserrat"/>
              </a:rPr>
              <a:t>Demographics</a:t>
            </a:r>
            <a:endParaRPr sz="1600" i="0" u="none" strike="noStrike" cap="none">
              <a:solidFill>
                <a:srgbClr val="434343"/>
              </a:solidFill>
              <a:latin typeface="Avenir"/>
              <a:ea typeface="Montserrat"/>
              <a:cs typeface="Montserrat"/>
              <a:sym typeface="Montserrat"/>
            </a:endParaRPr>
          </a:p>
        </p:txBody>
      </p:sp>
      <p:sp>
        <p:nvSpPr>
          <p:cNvPr id="13" name="Google Shape;310;p33">
            <a:extLst>
              <a:ext uri="{FF2B5EF4-FFF2-40B4-BE49-F238E27FC236}">
                <a16:creationId xmlns:a16="http://schemas.microsoft.com/office/drawing/2014/main" id="{E03CDBE0-98EF-4E07-BF63-74CC2B0BF147}"/>
              </a:ext>
            </a:extLst>
          </p:cNvPr>
          <p:cNvSpPr txBox="1"/>
          <p:nvPr/>
        </p:nvSpPr>
        <p:spPr>
          <a:xfrm>
            <a:off x="467761" y="3636531"/>
            <a:ext cx="2190814" cy="650989"/>
          </a:xfrm>
          <a:prstGeom prst="rect">
            <a:avLst/>
          </a:prstGeom>
          <a:noFill/>
          <a:ln>
            <a:noFill/>
          </a:ln>
        </p:spPr>
        <p:txBody>
          <a:bodyPr spcFirstLastPara="1" wrap="square" lIns="91425" tIns="45700" rIns="91425" bIns="45700" anchor="t" anchorCtr="0">
            <a:noAutofit/>
          </a:bodyPr>
          <a:lstStyle/>
          <a:p>
            <a:pPr marL="228600" indent="-222250">
              <a:buClr>
                <a:srgbClr val="434343"/>
              </a:buClr>
              <a:buSzPts val="1000"/>
              <a:buFont typeface="Montserrat"/>
              <a:buChar char="—"/>
            </a:pPr>
            <a:r>
              <a:rPr lang="en-US" sz="1100" i="0" u="none" strike="noStrike" cap="none" dirty="0">
                <a:solidFill>
                  <a:srgbClr val="434343"/>
                </a:solidFill>
                <a:latin typeface="Avenir"/>
                <a:ea typeface="Montserrat"/>
                <a:cs typeface="Montserrat"/>
                <a:sym typeface="Montserrat"/>
              </a:rPr>
              <a:t>Age</a:t>
            </a:r>
          </a:p>
          <a:p>
            <a:pPr marL="228600" indent="-222250">
              <a:buClr>
                <a:srgbClr val="434343"/>
              </a:buClr>
              <a:buSzPts val="1000"/>
              <a:buFont typeface="Montserrat"/>
              <a:buChar char="—"/>
            </a:pPr>
            <a:r>
              <a:rPr lang="en-US" sz="1100" dirty="0">
                <a:solidFill>
                  <a:srgbClr val="434343"/>
                </a:solidFill>
                <a:latin typeface="Avenir"/>
                <a:ea typeface="Montserrat"/>
                <a:cs typeface="Montserrat"/>
                <a:sym typeface="Montserrat"/>
              </a:rPr>
              <a:t>Income</a:t>
            </a:r>
          </a:p>
          <a:p>
            <a:pPr marL="228600" indent="-222250">
              <a:buClr>
                <a:srgbClr val="434343"/>
              </a:buClr>
              <a:buSzPts val="1000"/>
              <a:buFont typeface="Montserrat"/>
              <a:buChar char="—"/>
            </a:pPr>
            <a:r>
              <a:rPr lang="en-US" sz="1100" dirty="0">
                <a:solidFill>
                  <a:srgbClr val="434343"/>
                </a:solidFill>
                <a:latin typeface="Avenir"/>
                <a:ea typeface="Montserrat"/>
                <a:cs typeface="Montserrat"/>
                <a:sym typeface="Montserrat"/>
              </a:rPr>
              <a:t>Location</a:t>
            </a:r>
            <a:endParaRPr sz="1100" dirty="0">
              <a:solidFill>
                <a:srgbClr val="434343"/>
              </a:solidFill>
              <a:latin typeface="Avenir"/>
              <a:ea typeface="Montserrat"/>
              <a:cs typeface="Montserrat"/>
              <a:sym typeface="Montserrat"/>
            </a:endParaRPr>
          </a:p>
        </p:txBody>
      </p:sp>
      <p:sp>
        <p:nvSpPr>
          <p:cNvPr id="14" name="Google Shape;311;p33">
            <a:extLst>
              <a:ext uri="{FF2B5EF4-FFF2-40B4-BE49-F238E27FC236}">
                <a16:creationId xmlns:a16="http://schemas.microsoft.com/office/drawing/2014/main" id="{2249937E-1840-4B90-A3B0-4513D305F506}"/>
              </a:ext>
            </a:extLst>
          </p:cNvPr>
          <p:cNvSpPr txBox="1"/>
          <p:nvPr/>
        </p:nvSpPr>
        <p:spPr>
          <a:xfrm>
            <a:off x="377675" y="4568810"/>
            <a:ext cx="2399100" cy="1169700"/>
          </a:xfrm>
          <a:prstGeom prst="rect">
            <a:avLst/>
          </a:prstGeom>
          <a:noFill/>
          <a:ln>
            <a:noFill/>
          </a:ln>
        </p:spPr>
        <p:txBody>
          <a:bodyPr spcFirstLastPara="1" wrap="square" lIns="113100" tIns="113100" rIns="113100" bIns="113100" anchor="t" anchorCtr="0">
            <a:noAutofit/>
          </a:bodyPr>
          <a:lstStyle/>
          <a:p>
            <a:pPr marL="0" marR="0" lvl="0" indent="0" algn="l" rtl="0">
              <a:lnSpc>
                <a:spcPct val="100000"/>
              </a:lnSpc>
              <a:spcBef>
                <a:spcPts val="0"/>
              </a:spcBef>
              <a:spcAft>
                <a:spcPts val="0"/>
              </a:spcAft>
              <a:buClr>
                <a:schemeClr val="dk2"/>
              </a:buClr>
              <a:buSzPts val="2200"/>
              <a:buFont typeface="Arial"/>
              <a:buNone/>
            </a:pPr>
            <a:r>
              <a:rPr lang="en" sz="1600" b="1" i="0" u="none" strike="noStrike" cap="none" dirty="0">
                <a:solidFill>
                  <a:srgbClr val="434343"/>
                </a:solidFill>
                <a:latin typeface="Avenir"/>
                <a:ea typeface="Montserrat"/>
                <a:cs typeface="Montserrat"/>
                <a:sym typeface="Montserrat"/>
              </a:rPr>
              <a:t>Technology/Social</a:t>
            </a:r>
            <a:r>
              <a:rPr lang="en" sz="1600" dirty="0">
                <a:solidFill>
                  <a:srgbClr val="434343"/>
                </a:solidFill>
                <a:latin typeface="Avenir"/>
                <a:ea typeface="Montserrat"/>
                <a:cs typeface="Montserrat"/>
                <a:sym typeface="Montserrat"/>
              </a:rPr>
              <a:t> </a:t>
            </a:r>
            <a:r>
              <a:rPr lang="en" sz="1600" b="1" i="0" u="none" strike="noStrike" cap="none" dirty="0">
                <a:solidFill>
                  <a:srgbClr val="434343"/>
                </a:solidFill>
                <a:latin typeface="Avenir"/>
                <a:ea typeface="Montserrat"/>
                <a:cs typeface="Montserrat"/>
                <a:sym typeface="Montserrat"/>
              </a:rPr>
              <a:t>Media</a:t>
            </a:r>
            <a:br>
              <a:rPr lang="en" sz="1600" b="1" i="0" u="none" strike="noStrike" cap="none" dirty="0">
                <a:solidFill>
                  <a:srgbClr val="434343"/>
                </a:solidFill>
                <a:latin typeface="Avenir"/>
                <a:ea typeface="Montserrat"/>
                <a:cs typeface="Montserrat"/>
                <a:sym typeface="Montserrat"/>
              </a:rPr>
            </a:br>
            <a:r>
              <a:rPr lang="en-US" sz="1100" i="0" u="none" strike="noStrike" cap="none" dirty="0">
                <a:solidFill>
                  <a:srgbClr val="434343"/>
                </a:solidFill>
                <a:latin typeface="Avenir"/>
                <a:ea typeface="Montserrat"/>
                <a:cs typeface="Montserrat"/>
                <a:sym typeface="Montserrat"/>
              </a:rPr>
              <a:t>Device preferences? Social media platforms? Tech savvy?</a:t>
            </a:r>
            <a:endParaRPr sz="1100" i="0" u="none" strike="noStrike" cap="none" dirty="0">
              <a:solidFill>
                <a:srgbClr val="434343"/>
              </a:solidFill>
              <a:latin typeface="Avenir"/>
              <a:ea typeface="Montserrat"/>
              <a:cs typeface="Montserrat"/>
              <a:sym typeface="Montserrat"/>
            </a:endParaRPr>
          </a:p>
          <a:p>
            <a:pPr marL="0" lvl="0" indent="0" algn="l" rtl="0">
              <a:spcBef>
                <a:spcPts val="0"/>
              </a:spcBef>
              <a:spcAft>
                <a:spcPts val="0"/>
              </a:spcAft>
              <a:buClr>
                <a:schemeClr val="dk1"/>
              </a:buClr>
              <a:buFont typeface="Arial"/>
              <a:buNone/>
            </a:pPr>
            <a:endParaRPr sz="1100" dirty="0">
              <a:solidFill>
                <a:srgbClr val="434343"/>
              </a:solidFill>
              <a:latin typeface="Avenir"/>
              <a:ea typeface="Montserrat"/>
              <a:cs typeface="Montserrat"/>
              <a:sym typeface="Montserrat"/>
            </a:endParaRPr>
          </a:p>
        </p:txBody>
      </p:sp>
      <p:sp>
        <p:nvSpPr>
          <p:cNvPr id="37" name="Google Shape;298;p33">
            <a:extLst>
              <a:ext uri="{FF2B5EF4-FFF2-40B4-BE49-F238E27FC236}">
                <a16:creationId xmlns:a16="http://schemas.microsoft.com/office/drawing/2014/main" id="{3013FE09-FC34-4AC9-9BA0-7E387791280C}"/>
              </a:ext>
            </a:extLst>
          </p:cNvPr>
          <p:cNvSpPr/>
          <p:nvPr/>
        </p:nvSpPr>
        <p:spPr>
          <a:xfrm>
            <a:off x="3209544" y="619445"/>
            <a:ext cx="4197096" cy="3031779"/>
          </a:xfrm>
          <a:prstGeom prst="rect">
            <a:avLst/>
          </a:prstGeom>
          <a:solidFill>
            <a:schemeClr val="accent5">
              <a:lumMod val="20000"/>
              <a:lumOff val="8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b="0" i="0" u="none" strike="noStrike" cap="none">
              <a:solidFill>
                <a:schemeClr val="lt1"/>
              </a:solidFill>
              <a:latin typeface="Avenir"/>
              <a:ea typeface="Arial"/>
              <a:cs typeface="Arial"/>
              <a:sym typeface="Arial"/>
            </a:endParaRPr>
          </a:p>
        </p:txBody>
      </p:sp>
      <p:sp>
        <p:nvSpPr>
          <p:cNvPr id="38" name="Google Shape;299;p33">
            <a:extLst>
              <a:ext uri="{FF2B5EF4-FFF2-40B4-BE49-F238E27FC236}">
                <a16:creationId xmlns:a16="http://schemas.microsoft.com/office/drawing/2014/main" id="{F8E9F37B-E4A6-469D-BEE4-E30E7C373113}"/>
              </a:ext>
            </a:extLst>
          </p:cNvPr>
          <p:cNvSpPr/>
          <p:nvPr/>
        </p:nvSpPr>
        <p:spPr>
          <a:xfrm>
            <a:off x="3230088" y="3795724"/>
            <a:ext cx="8710461" cy="2442832"/>
          </a:xfrm>
          <a:prstGeom prst="rect">
            <a:avLst/>
          </a:prstGeom>
          <a:solidFill>
            <a:schemeClr val="accent5">
              <a:lumMod val="20000"/>
              <a:lumOff val="8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b="0" i="0" u="none" strike="noStrike" cap="none">
              <a:solidFill>
                <a:schemeClr val="lt1"/>
              </a:solidFill>
              <a:latin typeface="Avenir"/>
              <a:ea typeface="Arial"/>
              <a:cs typeface="Arial"/>
              <a:sym typeface="Arial"/>
            </a:endParaRPr>
          </a:p>
        </p:txBody>
      </p:sp>
      <p:sp>
        <p:nvSpPr>
          <p:cNvPr id="41" name="Google Shape;302;p33">
            <a:extLst>
              <a:ext uri="{FF2B5EF4-FFF2-40B4-BE49-F238E27FC236}">
                <a16:creationId xmlns:a16="http://schemas.microsoft.com/office/drawing/2014/main" id="{301BBCD5-590A-499A-A1C8-B4686A309E3F}"/>
              </a:ext>
            </a:extLst>
          </p:cNvPr>
          <p:cNvSpPr/>
          <p:nvPr/>
        </p:nvSpPr>
        <p:spPr>
          <a:xfrm>
            <a:off x="7646252" y="619445"/>
            <a:ext cx="4294298" cy="3031779"/>
          </a:xfrm>
          <a:prstGeom prst="rect">
            <a:avLst/>
          </a:prstGeom>
          <a:solidFill>
            <a:schemeClr val="accent5">
              <a:lumMod val="20000"/>
              <a:lumOff val="8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b="0" i="0" u="none" strike="noStrike" cap="none">
              <a:solidFill>
                <a:schemeClr val="lt1"/>
              </a:solidFill>
              <a:latin typeface="Avenir"/>
              <a:ea typeface="Arial"/>
              <a:cs typeface="Arial"/>
              <a:sym typeface="Arial"/>
            </a:endParaRPr>
          </a:p>
        </p:txBody>
      </p:sp>
      <p:sp>
        <p:nvSpPr>
          <p:cNvPr id="46" name="Google Shape;312;p33">
            <a:extLst>
              <a:ext uri="{FF2B5EF4-FFF2-40B4-BE49-F238E27FC236}">
                <a16:creationId xmlns:a16="http://schemas.microsoft.com/office/drawing/2014/main" id="{35A08AE7-4692-4AFE-8E97-05D25E8F2CFD}"/>
              </a:ext>
            </a:extLst>
          </p:cNvPr>
          <p:cNvSpPr txBox="1"/>
          <p:nvPr/>
        </p:nvSpPr>
        <p:spPr>
          <a:xfrm>
            <a:off x="3331489" y="711403"/>
            <a:ext cx="3881758" cy="2847862"/>
          </a:xfrm>
          <a:prstGeom prst="rect">
            <a:avLst/>
          </a:prstGeom>
          <a:noFill/>
          <a:ln>
            <a:noFill/>
          </a:ln>
        </p:spPr>
        <p:txBody>
          <a:bodyPr spcFirstLastPara="1" wrap="square" lIns="113100" tIns="113100" rIns="113100" bIns="113100" anchor="t" anchorCtr="0">
            <a:noAutofit/>
          </a:bodyPr>
          <a:lstStyle/>
          <a:p>
            <a:pPr marL="0" marR="0" lvl="0" indent="0" algn="l" rtl="0">
              <a:lnSpc>
                <a:spcPct val="100000"/>
              </a:lnSpc>
              <a:spcBef>
                <a:spcPts val="0"/>
              </a:spcBef>
              <a:spcAft>
                <a:spcPts val="0"/>
              </a:spcAft>
              <a:buClr>
                <a:schemeClr val="dk2"/>
              </a:buClr>
              <a:buSzPts val="2200"/>
              <a:buFont typeface="Arial"/>
              <a:buNone/>
            </a:pPr>
            <a:r>
              <a:rPr lang="en" sz="1600" b="1" i="0" u="none" strike="noStrike" cap="none" dirty="0">
                <a:solidFill>
                  <a:srgbClr val="434343"/>
                </a:solidFill>
                <a:latin typeface="Avenir"/>
                <a:ea typeface="Montserrat"/>
                <a:cs typeface="Montserrat"/>
                <a:sym typeface="Montserrat"/>
              </a:rPr>
              <a:t>Goals/Metrics/Motivations</a:t>
            </a:r>
            <a:br>
              <a:rPr lang="en" sz="2400" b="1" dirty="0">
                <a:solidFill>
                  <a:srgbClr val="434343"/>
                </a:solidFill>
                <a:latin typeface="Avenir"/>
                <a:ea typeface="Montserrat"/>
                <a:cs typeface="Montserrat"/>
                <a:sym typeface="Montserrat"/>
              </a:rPr>
            </a:br>
            <a:r>
              <a:rPr lang="en" sz="1100" i="1" u="none" strike="noStrike" cap="none" dirty="0">
                <a:solidFill>
                  <a:srgbClr val="434343"/>
                </a:solidFill>
                <a:latin typeface="Avenir"/>
                <a:ea typeface="Montserrat"/>
                <a:cs typeface="Montserrat"/>
                <a:sym typeface="Montserrat"/>
              </a:rPr>
              <a:t>Primary/secondary goals? Personal vs professional goals? Top metrics they track? Motivations?</a:t>
            </a:r>
            <a:endParaRPr sz="1100" i="1" u="none" strike="noStrike" cap="none" dirty="0">
              <a:solidFill>
                <a:srgbClr val="434343"/>
              </a:solidFill>
              <a:latin typeface="Avenir"/>
              <a:ea typeface="Montserrat"/>
              <a:cs typeface="Montserrat"/>
              <a:sym typeface="Montserrat"/>
            </a:endParaRPr>
          </a:p>
          <a:p>
            <a:pPr marL="0" marR="0" lvl="0" indent="0" algn="l" rtl="0">
              <a:lnSpc>
                <a:spcPct val="115000"/>
              </a:lnSpc>
              <a:spcBef>
                <a:spcPts val="0"/>
              </a:spcBef>
              <a:spcAft>
                <a:spcPts val="0"/>
              </a:spcAft>
              <a:buClr>
                <a:schemeClr val="dk2"/>
              </a:buClr>
              <a:buSzPts val="2200"/>
              <a:buFont typeface="Arial"/>
              <a:buNone/>
            </a:pPr>
            <a:endParaRPr sz="1100" dirty="0">
              <a:solidFill>
                <a:srgbClr val="434343"/>
              </a:solidFill>
              <a:latin typeface="Avenir"/>
              <a:ea typeface="Montserrat"/>
              <a:cs typeface="Montserrat"/>
              <a:sym typeface="Montserrat"/>
            </a:endParaRPr>
          </a:p>
          <a:p>
            <a:pPr marL="171450" marR="0" lvl="0" indent="-171450" algn="l" rtl="0">
              <a:lnSpc>
                <a:spcPct val="115000"/>
              </a:lnSpc>
              <a:spcBef>
                <a:spcPts val="0"/>
              </a:spcBef>
              <a:spcAft>
                <a:spcPts val="0"/>
              </a:spcAft>
              <a:buClr>
                <a:schemeClr val="dk2"/>
              </a:buClr>
              <a:buSzPts val="2200"/>
              <a:buFontTx/>
              <a:buChar char="-"/>
            </a:pPr>
            <a:r>
              <a:rPr lang="en-US" sz="1100" dirty="0">
                <a:solidFill>
                  <a:srgbClr val="434343"/>
                </a:solidFill>
                <a:latin typeface="Avenir"/>
                <a:ea typeface="Montserrat"/>
                <a:cs typeface="Montserrat"/>
                <a:sym typeface="Montserrat"/>
              </a:rPr>
              <a:t>Text</a:t>
            </a:r>
          </a:p>
          <a:p>
            <a:pPr marL="171450" marR="0" lvl="0" indent="-171450" algn="l" rtl="0">
              <a:lnSpc>
                <a:spcPct val="115000"/>
              </a:lnSpc>
              <a:spcBef>
                <a:spcPts val="0"/>
              </a:spcBef>
              <a:spcAft>
                <a:spcPts val="0"/>
              </a:spcAft>
              <a:buClr>
                <a:schemeClr val="dk2"/>
              </a:buClr>
              <a:buSzPts val="2200"/>
              <a:buFontTx/>
              <a:buChar char="-"/>
            </a:pPr>
            <a:endParaRPr sz="1100" dirty="0">
              <a:solidFill>
                <a:srgbClr val="434343"/>
              </a:solidFill>
              <a:latin typeface="Avenir"/>
              <a:ea typeface="Montserrat"/>
              <a:cs typeface="Montserrat"/>
              <a:sym typeface="Montserrat"/>
            </a:endParaRPr>
          </a:p>
        </p:txBody>
      </p:sp>
      <p:sp>
        <p:nvSpPr>
          <p:cNvPr id="47" name="Google Shape;313;p33">
            <a:extLst>
              <a:ext uri="{FF2B5EF4-FFF2-40B4-BE49-F238E27FC236}">
                <a16:creationId xmlns:a16="http://schemas.microsoft.com/office/drawing/2014/main" id="{DD1D3C11-58D8-44D2-B49F-923EFA18FCCC}"/>
              </a:ext>
            </a:extLst>
          </p:cNvPr>
          <p:cNvSpPr txBox="1"/>
          <p:nvPr/>
        </p:nvSpPr>
        <p:spPr>
          <a:xfrm>
            <a:off x="3331489" y="3795725"/>
            <a:ext cx="8468972" cy="2449766"/>
          </a:xfrm>
          <a:prstGeom prst="rect">
            <a:avLst/>
          </a:prstGeom>
          <a:noFill/>
          <a:ln>
            <a:noFill/>
          </a:ln>
        </p:spPr>
        <p:txBody>
          <a:bodyPr spcFirstLastPara="1" wrap="square" lIns="113100" tIns="113100" rIns="113100" bIns="113100" anchor="t" anchorCtr="0">
            <a:noAutofit/>
          </a:bodyPr>
          <a:lstStyle/>
          <a:p>
            <a:pPr marL="0" marR="0" lvl="0" indent="0" algn="l" rtl="0">
              <a:lnSpc>
                <a:spcPct val="100000"/>
              </a:lnSpc>
              <a:spcBef>
                <a:spcPts val="0"/>
              </a:spcBef>
              <a:spcAft>
                <a:spcPts val="0"/>
              </a:spcAft>
              <a:buClr>
                <a:schemeClr val="dk2"/>
              </a:buClr>
              <a:buSzPts val="2200"/>
              <a:buFont typeface="Arial"/>
              <a:buNone/>
            </a:pPr>
            <a:r>
              <a:rPr lang="en" sz="1600" b="1" dirty="0">
                <a:solidFill>
                  <a:srgbClr val="434343"/>
                </a:solidFill>
                <a:latin typeface="Avenir"/>
                <a:ea typeface="Montserrat"/>
                <a:cs typeface="Montserrat"/>
                <a:sym typeface="Montserrat"/>
              </a:rPr>
              <a:t>What can we do?</a:t>
            </a:r>
            <a:br>
              <a:rPr lang="en" sz="1600" b="1" dirty="0">
                <a:solidFill>
                  <a:srgbClr val="434343"/>
                </a:solidFill>
                <a:latin typeface="Avenir"/>
                <a:ea typeface="Montserrat"/>
                <a:cs typeface="Montserrat"/>
                <a:sym typeface="Montserrat"/>
              </a:rPr>
            </a:br>
            <a:r>
              <a:rPr lang="en" sz="1100" i="1" dirty="0">
                <a:solidFill>
                  <a:srgbClr val="434343"/>
                </a:solidFill>
                <a:latin typeface="Avenir"/>
                <a:ea typeface="Montserrat"/>
                <a:cs typeface="Montserrat"/>
                <a:sym typeface="Montserrat"/>
              </a:rPr>
              <a:t>...to help our persona achieve their goals? ...to help our persona overcome their challenges?</a:t>
            </a:r>
            <a:br>
              <a:rPr lang="en" sz="1100" i="1" dirty="0">
                <a:solidFill>
                  <a:srgbClr val="434343"/>
                </a:solidFill>
                <a:latin typeface="Avenir"/>
                <a:ea typeface="Montserrat"/>
                <a:cs typeface="Montserrat"/>
                <a:sym typeface="Montserrat"/>
              </a:rPr>
            </a:br>
            <a:endParaRPr lang="en-US" sz="1100" dirty="0">
              <a:solidFill>
                <a:srgbClr val="434343"/>
              </a:solidFill>
              <a:latin typeface="Avenir"/>
              <a:ea typeface="Montserrat"/>
              <a:cs typeface="Montserrat"/>
              <a:sym typeface="Montserrat"/>
            </a:endParaRPr>
          </a:p>
          <a:p>
            <a:pPr marL="171450" marR="0" lvl="0" indent="-171450" algn="l" rtl="0">
              <a:lnSpc>
                <a:spcPct val="115000"/>
              </a:lnSpc>
              <a:spcBef>
                <a:spcPts val="0"/>
              </a:spcBef>
              <a:spcAft>
                <a:spcPts val="0"/>
              </a:spcAft>
              <a:buClr>
                <a:schemeClr val="dk2"/>
              </a:buClr>
              <a:buSzPts val="2200"/>
              <a:buFontTx/>
              <a:buChar char="-"/>
            </a:pPr>
            <a:r>
              <a:rPr lang="en" sz="1100" dirty="0">
                <a:solidFill>
                  <a:srgbClr val="434343"/>
                </a:solidFill>
                <a:latin typeface="Avenir"/>
                <a:ea typeface="Montserrat"/>
                <a:cs typeface="Montserrat"/>
                <a:sym typeface="Montserrat"/>
              </a:rPr>
              <a:t>We help you…</a:t>
            </a:r>
            <a:endParaRPr sz="1100" dirty="0">
              <a:solidFill>
                <a:srgbClr val="434343"/>
              </a:solidFill>
              <a:latin typeface="Avenir"/>
              <a:ea typeface="Montserrat"/>
              <a:cs typeface="Montserrat"/>
              <a:sym typeface="Montserrat"/>
            </a:endParaRPr>
          </a:p>
        </p:txBody>
      </p:sp>
      <p:sp>
        <p:nvSpPr>
          <p:cNvPr id="48" name="Google Shape;314;p33">
            <a:extLst>
              <a:ext uri="{FF2B5EF4-FFF2-40B4-BE49-F238E27FC236}">
                <a16:creationId xmlns:a16="http://schemas.microsoft.com/office/drawing/2014/main" id="{F50D9BA6-34A8-4500-8C91-23C45AA3E926}"/>
              </a:ext>
            </a:extLst>
          </p:cNvPr>
          <p:cNvSpPr txBox="1"/>
          <p:nvPr/>
        </p:nvSpPr>
        <p:spPr>
          <a:xfrm>
            <a:off x="7775029" y="686670"/>
            <a:ext cx="3950573" cy="2859611"/>
          </a:xfrm>
          <a:prstGeom prst="rect">
            <a:avLst/>
          </a:prstGeom>
          <a:noFill/>
          <a:ln>
            <a:noFill/>
          </a:ln>
        </p:spPr>
        <p:txBody>
          <a:bodyPr spcFirstLastPara="1" wrap="square" lIns="113100" tIns="113100" rIns="113100" bIns="113100" anchor="t" anchorCtr="0">
            <a:noAutofit/>
          </a:bodyPr>
          <a:lstStyle/>
          <a:p>
            <a:pPr marL="0" marR="0" lvl="0" indent="0" algn="l" rtl="0">
              <a:lnSpc>
                <a:spcPct val="100000"/>
              </a:lnSpc>
              <a:spcBef>
                <a:spcPts val="0"/>
              </a:spcBef>
              <a:spcAft>
                <a:spcPts val="0"/>
              </a:spcAft>
              <a:buClr>
                <a:schemeClr val="dk2"/>
              </a:buClr>
              <a:buSzPts val="2200"/>
              <a:buFont typeface="Arial"/>
              <a:buNone/>
            </a:pPr>
            <a:r>
              <a:rPr lang="en" sz="1600" b="1" dirty="0">
                <a:solidFill>
                  <a:srgbClr val="434343"/>
                </a:solidFill>
                <a:latin typeface="Avenir"/>
                <a:ea typeface="Montserrat"/>
                <a:cs typeface="Montserrat"/>
                <a:sym typeface="Montserrat"/>
              </a:rPr>
              <a:t>Challenges</a:t>
            </a:r>
            <a:br>
              <a:rPr lang="en" sz="2400" b="1" dirty="0">
                <a:solidFill>
                  <a:srgbClr val="434343"/>
                </a:solidFill>
                <a:latin typeface="Avenir"/>
                <a:ea typeface="Montserrat"/>
                <a:cs typeface="Montserrat"/>
                <a:sym typeface="Montserrat"/>
              </a:rPr>
            </a:br>
            <a:r>
              <a:rPr lang="en" sz="1100" i="1" dirty="0">
                <a:solidFill>
                  <a:srgbClr val="434343"/>
                </a:solidFill>
                <a:latin typeface="Avenir"/>
                <a:ea typeface="Montserrat"/>
                <a:cs typeface="Montserrat"/>
                <a:sym typeface="Montserrat"/>
              </a:rPr>
              <a:t>What does this person struggle with in relation to meeting goals? What serves as a roadblock for this person’s success?</a:t>
            </a:r>
            <a:endParaRPr sz="1100" i="1" u="none" strike="noStrike" cap="none" dirty="0">
              <a:solidFill>
                <a:srgbClr val="434343"/>
              </a:solidFill>
              <a:latin typeface="Avenir"/>
              <a:ea typeface="Montserrat"/>
              <a:cs typeface="Montserrat"/>
              <a:sym typeface="Montserrat"/>
            </a:endParaRPr>
          </a:p>
          <a:p>
            <a:pPr marL="0" marR="0" lvl="0" indent="0" algn="l" rtl="0">
              <a:lnSpc>
                <a:spcPct val="115000"/>
              </a:lnSpc>
              <a:spcBef>
                <a:spcPts val="0"/>
              </a:spcBef>
              <a:spcAft>
                <a:spcPts val="0"/>
              </a:spcAft>
              <a:buClr>
                <a:schemeClr val="dk2"/>
              </a:buClr>
              <a:buSzPts val="2200"/>
              <a:buFont typeface="Arial"/>
              <a:buNone/>
            </a:pPr>
            <a:endParaRPr sz="1100" dirty="0">
              <a:solidFill>
                <a:srgbClr val="434343"/>
              </a:solidFill>
              <a:latin typeface="Avenir"/>
              <a:ea typeface="Montserrat"/>
              <a:cs typeface="Montserrat"/>
              <a:sym typeface="Montserrat"/>
            </a:endParaRPr>
          </a:p>
          <a:p>
            <a:pPr marL="171450" marR="0" lvl="0" indent="-171450" algn="l" rtl="0">
              <a:lnSpc>
                <a:spcPct val="115000"/>
              </a:lnSpc>
              <a:spcBef>
                <a:spcPts val="0"/>
              </a:spcBef>
              <a:spcAft>
                <a:spcPts val="0"/>
              </a:spcAft>
              <a:buClr>
                <a:schemeClr val="dk2"/>
              </a:buClr>
              <a:buSzPts val="2200"/>
              <a:buFontTx/>
              <a:buChar char="-"/>
            </a:pPr>
            <a:r>
              <a:rPr lang="en" sz="1100" dirty="0">
                <a:solidFill>
                  <a:srgbClr val="434343"/>
                </a:solidFill>
                <a:latin typeface="Avenir"/>
                <a:ea typeface="Montserrat"/>
                <a:cs typeface="Montserrat"/>
                <a:sym typeface="Montserrat"/>
              </a:rPr>
              <a:t>Text</a:t>
            </a:r>
          </a:p>
          <a:p>
            <a:pPr marL="0" marR="0" lvl="0" indent="0" algn="l" rtl="0">
              <a:lnSpc>
                <a:spcPct val="115000"/>
              </a:lnSpc>
              <a:spcBef>
                <a:spcPts val="0"/>
              </a:spcBef>
              <a:spcAft>
                <a:spcPts val="0"/>
              </a:spcAft>
              <a:buClr>
                <a:schemeClr val="dk2"/>
              </a:buClr>
              <a:buSzPts val="2200"/>
              <a:buFont typeface="Arial"/>
              <a:buNone/>
            </a:pPr>
            <a:endParaRPr lang="en" sz="1100" dirty="0">
              <a:solidFill>
                <a:srgbClr val="434343"/>
              </a:solidFill>
              <a:latin typeface="Avenir"/>
              <a:ea typeface="Montserrat"/>
              <a:cs typeface="Montserrat"/>
              <a:sym typeface="Montserrat"/>
            </a:endParaRPr>
          </a:p>
          <a:p>
            <a:pPr marL="0" marR="0" lvl="0" indent="0" algn="l" rtl="0">
              <a:lnSpc>
                <a:spcPct val="115000"/>
              </a:lnSpc>
              <a:spcBef>
                <a:spcPts val="0"/>
              </a:spcBef>
              <a:spcAft>
                <a:spcPts val="0"/>
              </a:spcAft>
              <a:buClr>
                <a:schemeClr val="dk2"/>
              </a:buClr>
              <a:buSzPts val="2200"/>
              <a:buFont typeface="Arial"/>
              <a:buNone/>
            </a:pPr>
            <a:endParaRPr sz="1100" dirty="0">
              <a:solidFill>
                <a:srgbClr val="434343"/>
              </a:solidFill>
              <a:latin typeface="Avenir"/>
              <a:ea typeface="Montserrat"/>
              <a:cs typeface="Montserrat"/>
              <a:sym typeface="Montserrat"/>
            </a:endParaRPr>
          </a:p>
        </p:txBody>
      </p:sp>
      <p:sp>
        <p:nvSpPr>
          <p:cNvPr id="18" name="Date Placeholder 4">
            <a:extLst>
              <a:ext uri="{FF2B5EF4-FFF2-40B4-BE49-F238E27FC236}">
                <a16:creationId xmlns:a16="http://schemas.microsoft.com/office/drawing/2014/main" id="{CB17471B-A011-4C47-9BF3-DC1F8A85F7B8}"/>
              </a:ext>
            </a:extLst>
          </p:cNvPr>
          <p:cNvSpPr txBox="1">
            <a:spLocks/>
          </p:cNvSpPr>
          <p:nvPr/>
        </p:nvSpPr>
        <p:spPr>
          <a:xfrm>
            <a:off x="9246104" y="6419634"/>
            <a:ext cx="2154143" cy="274320"/>
          </a:xfrm>
          <a:prstGeom prst="rect">
            <a:avLst/>
          </a:prstGeom>
        </p:spPr>
        <p:txBody>
          <a:bodyPr vert="horz" lIns="91440" tIns="45720" rIns="91440" bIns="45720" rtlCol="0" anchor="ctr"/>
          <a:lstStyle>
            <a:defPPr>
              <a:defRPr lang="en-US"/>
            </a:defPPr>
            <a:lvl1pPr marL="0" algn="r" defTabSz="457139" rtl="0" eaLnBrk="1" latinLnBrk="0" hangingPunct="1">
              <a:defRPr sz="900" b="1" i="0" kern="1200" spc="99" baseline="0">
                <a:solidFill>
                  <a:schemeClr val="accent1"/>
                </a:solidFill>
                <a:latin typeface="+mn-lt"/>
                <a:ea typeface="+mn-ea"/>
                <a:cs typeface="+mn-cs"/>
              </a:defRPr>
            </a:lvl1pPr>
            <a:lvl2pPr marL="457139" algn="l" defTabSz="457139" rtl="0" eaLnBrk="1" latinLnBrk="0" hangingPunct="1">
              <a:defRPr sz="1801" kern="1200">
                <a:solidFill>
                  <a:schemeClr val="tx1"/>
                </a:solidFill>
                <a:latin typeface="+mn-lt"/>
                <a:ea typeface="+mn-ea"/>
                <a:cs typeface="+mn-cs"/>
              </a:defRPr>
            </a:lvl2pPr>
            <a:lvl3pPr marL="914281" algn="l" defTabSz="457139" rtl="0" eaLnBrk="1" latinLnBrk="0" hangingPunct="1">
              <a:defRPr sz="1801" kern="1200">
                <a:solidFill>
                  <a:schemeClr val="tx1"/>
                </a:solidFill>
                <a:latin typeface="+mn-lt"/>
                <a:ea typeface="+mn-ea"/>
                <a:cs typeface="+mn-cs"/>
              </a:defRPr>
            </a:lvl3pPr>
            <a:lvl4pPr marL="1371416" algn="l" defTabSz="457139" rtl="0" eaLnBrk="1" latinLnBrk="0" hangingPunct="1">
              <a:defRPr sz="1801" kern="1200">
                <a:solidFill>
                  <a:schemeClr val="tx1"/>
                </a:solidFill>
                <a:latin typeface="+mn-lt"/>
                <a:ea typeface="+mn-ea"/>
                <a:cs typeface="+mn-cs"/>
              </a:defRPr>
            </a:lvl4pPr>
            <a:lvl5pPr marL="1828561" algn="l" defTabSz="457139" rtl="0" eaLnBrk="1" latinLnBrk="0" hangingPunct="1">
              <a:defRPr sz="1801" kern="1200">
                <a:solidFill>
                  <a:schemeClr val="tx1"/>
                </a:solidFill>
                <a:latin typeface="+mn-lt"/>
                <a:ea typeface="+mn-ea"/>
                <a:cs typeface="+mn-cs"/>
              </a:defRPr>
            </a:lvl5pPr>
            <a:lvl6pPr marL="2285698" algn="l" defTabSz="457139" rtl="0" eaLnBrk="1" latinLnBrk="0" hangingPunct="1">
              <a:defRPr sz="1801" kern="1200">
                <a:solidFill>
                  <a:schemeClr val="tx1"/>
                </a:solidFill>
                <a:latin typeface="+mn-lt"/>
                <a:ea typeface="+mn-ea"/>
                <a:cs typeface="+mn-cs"/>
              </a:defRPr>
            </a:lvl6pPr>
            <a:lvl7pPr marL="2742837" algn="l" defTabSz="457139" rtl="0" eaLnBrk="1" latinLnBrk="0" hangingPunct="1">
              <a:defRPr sz="1801" kern="1200">
                <a:solidFill>
                  <a:schemeClr val="tx1"/>
                </a:solidFill>
                <a:latin typeface="+mn-lt"/>
                <a:ea typeface="+mn-ea"/>
                <a:cs typeface="+mn-cs"/>
              </a:defRPr>
            </a:lvl7pPr>
            <a:lvl8pPr marL="3199977" algn="l" defTabSz="457139" rtl="0" eaLnBrk="1" latinLnBrk="0" hangingPunct="1">
              <a:defRPr sz="1801" kern="1200">
                <a:solidFill>
                  <a:schemeClr val="tx1"/>
                </a:solidFill>
                <a:latin typeface="+mn-lt"/>
                <a:ea typeface="+mn-ea"/>
                <a:cs typeface="+mn-cs"/>
              </a:defRPr>
            </a:lvl8pPr>
            <a:lvl9pPr marL="3657115" algn="l" defTabSz="457139" rtl="0" eaLnBrk="1" latinLnBrk="0" hangingPunct="1">
              <a:defRPr sz="1801" kern="1200">
                <a:solidFill>
                  <a:schemeClr val="tx1"/>
                </a:solidFill>
                <a:latin typeface="+mn-lt"/>
                <a:ea typeface="+mn-ea"/>
                <a:cs typeface="+mn-cs"/>
              </a:defRPr>
            </a:lvl9pPr>
          </a:lstStyle>
          <a:p>
            <a:fld id="{33798079-21CE-E14E-9A10-1B1BB8AD3EFD}" type="datetime1">
              <a:rPr lang="en-US" smtClean="0"/>
              <a:pPr/>
              <a:t>8/24/2022</a:t>
            </a:fld>
            <a:endParaRPr lang="en-US" dirty="0"/>
          </a:p>
        </p:txBody>
      </p:sp>
    </p:spTree>
    <p:extLst>
      <p:ext uri="{BB962C8B-B14F-4D97-AF65-F5344CB8AC3E}">
        <p14:creationId xmlns:p14="http://schemas.microsoft.com/office/powerpoint/2010/main" val="14344461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1EA1002-7B5B-2D43-B030-CE317EDE88AE}"/>
              </a:ext>
            </a:extLst>
          </p:cNvPr>
          <p:cNvSpPr>
            <a:spLocks noGrp="1"/>
          </p:cNvSpPr>
          <p:nvPr>
            <p:ph type="title"/>
          </p:nvPr>
        </p:nvSpPr>
        <p:spPr/>
        <p:txBody>
          <a:bodyPr>
            <a:normAutofit fontScale="90000"/>
          </a:bodyPr>
          <a:lstStyle/>
          <a:p>
            <a:r>
              <a:rPr lang="en-US" dirty="0"/>
              <a:t>TARGET CLIENT PERSONA</a:t>
            </a:r>
          </a:p>
        </p:txBody>
      </p:sp>
      <p:sp>
        <p:nvSpPr>
          <p:cNvPr id="34" name="Google Shape;330;p34">
            <a:extLst>
              <a:ext uri="{FF2B5EF4-FFF2-40B4-BE49-F238E27FC236}">
                <a16:creationId xmlns:a16="http://schemas.microsoft.com/office/drawing/2014/main" id="{809E810D-B030-40EA-BE00-C8C96B6AE8AC}"/>
              </a:ext>
            </a:extLst>
          </p:cNvPr>
          <p:cNvSpPr/>
          <p:nvPr/>
        </p:nvSpPr>
        <p:spPr>
          <a:xfrm>
            <a:off x="382525" y="1311624"/>
            <a:ext cx="3791910" cy="4607913"/>
          </a:xfrm>
          <a:prstGeom prst="roundRect">
            <a:avLst>
              <a:gd name="adj" fmla="val 0"/>
            </a:avLst>
          </a:prstGeom>
          <a:solidFill>
            <a:schemeClr val="accent5">
              <a:lumMod val="20000"/>
              <a:lumOff val="8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venir"/>
              <a:ea typeface="Arial"/>
              <a:cs typeface="Arial"/>
              <a:sym typeface="Arial"/>
            </a:endParaRPr>
          </a:p>
        </p:txBody>
      </p:sp>
      <p:sp>
        <p:nvSpPr>
          <p:cNvPr id="35" name="Google Shape;331;p34">
            <a:extLst>
              <a:ext uri="{FF2B5EF4-FFF2-40B4-BE49-F238E27FC236}">
                <a16:creationId xmlns:a16="http://schemas.microsoft.com/office/drawing/2014/main" id="{3D78A70A-4CCB-4580-ABCE-54649B43819F}"/>
              </a:ext>
            </a:extLst>
          </p:cNvPr>
          <p:cNvSpPr txBox="1"/>
          <p:nvPr/>
        </p:nvSpPr>
        <p:spPr>
          <a:xfrm>
            <a:off x="331450" y="510836"/>
            <a:ext cx="4065300" cy="738633"/>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6600"/>
              <a:buFont typeface="Arial"/>
              <a:buNone/>
            </a:pPr>
            <a:r>
              <a:rPr lang="en" sz="4000" b="1" i="0" u="none" strike="noStrike" cap="none" dirty="0">
                <a:solidFill>
                  <a:srgbClr val="434343"/>
                </a:solidFill>
                <a:latin typeface="Avenir"/>
                <a:ea typeface="Montserrat"/>
                <a:cs typeface="Montserrat"/>
                <a:sym typeface="Montserrat"/>
              </a:rPr>
              <a:t>First</a:t>
            </a:r>
            <a:r>
              <a:rPr lang="en" sz="4000" dirty="0">
                <a:solidFill>
                  <a:srgbClr val="434343"/>
                </a:solidFill>
                <a:latin typeface="Avenir"/>
                <a:ea typeface="Montserrat"/>
                <a:cs typeface="Montserrat"/>
                <a:sym typeface="Montserrat"/>
              </a:rPr>
              <a:t> </a:t>
            </a:r>
            <a:r>
              <a:rPr lang="en" sz="4000" i="0" u="none" strike="noStrike" cap="none" dirty="0">
                <a:solidFill>
                  <a:srgbClr val="434343"/>
                </a:solidFill>
                <a:latin typeface="Avenir"/>
                <a:ea typeface="Montserrat"/>
                <a:cs typeface="Montserrat"/>
                <a:sym typeface="Montserrat"/>
              </a:rPr>
              <a:t>Last</a:t>
            </a:r>
            <a:endParaRPr sz="4000" i="0" u="none" strike="noStrike" cap="none" dirty="0">
              <a:solidFill>
                <a:srgbClr val="434343"/>
              </a:solidFill>
              <a:latin typeface="Avenir"/>
              <a:ea typeface="Montserrat"/>
              <a:cs typeface="Montserrat"/>
              <a:sym typeface="Montserrat"/>
            </a:endParaRPr>
          </a:p>
        </p:txBody>
      </p:sp>
      <p:sp>
        <p:nvSpPr>
          <p:cNvPr id="36" name="Google Shape;332;p34">
            <a:extLst>
              <a:ext uri="{FF2B5EF4-FFF2-40B4-BE49-F238E27FC236}">
                <a16:creationId xmlns:a16="http://schemas.microsoft.com/office/drawing/2014/main" id="{DE953A1B-48B9-4922-9E63-39C2CB6F4DC3}"/>
              </a:ext>
            </a:extLst>
          </p:cNvPr>
          <p:cNvSpPr txBox="1"/>
          <p:nvPr/>
        </p:nvSpPr>
        <p:spPr>
          <a:xfrm>
            <a:off x="472378" y="1333125"/>
            <a:ext cx="2791521" cy="471600"/>
          </a:xfrm>
          <a:prstGeom prst="rect">
            <a:avLst/>
          </a:prstGeom>
          <a:noFill/>
          <a:ln>
            <a:noFill/>
          </a:ln>
        </p:spPr>
        <p:txBody>
          <a:bodyPr spcFirstLastPara="1" wrap="square" lIns="113100" tIns="113100" rIns="113100" bIns="113100" anchor="t" anchorCtr="0">
            <a:noAutofit/>
          </a:bodyPr>
          <a:lstStyle/>
          <a:p>
            <a:pPr marL="0" marR="0" lvl="0" indent="0" algn="l" rtl="0">
              <a:lnSpc>
                <a:spcPct val="115000"/>
              </a:lnSpc>
              <a:spcBef>
                <a:spcPts val="0"/>
              </a:spcBef>
              <a:spcAft>
                <a:spcPts val="0"/>
              </a:spcAft>
              <a:buClr>
                <a:schemeClr val="dk2"/>
              </a:buClr>
              <a:buSzPts val="2200"/>
              <a:buFont typeface="Arial"/>
              <a:buNone/>
            </a:pPr>
            <a:r>
              <a:rPr lang="en" sz="1600" b="1">
                <a:solidFill>
                  <a:srgbClr val="434343"/>
                </a:solidFill>
                <a:latin typeface="Avenir"/>
                <a:ea typeface="Montserrat"/>
                <a:cs typeface="Montserrat"/>
                <a:sym typeface="Montserrat"/>
              </a:rPr>
              <a:t>Common Objections</a:t>
            </a:r>
            <a:endParaRPr sz="1600" i="0" u="none" strike="noStrike" cap="none">
              <a:solidFill>
                <a:srgbClr val="434343"/>
              </a:solidFill>
              <a:latin typeface="Avenir"/>
              <a:ea typeface="Montserrat"/>
              <a:cs typeface="Montserrat"/>
              <a:sym typeface="Montserrat"/>
            </a:endParaRPr>
          </a:p>
        </p:txBody>
      </p:sp>
      <p:sp>
        <p:nvSpPr>
          <p:cNvPr id="59" name="Google Shape;333;p34">
            <a:extLst>
              <a:ext uri="{FF2B5EF4-FFF2-40B4-BE49-F238E27FC236}">
                <a16:creationId xmlns:a16="http://schemas.microsoft.com/office/drawing/2014/main" id="{E43F0309-FE2C-4F89-B1D6-227BE7C7D025}"/>
              </a:ext>
            </a:extLst>
          </p:cNvPr>
          <p:cNvSpPr txBox="1"/>
          <p:nvPr/>
        </p:nvSpPr>
        <p:spPr>
          <a:xfrm>
            <a:off x="528727" y="1686969"/>
            <a:ext cx="3380708" cy="385940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100" i="1" dirty="0">
                <a:solidFill>
                  <a:srgbClr val="434343"/>
                </a:solidFill>
                <a:latin typeface="Avenir"/>
                <a:ea typeface="Montserrat"/>
                <a:cs typeface="Montserrat"/>
                <a:sym typeface="Montserrat"/>
              </a:rPr>
              <a:t>Why </a:t>
            </a:r>
            <a:r>
              <a:rPr lang="en" sz="1100" b="1" i="1" dirty="0">
                <a:solidFill>
                  <a:srgbClr val="434343"/>
                </a:solidFill>
                <a:latin typeface="Avenir"/>
                <a:ea typeface="Montserrat"/>
                <a:cs typeface="Montserrat"/>
                <a:sym typeface="Montserrat"/>
              </a:rPr>
              <a:t>wouldn’t</a:t>
            </a:r>
            <a:r>
              <a:rPr lang="en" sz="1100" i="1" dirty="0">
                <a:solidFill>
                  <a:srgbClr val="434343"/>
                </a:solidFill>
                <a:latin typeface="Avenir"/>
                <a:ea typeface="Montserrat"/>
                <a:cs typeface="Montserrat"/>
                <a:sym typeface="Montserrat"/>
              </a:rPr>
              <a:t> they buy our services? What is the alternative?</a:t>
            </a:r>
            <a:endParaRPr sz="1100" i="1" dirty="0">
              <a:solidFill>
                <a:srgbClr val="434343"/>
              </a:solidFill>
              <a:latin typeface="Avenir"/>
              <a:ea typeface="Montserrat"/>
              <a:cs typeface="Montserrat"/>
              <a:sym typeface="Montserrat"/>
            </a:endParaRPr>
          </a:p>
          <a:p>
            <a:pPr marL="0" marR="0" lvl="0" indent="0" algn="l" rtl="0">
              <a:lnSpc>
                <a:spcPct val="100000"/>
              </a:lnSpc>
              <a:spcBef>
                <a:spcPts val="0"/>
              </a:spcBef>
              <a:spcAft>
                <a:spcPts val="0"/>
              </a:spcAft>
              <a:buNone/>
            </a:pPr>
            <a:endParaRPr sz="1100" dirty="0">
              <a:solidFill>
                <a:srgbClr val="434343"/>
              </a:solidFill>
              <a:latin typeface="Avenir"/>
              <a:ea typeface="Montserrat"/>
              <a:cs typeface="Montserrat"/>
              <a:sym typeface="Montserrat"/>
            </a:endParaRPr>
          </a:p>
          <a:p>
            <a:pPr marL="0" marR="0" lvl="0" indent="0" algn="l" rtl="0">
              <a:lnSpc>
                <a:spcPct val="100000"/>
              </a:lnSpc>
              <a:spcBef>
                <a:spcPts val="0"/>
              </a:spcBef>
              <a:spcAft>
                <a:spcPts val="0"/>
              </a:spcAft>
              <a:buNone/>
            </a:pPr>
            <a:r>
              <a:rPr lang="en" sz="1100" dirty="0">
                <a:solidFill>
                  <a:srgbClr val="434343"/>
                </a:solidFill>
                <a:latin typeface="Avenir"/>
                <a:ea typeface="Montserrat"/>
                <a:cs typeface="Montserrat"/>
                <a:sym typeface="Montserrat"/>
              </a:rPr>
              <a:t>Text</a:t>
            </a:r>
            <a:endParaRPr sz="1100" b="1" i="1" dirty="0">
              <a:solidFill>
                <a:srgbClr val="434343"/>
              </a:solidFill>
              <a:latin typeface="Avenir"/>
              <a:ea typeface="Montserrat"/>
              <a:cs typeface="Montserrat"/>
              <a:sym typeface="Montserrat"/>
            </a:endParaRPr>
          </a:p>
        </p:txBody>
      </p:sp>
      <p:sp>
        <p:nvSpPr>
          <p:cNvPr id="60" name="Google Shape;334;p34">
            <a:extLst>
              <a:ext uri="{FF2B5EF4-FFF2-40B4-BE49-F238E27FC236}">
                <a16:creationId xmlns:a16="http://schemas.microsoft.com/office/drawing/2014/main" id="{CA808407-21AE-4C8C-86AB-78FC6D2ACC5F}"/>
              </a:ext>
            </a:extLst>
          </p:cNvPr>
          <p:cNvSpPr/>
          <p:nvPr/>
        </p:nvSpPr>
        <p:spPr>
          <a:xfrm>
            <a:off x="4296664" y="1311626"/>
            <a:ext cx="3791910" cy="4607912"/>
          </a:xfrm>
          <a:prstGeom prst="roundRect">
            <a:avLst>
              <a:gd name="adj" fmla="val 0"/>
            </a:avLst>
          </a:prstGeom>
          <a:solidFill>
            <a:schemeClr val="accent5">
              <a:lumMod val="20000"/>
              <a:lumOff val="8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venir"/>
              <a:ea typeface="Arial"/>
              <a:cs typeface="Arial"/>
              <a:sym typeface="Arial"/>
            </a:endParaRPr>
          </a:p>
        </p:txBody>
      </p:sp>
      <p:sp>
        <p:nvSpPr>
          <p:cNvPr id="61" name="Google Shape;335;p34">
            <a:extLst>
              <a:ext uri="{FF2B5EF4-FFF2-40B4-BE49-F238E27FC236}">
                <a16:creationId xmlns:a16="http://schemas.microsoft.com/office/drawing/2014/main" id="{482105A6-2929-4235-99E6-32353563AACC}"/>
              </a:ext>
            </a:extLst>
          </p:cNvPr>
          <p:cNvSpPr txBox="1"/>
          <p:nvPr/>
        </p:nvSpPr>
        <p:spPr>
          <a:xfrm>
            <a:off x="4466025" y="1333125"/>
            <a:ext cx="3072674" cy="471600"/>
          </a:xfrm>
          <a:prstGeom prst="rect">
            <a:avLst/>
          </a:prstGeom>
          <a:noFill/>
          <a:ln>
            <a:noFill/>
          </a:ln>
        </p:spPr>
        <p:txBody>
          <a:bodyPr spcFirstLastPara="1" wrap="square" lIns="113100" tIns="113100" rIns="113100" bIns="113100" anchor="t" anchorCtr="0">
            <a:noAutofit/>
          </a:bodyPr>
          <a:lstStyle/>
          <a:p>
            <a:pPr marL="0" marR="0" lvl="0" indent="0" algn="l" rtl="0">
              <a:lnSpc>
                <a:spcPct val="115000"/>
              </a:lnSpc>
              <a:spcBef>
                <a:spcPts val="0"/>
              </a:spcBef>
              <a:spcAft>
                <a:spcPts val="0"/>
              </a:spcAft>
              <a:buClr>
                <a:schemeClr val="dk2"/>
              </a:buClr>
              <a:buSzPts val="2200"/>
              <a:buFont typeface="Arial"/>
              <a:buNone/>
            </a:pPr>
            <a:r>
              <a:rPr lang="en" sz="1600" b="1">
                <a:solidFill>
                  <a:srgbClr val="434343"/>
                </a:solidFill>
                <a:latin typeface="Avenir"/>
                <a:ea typeface="Montserrat"/>
                <a:cs typeface="Montserrat"/>
                <a:sym typeface="Montserrat"/>
              </a:rPr>
              <a:t>Marketing Messaging</a:t>
            </a:r>
            <a:endParaRPr sz="1600" i="0" u="none" strike="noStrike" cap="none">
              <a:solidFill>
                <a:srgbClr val="434343"/>
              </a:solidFill>
              <a:latin typeface="Avenir"/>
              <a:ea typeface="Montserrat"/>
              <a:cs typeface="Montserrat"/>
              <a:sym typeface="Montserrat"/>
            </a:endParaRPr>
          </a:p>
        </p:txBody>
      </p:sp>
      <p:sp>
        <p:nvSpPr>
          <p:cNvPr id="62" name="Google Shape;336;p34">
            <a:extLst>
              <a:ext uri="{FF2B5EF4-FFF2-40B4-BE49-F238E27FC236}">
                <a16:creationId xmlns:a16="http://schemas.microsoft.com/office/drawing/2014/main" id="{8542FB6A-3B9B-4559-8252-68EDE3F6F304}"/>
              </a:ext>
            </a:extLst>
          </p:cNvPr>
          <p:cNvSpPr txBox="1"/>
          <p:nvPr/>
        </p:nvSpPr>
        <p:spPr>
          <a:xfrm>
            <a:off x="4480906" y="1686969"/>
            <a:ext cx="3423425" cy="405381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100" i="1" dirty="0">
                <a:solidFill>
                  <a:srgbClr val="434343"/>
                </a:solidFill>
                <a:latin typeface="Avenir"/>
                <a:ea typeface="Montserrat"/>
                <a:cs typeface="Montserrat"/>
                <a:sym typeface="Montserrat"/>
              </a:rPr>
              <a:t>How can you describe our services to have the </a:t>
            </a:r>
            <a:r>
              <a:rPr lang="en" sz="1100" b="1" i="1" dirty="0">
                <a:solidFill>
                  <a:srgbClr val="434343"/>
                </a:solidFill>
                <a:latin typeface="Avenir"/>
                <a:ea typeface="Montserrat"/>
                <a:cs typeface="Montserrat"/>
                <a:sym typeface="Montserrat"/>
              </a:rPr>
              <a:t>biggest impact </a:t>
            </a:r>
            <a:r>
              <a:rPr lang="en" sz="1100" i="1" dirty="0">
                <a:solidFill>
                  <a:srgbClr val="434343"/>
                </a:solidFill>
                <a:latin typeface="Avenir"/>
                <a:ea typeface="Montserrat"/>
                <a:cs typeface="Montserrat"/>
                <a:sym typeface="Montserrat"/>
              </a:rPr>
              <a:t>on our persona? What </a:t>
            </a:r>
            <a:r>
              <a:rPr lang="en" sz="1100" b="1" i="1" dirty="0">
                <a:solidFill>
                  <a:srgbClr val="434343"/>
                </a:solidFill>
                <a:latin typeface="Avenir"/>
                <a:ea typeface="Montserrat"/>
                <a:cs typeface="Montserrat"/>
                <a:sym typeface="Montserrat"/>
              </a:rPr>
              <a:t>resonates most </a:t>
            </a:r>
            <a:r>
              <a:rPr lang="en" sz="1100" i="1" dirty="0">
                <a:solidFill>
                  <a:srgbClr val="434343"/>
                </a:solidFill>
                <a:latin typeface="Avenir"/>
                <a:ea typeface="Montserrat"/>
                <a:cs typeface="Montserrat"/>
                <a:sym typeface="Montserrat"/>
              </a:rPr>
              <a:t>with our persona?</a:t>
            </a:r>
            <a:endParaRPr sz="1100" i="1" dirty="0">
              <a:solidFill>
                <a:srgbClr val="434343"/>
              </a:solidFill>
              <a:latin typeface="Avenir"/>
              <a:ea typeface="Montserrat"/>
              <a:cs typeface="Montserrat"/>
              <a:sym typeface="Montserrat"/>
            </a:endParaRPr>
          </a:p>
          <a:p>
            <a:pPr marL="0" marR="0" lvl="0" indent="0" algn="l" rtl="0">
              <a:lnSpc>
                <a:spcPct val="100000"/>
              </a:lnSpc>
              <a:spcBef>
                <a:spcPts val="0"/>
              </a:spcBef>
              <a:spcAft>
                <a:spcPts val="0"/>
              </a:spcAft>
              <a:buNone/>
            </a:pPr>
            <a:endParaRPr lang="en-US" sz="1100" dirty="0">
              <a:solidFill>
                <a:srgbClr val="434343"/>
              </a:solidFill>
              <a:latin typeface="Avenir"/>
              <a:ea typeface="Montserrat"/>
              <a:cs typeface="Montserrat"/>
              <a:sym typeface="Montserrat"/>
            </a:endParaRPr>
          </a:p>
          <a:p>
            <a:pPr marL="0" marR="0" lvl="0" indent="0" algn="l" rtl="0">
              <a:lnSpc>
                <a:spcPct val="100000"/>
              </a:lnSpc>
              <a:spcBef>
                <a:spcPts val="0"/>
              </a:spcBef>
              <a:spcAft>
                <a:spcPts val="0"/>
              </a:spcAft>
              <a:buNone/>
            </a:pPr>
            <a:r>
              <a:rPr lang="en-US" sz="1100" dirty="0">
                <a:solidFill>
                  <a:srgbClr val="434343"/>
                </a:solidFill>
                <a:latin typeface="Avenir"/>
                <a:ea typeface="Montserrat"/>
                <a:cs typeface="Montserrat"/>
                <a:sym typeface="Montserrat"/>
              </a:rPr>
              <a:t>Text</a:t>
            </a:r>
            <a:endParaRPr sz="1100" dirty="0">
              <a:solidFill>
                <a:srgbClr val="434343"/>
              </a:solidFill>
              <a:latin typeface="Avenir"/>
              <a:ea typeface="Montserrat"/>
              <a:cs typeface="Montserrat"/>
              <a:sym typeface="Montserrat"/>
            </a:endParaRPr>
          </a:p>
        </p:txBody>
      </p:sp>
      <p:sp>
        <p:nvSpPr>
          <p:cNvPr id="63" name="Google Shape;337;p34">
            <a:extLst>
              <a:ext uri="{FF2B5EF4-FFF2-40B4-BE49-F238E27FC236}">
                <a16:creationId xmlns:a16="http://schemas.microsoft.com/office/drawing/2014/main" id="{795473CC-607D-476C-BE7C-A7E9A9C44D28}"/>
              </a:ext>
            </a:extLst>
          </p:cNvPr>
          <p:cNvSpPr/>
          <p:nvPr/>
        </p:nvSpPr>
        <p:spPr>
          <a:xfrm>
            <a:off x="8210800" y="1311625"/>
            <a:ext cx="3791910" cy="4607913"/>
          </a:xfrm>
          <a:prstGeom prst="roundRect">
            <a:avLst>
              <a:gd name="adj" fmla="val 0"/>
            </a:avLst>
          </a:prstGeom>
          <a:solidFill>
            <a:schemeClr val="accent5">
              <a:lumMod val="20000"/>
              <a:lumOff val="8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4" name="Google Shape;338;p34">
            <a:extLst>
              <a:ext uri="{FF2B5EF4-FFF2-40B4-BE49-F238E27FC236}">
                <a16:creationId xmlns:a16="http://schemas.microsoft.com/office/drawing/2014/main" id="{436B1316-7559-4CDF-99B6-0EE240266138}"/>
              </a:ext>
            </a:extLst>
          </p:cNvPr>
          <p:cNvSpPr txBox="1"/>
          <p:nvPr/>
        </p:nvSpPr>
        <p:spPr>
          <a:xfrm>
            <a:off x="8300657" y="1333125"/>
            <a:ext cx="3029952" cy="471600"/>
          </a:xfrm>
          <a:prstGeom prst="rect">
            <a:avLst/>
          </a:prstGeom>
          <a:noFill/>
          <a:ln>
            <a:noFill/>
          </a:ln>
        </p:spPr>
        <p:txBody>
          <a:bodyPr spcFirstLastPara="1" wrap="square" lIns="113100" tIns="113100" rIns="113100" bIns="113100" anchor="t" anchorCtr="0">
            <a:noAutofit/>
          </a:bodyPr>
          <a:lstStyle/>
          <a:p>
            <a:pPr marL="0" marR="0" lvl="0" indent="0" algn="l" rtl="0">
              <a:lnSpc>
                <a:spcPct val="115000"/>
              </a:lnSpc>
              <a:spcBef>
                <a:spcPts val="0"/>
              </a:spcBef>
              <a:spcAft>
                <a:spcPts val="0"/>
              </a:spcAft>
              <a:buClr>
                <a:schemeClr val="dk2"/>
              </a:buClr>
              <a:buSzPts val="2200"/>
              <a:buFont typeface="Arial"/>
              <a:buNone/>
            </a:pPr>
            <a:r>
              <a:rPr lang="en" sz="1600" b="1">
                <a:solidFill>
                  <a:srgbClr val="434343"/>
                </a:solidFill>
                <a:latin typeface="Avenir"/>
                <a:ea typeface="Montserrat"/>
                <a:cs typeface="Montserrat"/>
                <a:sym typeface="Montserrat"/>
              </a:rPr>
              <a:t>Elevator Pitch</a:t>
            </a:r>
            <a:endParaRPr sz="1600" i="0" u="none" strike="noStrike" cap="none">
              <a:solidFill>
                <a:srgbClr val="434343"/>
              </a:solidFill>
              <a:latin typeface="Avenir"/>
              <a:ea typeface="Montserrat"/>
              <a:cs typeface="Montserrat"/>
              <a:sym typeface="Montserrat"/>
            </a:endParaRPr>
          </a:p>
        </p:txBody>
      </p:sp>
      <p:sp>
        <p:nvSpPr>
          <p:cNvPr id="65" name="Google Shape;339;p34">
            <a:extLst>
              <a:ext uri="{FF2B5EF4-FFF2-40B4-BE49-F238E27FC236}">
                <a16:creationId xmlns:a16="http://schemas.microsoft.com/office/drawing/2014/main" id="{77EBC51B-B8DA-4EE8-B866-6D55993BBDC5}"/>
              </a:ext>
            </a:extLst>
          </p:cNvPr>
          <p:cNvSpPr txBox="1"/>
          <p:nvPr/>
        </p:nvSpPr>
        <p:spPr>
          <a:xfrm>
            <a:off x="8350908" y="1686969"/>
            <a:ext cx="3511693" cy="405381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100" i="1" dirty="0">
                <a:solidFill>
                  <a:srgbClr val="434343"/>
                </a:solidFill>
                <a:latin typeface="Avenir"/>
                <a:ea typeface="Montserrat"/>
                <a:cs typeface="Montserrat"/>
                <a:sym typeface="Montserrat"/>
              </a:rPr>
              <a:t>Sell our persona on our services - in a sentence or a few words.</a:t>
            </a:r>
            <a:endParaRPr sz="1100" i="1" dirty="0">
              <a:solidFill>
                <a:srgbClr val="434343"/>
              </a:solidFill>
              <a:latin typeface="Avenir"/>
              <a:ea typeface="Montserrat"/>
              <a:cs typeface="Montserrat"/>
              <a:sym typeface="Montserrat"/>
            </a:endParaRPr>
          </a:p>
          <a:p>
            <a:pPr marL="0" marR="0" lvl="0" indent="0" algn="l" rtl="0">
              <a:lnSpc>
                <a:spcPct val="100000"/>
              </a:lnSpc>
              <a:spcBef>
                <a:spcPts val="0"/>
              </a:spcBef>
              <a:spcAft>
                <a:spcPts val="0"/>
              </a:spcAft>
              <a:buNone/>
            </a:pPr>
            <a:endParaRPr sz="1100" dirty="0">
              <a:solidFill>
                <a:srgbClr val="434343"/>
              </a:solidFill>
              <a:latin typeface="Avenir"/>
              <a:ea typeface="Montserrat"/>
              <a:cs typeface="Montserrat"/>
              <a:sym typeface="Montserrat"/>
            </a:endParaRPr>
          </a:p>
          <a:p>
            <a:pPr marL="0" lvl="0" indent="0" algn="l" rtl="0">
              <a:spcBef>
                <a:spcPts val="0"/>
              </a:spcBef>
              <a:spcAft>
                <a:spcPts val="0"/>
              </a:spcAft>
              <a:buClr>
                <a:schemeClr val="dk1"/>
              </a:buClr>
              <a:buFont typeface="Arial"/>
              <a:buNone/>
            </a:pPr>
            <a:r>
              <a:rPr lang="en-US" sz="1100" dirty="0">
                <a:solidFill>
                  <a:srgbClr val="434343"/>
                </a:solidFill>
                <a:latin typeface="Avenir"/>
                <a:ea typeface="Montserrat"/>
                <a:cs typeface="Montserrat"/>
                <a:sym typeface="Montserrat"/>
              </a:rPr>
              <a:t>Text</a:t>
            </a:r>
            <a:endParaRPr sz="1100" dirty="0">
              <a:solidFill>
                <a:srgbClr val="434343"/>
              </a:solidFill>
              <a:latin typeface="Avenir"/>
              <a:ea typeface="Montserrat"/>
              <a:cs typeface="Montserrat"/>
              <a:sym typeface="Montserrat"/>
            </a:endParaRPr>
          </a:p>
        </p:txBody>
      </p:sp>
      <p:sp>
        <p:nvSpPr>
          <p:cNvPr id="13" name="Date Placeholder 4">
            <a:extLst>
              <a:ext uri="{FF2B5EF4-FFF2-40B4-BE49-F238E27FC236}">
                <a16:creationId xmlns:a16="http://schemas.microsoft.com/office/drawing/2014/main" id="{CD87E8FE-7F88-40FE-8F60-0841636F3DB3}"/>
              </a:ext>
            </a:extLst>
          </p:cNvPr>
          <p:cNvSpPr>
            <a:spLocks noGrp="1"/>
          </p:cNvSpPr>
          <p:nvPr>
            <p:ph type="dt" sz="half" idx="10"/>
          </p:nvPr>
        </p:nvSpPr>
        <p:spPr>
          <a:xfrm>
            <a:off x="9246104" y="6419634"/>
            <a:ext cx="2154143" cy="274320"/>
          </a:xfrm>
        </p:spPr>
        <p:txBody>
          <a:bodyPr/>
          <a:lstStyle/>
          <a:p>
            <a:fld id="{33798079-21CE-E14E-9A10-1B1BB8AD3EFD}" type="datetime1">
              <a:rPr lang="en-US" smtClean="0"/>
              <a:pPr/>
              <a:t>8/24/2022</a:t>
            </a:fld>
            <a:endParaRPr lang="en-US" dirty="0"/>
          </a:p>
        </p:txBody>
      </p:sp>
      <p:sp>
        <p:nvSpPr>
          <p:cNvPr id="14" name="Slide Number Placeholder 1">
            <a:extLst>
              <a:ext uri="{FF2B5EF4-FFF2-40B4-BE49-F238E27FC236}">
                <a16:creationId xmlns:a16="http://schemas.microsoft.com/office/drawing/2014/main" id="{95CCF732-0AA7-47BE-AC17-39C31DF80A28}"/>
              </a:ext>
            </a:extLst>
          </p:cNvPr>
          <p:cNvSpPr>
            <a:spLocks noGrp="1"/>
          </p:cNvSpPr>
          <p:nvPr>
            <p:ph type="sldNum" sz="quarter" idx="12"/>
          </p:nvPr>
        </p:nvSpPr>
        <p:spPr>
          <a:xfrm>
            <a:off x="11496519" y="6419086"/>
            <a:ext cx="486833" cy="274320"/>
          </a:xfrm>
        </p:spPr>
        <p:txBody>
          <a:bodyPr/>
          <a:lstStyle/>
          <a:p>
            <a:fld id="{4FAB73BC-B049-4115-A692-8D63A059BFB8}" type="slidenum">
              <a:rPr lang="en-US" smtClean="0"/>
              <a:pPr/>
              <a:t>13</a:t>
            </a:fld>
            <a:endParaRPr lang="en-US" dirty="0"/>
          </a:p>
        </p:txBody>
      </p:sp>
    </p:spTree>
    <p:extLst>
      <p:ext uri="{BB962C8B-B14F-4D97-AF65-F5344CB8AC3E}">
        <p14:creationId xmlns:p14="http://schemas.microsoft.com/office/powerpoint/2010/main" val="41287135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1EA1002-7B5B-2D43-B030-CE317EDE88AE}"/>
              </a:ext>
            </a:extLst>
          </p:cNvPr>
          <p:cNvSpPr>
            <a:spLocks noGrp="1"/>
          </p:cNvSpPr>
          <p:nvPr>
            <p:ph type="title"/>
          </p:nvPr>
        </p:nvSpPr>
        <p:spPr/>
        <p:txBody>
          <a:bodyPr>
            <a:normAutofit fontScale="90000"/>
          </a:bodyPr>
          <a:lstStyle/>
          <a:p>
            <a:r>
              <a:rPr lang="en-US" dirty="0"/>
              <a:t>TARGET CLIENT </a:t>
            </a:r>
            <a:r>
              <a:rPr lang="en-US" dirty="0" err="1"/>
              <a:t>BUYer’s</a:t>
            </a:r>
            <a:r>
              <a:rPr lang="en-US" dirty="0"/>
              <a:t> JOURNEY</a:t>
            </a:r>
          </a:p>
        </p:txBody>
      </p:sp>
      <p:graphicFrame>
        <p:nvGraphicFramePr>
          <p:cNvPr id="13" name="Google Shape;135;p21">
            <a:extLst>
              <a:ext uri="{FF2B5EF4-FFF2-40B4-BE49-F238E27FC236}">
                <a16:creationId xmlns:a16="http://schemas.microsoft.com/office/drawing/2014/main" id="{F1EA2D98-E4C5-4360-BFB7-1C76774FA328}"/>
              </a:ext>
            </a:extLst>
          </p:cNvPr>
          <p:cNvGraphicFramePr/>
          <p:nvPr>
            <p:extLst>
              <p:ext uri="{D42A27DB-BD31-4B8C-83A1-F6EECF244321}">
                <p14:modId xmlns:p14="http://schemas.microsoft.com/office/powerpoint/2010/main" val="60222284"/>
              </p:ext>
            </p:extLst>
          </p:nvPr>
        </p:nvGraphicFramePr>
        <p:xfrm>
          <a:off x="0" y="527155"/>
          <a:ext cx="12192000" cy="5548445"/>
        </p:xfrm>
        <a:graphic>
          <a:graphicData uri="http://schemas.openxmlformats.org/drawingml/2006/table">
            <a:tbl>
              <a:tblPr firstRow="1">
                <a:tableStyleId>{35758FB7-9AC5-4552-8A53-C91805E547FA}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gridCol w="3048000">
                  <a:extLst>
                    <a:ext uri="{9D8B030D-6E8A-4147-A177-3AD203B41FA5}">
                      <a16:colId xmlns:a16="http://schemas.microsoft.com/office/drawing/2014/main" val="20003"/>
                    </a:ext>
                  </a:extLst>
                </a:gridCol>
              </a:tblGrid>
              <a:tr h="502215">
                <a:tc>
                  <a:txBody>
                    <a:bodyPr/>
                    <a:lstStyle/>
                    <a:p>
                      <a:pPr marL="0" lvl="0" indent="0" algn="ctr" rtl="0">
                        <a:spcBef>
                          <a:spcPts val="0"/>
                        </a:spcBef>
                        <a:spcAft>
                          <a:spcPts val="0"/>
                        </a:spcAft>
                        <a:buNone/>
                      </a:pPr>
                      <a:r>
                        <a:rPr lang="en-US" sz="2000" dirty="0">
                          <a:solidFill>
                            <a:schemeClr val="tx1"/>
                          </a:solidFill>
                          <a:latin typeface="Avenir"/>
                          <a:sym typeface="Avenir"/>
                        </a:rPr>
                        <a:t>Buyer’s Journey</a:t>
                      </a:r>
                      <a:endParaRPr sz="2000" b="1" dirty="0">
                        <a:solidFill>
                          <a:schemeClr val="tx1"/>
                        </a:solidFill>
                        <a:latin typeface="Avenir"/>
                        <a:ea typeface="Avenir"/>
                        <a:cs typeface="Avenir"/>
                        <a:sym typeface="Avenir"/>
                      </a:endParaRPr>
                    </a:p>
                  </a:txBody>
                  <a:tcPr marL="121900" marR="121900" marT="121900" marB="121900" anchor="ctr"/>
                </a:tc>
                <a:tc>
                  <a:txBody>
                    <a:bodyPr/>
                    <a:lstStyle/>
                    <a:p>
                      <a:pPr marL="0" lvl="0" indent="0" algn="ctr" rtl="0">
                        <a:spcBef>
                          <a:spcPts val="0"/>
                        </a:spcBef>
                        <a:spcAft>
                          <a:spcPts val="0"/>
                        </a:spcAft>
                        <a:buNone/>
                      </a:pPr>
                      <a:r>
                        <a:rPr lang="en-US" dirty="0">
                          <a:solidFill>
                            <a:srgbClr val="34485A"/>
                          </a:solidFill>
                          <a:latin typeface="Avenir"/>
                          <a:sym typeface="Avenir"/>
                        </a:rPr>
                        <a:t>Awareness Stage</a:t>
                      </a:r>
                      <a:endParaRPr dirty="0">
                        <a:solidFill>
                          <a:srgbClr val="34485A"/>
                        </a:solidFill>
                        <a:latin typeface="Avenir"/>
                        <a:ea typeface="Avenir"/>
                        <a:cs typeface="Avenir"/>
                        <a:sym typeface="Avenir"/>
                      </a:endParaRPr>
                    </a:p>
                  </a:txBody>
                  <a:tcPr marL="121900" marR="121900" marT="121900" marB="121900" anchor="ctr"/>
                </a:tc>
                <a:tc>
                  <a:txBody>
                    <a:bodyPr/>
                    <a:lstStyle/>
                    <a:p>
                      <a:pPr marL="0" lvl="0" indent="0" algn="ctr" rtl="0">
                        <a:spcBef>
                          <a:spcPts val="0"/>
                        </a:spcBef>
                        <a:spcAft>
                          <a:spcPts val="0"/>
                        </a:spcAft>
                        <a:buNone/>
                      </a:pPr>
                      <a:r>
                        <a:rPr lang="en-US">
                          <a:solidFill>
                            <a:srgbClr val="34485A"/>
                          </a:solidFill>
                          <a:latin typeface="Avenir"/>
                          <a:sym typeface="Avenir"/>
                        </a:rPr>
                        <a:t>Consideration Stage</a:t>
                      </a:r>
                      <a:endParaRPr>
                        <a:solidFill>
                          <a:srgbClr val="34485A"/>
                        </a:solidFill>
                        <a:latin typeface="Avenir"/>
                        <a:ea typeface="Avenir"/>
                        <a:cs typeface="Avenir"/>
                        <a:sym typeface="Avenir"/>
                      </a:endParaRPr>
                    </a:p>
                  </a:txBody>
                  <a:tcPr marL="121900" marR="121900" marT="121900" marB="121900" anchor="ctr"/>
                </a:tc>
                <a:tc>
                  <a:txBody>
                    <a:bodyPr/>
                    <a:lstStyle/>
                    <a:p>
                      <a:pPr marL="0" lvl="0" indent="0" algn="ctr" rtl="0">
                        <a:spcBef>
                          <a:spcPts val="0"/>
                        </a:spcBef>
                        <a:spcAft>
                          <a:spcPts val="0"/>
                        </a:spcAft>
                        <a:buNone/>
                      </a:pPr>
                      <a:r>
                        <a:rPr lang="en-US">
                          <a:solidFill>
                            <a:srgbClr val="34485A"/>
                          </a:solidFill>
                          <a:latin typeface="Avenir"/>
                          <a:sym typeface="Avenir"/>
                        </a:rPr>
                        <a:t>Decision Stage</a:t>
                      </a:r>
                      <a:endParaRPr>
                        <a:solidFill>
                          <a:srgbClr val="34485A"/>
                        </a:solidFill>
                        <a:latin typeface="Avenir"/>
                        <a:ea typeface="Avenir"/>
                        <a:cs typeface="Avenir"/>
                        <a:sym typeface="Avenir"/>
                      </a:endParaRPr>
                    </a:p>
                  </a:txBody>
                  <a:tcPr marL="121900" marR="121900" marT="121900" marB="121900" anchor="ctr"/>
                </a:tc>
                <a:extLst>
                  <a:ext uri="{0D108BD9-81ED-4DB2-BD59-A6C34878D82A}">
                    <a16:rowId xmlns:a16="http://schemas.microsoft.com/office/drawing/2014/main" val="10000"/>
                  </a:ext>
                </a:extLst>
              </a:tr>
              <a:tr h="1067359">
                <a:tc>
                  <a:txBody>
                    <a:bodyPr/>
                    <a:lstStyle/>
                    <a:p>
                      <a:pPr marL="0" lvl="0" indent="0" algn="l" rtl="0">
                        <a:spcBef>
                          <a:spcPts val="0"/>
                        </a:spcBef>
                        <a:spcAft>
                          <a:spcPts val="0"/>
                        </a:spcAft>
                        <a:buNone/>
                      </a:pPr>
                      <a:r>
                        <a:rPr lang="en-US" sz="1600">
                          <a:solidFill>
                            <a:srgbClr val="34485A"/>
                          </a:solidFill>
                          <a:latin typeface="Avenir"/>
                          <a:sym typeface="Avenir"/>
                        </a:rPr>
                        <a:t>What is the client </a:t>
                      </a:r>
                      <a:endParaRPr sz="1600">
                        <a:solidFill>
                          <a:srgbClr val="34485A"/>
                        </a:solidFill>
                        <a:latin typeface="Avenir"/>
                        <a:sym typeface="Avenir"/>
                      </a:endParaRPr>
                    </a:p>
                    <a:p>
                      <a:pPr marL="0" lvl="0" indent="0" algn="l" rtl="0">
                        <a:spcBef>
                          <a:spcPts val="0"/>
                        </a:spcBef>
                        <a:spcAft>
                          <a:spcPts val="0"/>
                        </a:spcAft>
                        <a:buNone/>
                      </a:pPr>
                      <a:r>
                        <a:rPr lang="en-US" sz="1600" b="1">
                          <a:solidFill>
                            <a:srgbClr val="34485A"/>
                          </a:solidFill>
                          <a:latin typeface="Avenir"/>
                          <a:sym typeface="Avenir"/>
                        </a:rPr>
                        <a:t>thinking or feeling</a:t>
                      </a:r>
                      <a:r>
                        <a:rPr lang="en-US" sz="1600">
                          <a:solidFill>
                            <a:srgbClr val="34485A"/>
                          </a:solidFill>
                          <a:latin typeface="Avenir"/>
                          <a:sym typeface="Avenir"/>
                        </a:rPr>
                        <a:t>?</a:t>
                      </a:r>
                      <a:endParaRPr sz="1600" i="1">
                        <a:solidFill>
                          <a:srgbClr val="34485A"/>
                        </a:solidFill>
                        <a:latin typeface="Avenir"/>
                        <a:ea typeface="Avenir"/>
                        <a:cs typeface="Avenir"/>
                        <a:sym typeface="Avenir"/>
                      </a:endParaRPr>
                    </a:p>
                  </a:txBody>
                  <a:tcPr marL="121900" marR="121900" marT="121900" marB="121900" anchor="ctr"/>
                </a:tc>
                <a:tc>
                  <a:txBody>
                    <a:bodyPr/>
                    <a:lstStyle/>
                    <a:p>
                      <a:pPr marL="0" lvl="0" indent="0" algn="ctr" rtl="0">
                        <a:spcBef>
                          <a:spcPts val="0"/>
                        </a:spcBef>
                        <a:spcAft>
                          <a:spcPts val="0"/>
                        </a:spcAft>
                        <a:buNone/>
                      </a:pPr>
                      <a:endParaRPr sz="1400" dirty="0">
                        <a:solidFill>
                          <a:schemeClr val="tx1"/>
                        </a:solidFill>
                        <a:latin typeface="Avenir"/>
                        <a:ea typeface="Avenir"/>
                        <a:cs typeface="Avenir"/>
                        <a:sym typeface="Avenir"/>
                      </a:endParaRPr>
                    </a:p>
                  </a:txBody>
                  <a:tcPr marL="121900" marR="121900" marT="121900" marB="121900" anchor="ctr"/>
                </a:tc>
                <a:tc>
                  <a:txBody>
                    <a:bodyPr/>
                    <a:lstStyle/>
                    <a:p>
                      <a:pPr marL="0" lvl="0" indent="0" algn="ctr" rtl="0">
                        <a:spcBef>
                          <a:spcPts val="0"/>
                        </a:spcBef>
                        <a:spcAft>
                          <a:spcPts val="0"/>
                        </a:spcAft>
                        <a:buClr>
                          <a:schemeClr val="dk1"/>
                        </a:buClr>
                        <a:buSzPts val="1100"/>
                        <a:buFont typeface="Arial"/>
                        <a:buNone/>
                      </a:pPr>
                      <a:endParaRPr sz="1400" dirty="0">
                        <a:solidFill>
                          <a:schemeClr val="tx1"/>
                        </a:solidFill>
                        <a:latin typeface="Avenir"/>
                        <a:ea typeface="Avenir"/>
                        <a:cs typeface="Avenir"/>
                        <a:sym typeface="Avenir"/>
                      </a:endParaRPr>
                    </a:p>
                  </a:txBody>
                  <a:tcPr marL="121900" marR="121900" marT="121900" marB="121900" anchor="ctr"/>
                </a:tc>
                <a:tc>
                  <a:txBody>
                    <a:bodyPr/>
                    <a:lstStyle/>
                    <a:p>
                      <a:pPr marL="0" lvl="0" indent="0" algn="ctr" rtl="0">
                        <a:spcBef>
                          <a:spcPts val="0"/>
                        </a:spcBef>
                        <a:spcAft>
                          <a:spcPts val="0"/>
                        </a:spcAft>
                        <a:buClr>
                          <a:schemeClr val="dk1"/>
                        </a:buClr>
                        <a:buSzPts val="1100"/>
                        <a:buFont typeface="Arial"/>
                        <a:buNone/>
                      </a:pPr>
                      <a:endParaRPr sz="1400" dirty="0">
                        <a:solidFill>
                          <a:schemeClr val="tx1"/>
                        </a:solidFill>
                        <a:latin typeface="Avenir"/>
                        <a:ea typeface="Avenir"/>
                        <a:cs typeface="Avenir"/>
                        <a:sym typeface="Avenir"/>
                      </a:endParaRPr>
                    </a:p>
                  </a:txBody>
                  <a:tcPr marL="121900" marR="121900" marT="121900" marB="121900" anchor="ctr"/>
                </a:tc>
                <a:extLst>
                  <a:ext uri="{0D108BD9-81ED-4DB2-BD59-A6C34878D82A}">
                    <a16:rowId xmlns:a16="http://schemas.microsoft.com/office/drawing/2014/main" val="10001"/>
                  </a:ext>
                </a:extLst>
              </a:tr>
              <a:tr h="1100563">
                <a:tc>
                  <a:txBody>
                    <a:bodyPr/>
                    <a:lstStyle/>
                    <a:p>
                      <a:pPr marL="0" lvl="0" indent="0" algn="l" rtl="0">
                        <a:spcBef>
                          <a:spcPts val="0"/>
                        </a:spcBef>
                        <a:spcAft>
                          <a:spcPts val="0"/>
                        </a:spcAft>
                        <a:buNone/>
                      </a:pPr>
                      <a:r>
                        <a:rPr lang="en-US" sz="1600">
                          <a:solidFill>
                            <a:srgbClr val="34485A"/>
                          </a:solidFill>
                          <a:latin typeface="Avenir"/>
                          <a:sym typeface="Avenir"/>
                        </a:rPr>
                        <a:t>What is the client’s </a:t>
                      </a:r>
                      <a:r>
                        <a:rPr lang="en-US" sz="1600" b="1">
                          <a:solidFill>
                            <a:srgbClr val="34485A"/>
                          </a:solidFill>
                          <a:latin typeface="Avenir"/>
                          <a:sym typeface="Avenir"/>
                        </a:rPr>
                        <a:t>action</a:t>
                      </a:r>
                      <a:r>
                        <a:rPr lang="en-US" sz="1600">
                          <a:solidFill>
                            <a:srgbClr val="34485A"/>
                          </a:solidFill>
                          <a:latin typeface="Avenir"/>
                          <a:sym typeface="Avenir"/>
                        </a:rPr>
                        <a:t>?</a:t>
                      </a:r>
                      <a:endParaRPr sz="1600" i="1">
                        <a:solidFill>
                          <a:srgbClr val="34485A"/>
                        </a:solidFill>
                        <a:latin typeface="Avenir"/>
                        <a:ea typeface="Avenir"/>
                        <a:cs typeface="Avenir"/>
                        <a:sym typeface="Avenir"/>
                      </a:endParaRPr>
                    </a:p>
                  </a:txBody>
                  <a:tcPr marL="121900" marR="121900" marT="121900" marB="121900" anchor="ctr"/>
                </a:tc>
                <a:tc>
                  <a:txBody>
                    <a:bodyPr/>
                    <a:lstStyle/>
                    <a:p>
                      <a:pPr marL="0" lvl="0" indent="0" algn="ctr" rtl="0">
                        <a:spcBef>
                          <a:spcPts val="0"/>
                        </a:spcBef>
                        <a:spcAft>
                          <a:spcPts val="0"/>
                        </a:spcAft>
                        <a:buClr>
                          <a:schemeClr val="dk1"/>
                        </a:buClr>
                        <a:buSzPts val="1100"/>
                        <a:buFont typeface="Arial"/>
                        <a:buNone/>
                      </a:pPr>
                      <a:endParaRPr sz="1400" dirty="0">
                        <a:solidFill>
                          <a:schemeClr val="tx1"/>
                        </a:solidFill>
                        <a:latin typeface="Avenir"/>
                        <a:ea typeface="Avenir"/>
                        <a:cs typeface="Avenir"/>
                        <a:sym typeface="Avenir"/>
                      </a:endParaRPr>
                    </a:p>
                  </a:txBody>
                  <a:tcPr marL="121900" marR="121900" marT="121900" marB="121900" anchor="ctr"/>
                </a:tc>
                <a:tc>
                  <a:txBody>
                    <a:bodyPr/>
                    <a:lstStyle/>
                    <a:p>
                      <a:pPr marL="0" lvl="0" indent="0" algn="ctr" rtl="0">
                        <a:spcBef>
                          <a:spcPts val="0"/>
                        </a:spcBef>
                        <a:spcAft>
                          <a:spcPts val="0"/>
                        </a:spcAft>
                        <a:buClr>
                          <a:schemeClr val="dk1"/>
                        </a:buClr>
                        <a:buSzPts val="1100"/>
                        <a:buFont typeface="Arial"/>
                        <a:buNone/>
                      </a:pPr>
                      <a:endParaRPr sz="1400" dirty="0">
                        <a:solidFill>
                          <a:schemeClr val="tx1"/>
                        </a:solidFill>
                        <a:latin typeface="Avenir"/>
                        <a:ea typeface="Avenir"/>
                        <a:cs typeface="Avenir"/>
                        <a:sym typeface="Avenir"/>
                      </a:endParaRPr>
                    </a:p>
                  </a:txBody>
                  <a:tcPr marL="121900" marR="121900" marT="121900" marB="12190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100"/>
                        <a:buFont typeface="Arial"/>
                        <a:buNone/>
                        <a:tabLst/>
                        <a:defRPr/>
                      </a:pPr>
                      <a:endParaRPr lang="en-US" sz="1400" dirty="0">
                        <a:solidFill>
                          <a:schemeClr val="tx1"/>
                        </a:solidFill>
                        <a:latin typeface="Avenir"/>
                        <a:ea typeface="Avenir"/>
                        <a:cs typeface="Avenir"/>
                        <a:sym typeface="Avenir"/>
                      </a:endParaRPr>
                    </a:p>
                  </a:txBody>
                  <a:tcPr marL="121900" marR="121900" marT="121900" marB="121900" anchor="ctr"/>
                </a:tc>
                <a:extLst>
                  <a:ext uri="{0D108BD9-81ED-4DB2-BD59-A6C34878D82A}">
                    <a16:rowId xmlns:a16="http://schemas.microsoft.com/office/drawing/2014/main" val="10002"/>
                  </a:ext>
                </a:extLst>
              </a:tr>
              <a:tr h="1125083">
                <a:tc>
                  <a:txBody>
                    <a:bodyPr/>
                    <a:lstStyle/>
                    <a:p>
                      <a:pPr marL="0" lvl="0" indent="0" algn="l" rtl="0">
                        <a:spcBef>
                          <a:spcPts val="0"/>
                        </a:spcBef>
                        <a:spcAft>
                          <a:spcPts val="0"/>
                        </a:spcAft>
                        <a:buNone/>
                      </a:pPr>
                      <a:r>
                        <a:rPr lang="en-US" sz="1600" b="1" dirty="0">
                          <a:solidFill>
                            <a:srgbClr val="34485A"/>
                          </a:solidFill>
                          <a:latin typeface="Avenir"/>
                          <a:sym typeface="Avenir"/>
                        </a:rPr>
                        <a:t>What and </a:t>
                      </a:r>
                      <a:r>
                        <a:rPr lang="en-US" sz="1600" b="1" u="none" dirty="0">
                          <a:solidFill>
                            <a:srgbClr val="34485A"/>
                          </a:solidFill>
                          <a:latin typeface="Avenir"/>
                          <a:sym typeface="Avenir"/>
                        </a:rPr>
                        <a:t>where</a:t>
                      </a:r>
                      <a:r>
                        <a:rPr lang="en-US" sz="1600" b="1" dirty="0">
                          <a:solidFill>
                            <a:srgbClr val="34485A"/>
                          </a:solidFill>
                          <a:latin typeface="Avenir"/>
                          <a:sym typeface="Avenir"/>
                        </a:rPr>
                        <a:t> </a:t>
                      </a:r>
                      <a:r>
                        <a:rPr lang="en-US" sz="1600" dirty="0">
                          <a:solidFill>
                            <a:srgbClr val="34485A"/>
                          </a:solidFill>
                          <a:latin typeface="Avenir"/>
                          <a:sym typeface="Avenir"/>
                        </a:rPr>
                        <a:t>is the buyer </a:t>
                      </a:r>
                      <a:r>
                        <a:rPr lang="en-US" sz="1600" b="1" dirty="0">
                          <a:solidFill>
                            <a:srgbClr val="34485A"/>
                          </a:solidFill>
                          <a:latin typeface="Avenir"/>
                          <a:sym typeface="Avenir"/>
                        </a:rPr>
                        <a:t>researching</a:t>
                      </a:r>
                      <a:r>
                        <a:rPr lang="en-US" sz="1600" dirty="0">
                          <a:solidFill>
                            <a:srgbClr val="34485A"/>
                          </a:solidFill>
                          <a:latin typeface="Avenir"/>
                          <a:sym typeface="Avenir"/>
                        </a:rPr>
                        <a:t>?</a:t>
                      </a:r>
                      <a:endParaRPr sz="1600" i="1" dirty="0">
                        <a:solidFill>
                          <a:srgbClr val="34485A"/>
                        </a:solidFill>
                        <a:latin typeface="Avenir"/>
                        <a:ea typeface="Avenir"/>
                        <a:cs typeface="Avenir"/>
                        <a:sym typeface="Avenir"/>
                      </a:endParaRPr>
                    </a:p>
                  </a:txBody>
                  <a:tcPr marL="121900" marR="121900" marT="121900" marB="121900" anchor="ctr"/>
                </a:tc>
                <a:tc>
                  <a:txBody>
                    <a:bodyPr/>
                    <a:lstStyle/>
                    <a:p>
                      <a:pPr marL="0" lvl="0" indent="0" algn="ctr" rtl="0">
                        <a:spcBef>
                          <a:spcPts val="0"/>
                        </a:spcBef>
                        <a:spcAft>
                          <a:spcPts val="0"/>
                        </a:spcAft>
                        <a:buClr>
                          <a:schemeClr val="dk1"/>
                        </a:buClr>
                        <a:buSzPts val="1100"/>
                        <a:buFont typeface="Arial"/>
                        <a:buNone/>
                      </a:pPr>
                      <a:endParaRPr sz="1400" dirty="0">
                        <a:solidFill>
                          <a:schemeClr val="tx1"/>
                        </a:solidFill>
                        <a:latin typeface="Avenir"/>
                        <a:ea typeface="Avenir"/>
                        <a:cs typeface="Avenir"/>
                        <a:sym typeface="Avenir"/>
                      </a:endParaRPr>
                    </a:p>
                  </a:txBody>
                  <a:tcPr marL="121900" marR="121900" marT="121900" marB="121900" anchor="ctr"/>
                </a:tc>
                <a:tc>
                  <a:txBody>
                    <a:bodyPr/>
                    <a:lstStyle/>
                    <a:p>
                      <a:pPr marL="0" lvl="0" indent="0" algn="ctr" rtl="0">
                        <a:spcBef>
                          <a:spcPts val="0"/>
                        </a:spcBef>
                        <a:spcAft>
                          <a:spcPts val="0"/>
                        </a:spcAft>
                        <a:buClr>
                          <a:schemeClr val="dk1"/>
                        </a:buClr>
                        <a:buSzPts val="1100"/>
                        <a:buFont typeface="Arial"/>
                        <a:buNone/>
                      </a:pPr>
                      <a:endParaRPr sz="1400">
                        <a:solidFill>
                          <a:schemeClr val="tx1"/>
                        </a:solidFill>
                        <a:latin typeface="Avenir"/>
                        <a:ea typeface="Avenir"/>
                        <a:cs typeface="Avenir"/>
                        <a:sym typeface="Avenir"/>
                      </a:endParaRPr>
                    </a:p>
                  </a:txBody>
                  <a:tcPr marL="121900" marR="121900" marT="121900" marB="121900" anchor="ctr"/>
                </a:tc>
                <a:tc>
                  <a:txBody>
                    <a:bodyPr/>
                    <a:lstStyle/>
                    <a:p>
                      <a:pPr marL="0" lvl="0" indent="0" algn="ctr" rtl="0">
                        <a:spcBef>
                          <a:spcPts val="0"/>
                        </a:spcBef>
                        <a:spcAft>
                          <a:spcPts val="0"/>
                        </a:spcAft>
                        <a:buClr>
                          <a:schemeClr val="dk1"/>
                        </a:buClr>
                        <a:buSzPts val="1100"/>
                        <a:buFont typeface="Arial"/>
                        <a:buNone/>
                      </a:pPr>
                      <a:endParaRPr sz="1400">
                        <a:solidFill>
                          <a:schemeClr val="tx1"/>
                        </a:solidFill>
                        <a:latin typeface="Avenir"/>
                        <a:ea typeface="Avenir"/>
                        <a:cs typeface="Avenir"/>
                        <a:sym typeface="Avenir"/>
                      </a:endParaRPr>
                    </a:p>
                  </a:txBody>
                  <a:tcPr marL="121900" marR="121900" marT="121900" marB="121900" anchor="ctr"/>
                </a:tc>
                <a:extLst>
                  <a:ext uri="{0D108BD9-81ED-4DB2-BD59-A6C34878D82A}">
                    <a16:rowId xmlns:a16="http://schemas.microsoft.com/office/drawing/2014/main" val="10003"/>
                  </a:ext>
                </a:extLst>
              </a:tr>
              <a:tr h="1638413">
                <a:tc>
                  <a:txBody>
                    <a:bodyPr/>
                    <a:lstStyle/>
                    <a:p>
                      <a:pPr marL="0" lvl="0" indent="0" algn="l" rtl="0">
                        <a:spcBef>
                          <a:spcPts val="0"/>
                        </a:spcBef>
                        <a:spcAft>
                          <a:spcPts val="0"/>
                        </a:spcAft>
                        <a:buNone/>
                      </a:pPr>
                      <a:r>
                        <a:rPr lang="en-US" sz="1600" dirty="0">
                          <a:solidFill>
                            <a:srgbClr val="34485A"/>
                          </a:solidFill>
                          <a:latin typeface="Avenir"/>
                          <a:sym typeface="Avenir"/>
                        </a:rPr>
                        <a:t>How will we </a:t>
                      </a:r>
                      <a:r>
                        <a:rPr lang="en-US" sz="1600" b="1" dirty="0">
                          <a:solidFill>
                            <a:srgbClr val="34485A"/>
                          </a:solidFill>
                          <a:latin typeface="Avenir"/>
                          <a:sym typeface="Avenir"/>
                        </a:rPr>
                        <a:t>move the buyer along </a:t>
                      </a:r>
                      <a:r>
                        <a:rPr lang="en-US" sz="1600" dirty="0">
                          <a:solidFill>
                            <a:srgbClr val="34485A"/>
                          </a:solidFill>
                          <a:latin typeface="Avenir"/>
                          <a:sym typeface="Avenir"/>
                        </a:rPr>
                        <a:t>his or her journey </a:t>
                      </a:r>
                      <a:r>
                        <a:rPr lang="en-US" sz="1600" b="1" dirty="0">
                          <a:solidFill>
                            <a:srgbClr val="34485A"/>
                          </a:solidFill>
                          <a:latin typeface="Avenir"/>
                          <a:sym typeface="Avenir"/>
                        </a:rPr>
                        <a:t>with us in mind?</a:t>
                      </a:r>
                    </a:p>
                    <a:p>
                      <a:pPr marL="0" lvl="0" indent="0" algn="l" rtl="0">
                        <a:spcBef>
                          <a:spcPts val="0"/>
                        </a:spcBef>
                        <a:spcAft>
                          <a:spcPts val="0"/>
                        </a:spcAft>
                        <a:buNone/>
                      </a:pPr>
                      <a:endParaRPr lang="en-US" sz="1600" i="1" dirty="0">
                        <a:solidFill>
                          <a:srgbClr val="34485A"/>
                        </a:solidFill>
                        <a:latin typeface="Avenir"/>
                        <a:ea typeface="Avenir"/>
                        <a:cs typeface="Avenir"/>
                        <a:sym typeface="Avenir"/>
                      </a:endParaRPr>
                    </a:p>
                    <a:p>
                      <a:pPr marL="0" lvl="0" indent="0" algn="l" rtl="0">
                        <a:spcBef>
                          <a:spcPts val="0"/>
                        </a:spcBef>
                        <a:spcAft>
                          <a:spcPts val="0"/>
                        </a:spcAft>
                        <a:buNone/>
                      </a:pPr>
                      <a:r>
                        <a:rPr lang="en-US" sz="1600" i="1" dirty="0">
                          <a:solidFill>
                            <a:srgbClr val="34485A"/>
                          </a:solidFill>
                          <a:latin typeface="Avenir"/>
                          <a:ea typeface="Avenir"/>
                          <a:cs typeface="Avenir"/>
                          <a:sym typeface="Avenir"/>
                        </a:rPr>
                        <a:t>What will we DO and what thought leadership will </a:t>
                      </a:r>
                      <a:r>
                        <a:rPr lang="en-US" sz="1600" i="1">
                          <a:solidFill>
                            <a:srgbClr val="34485A"/>
                          </a:solidFill>
                          <a:latin typeface="Avenir"/>
                          <a:ea typeface="Avenir"/>
                          <a:cs typeface="Avenir"/>
                          <a:sym typeface="Avenir"/>
                        </a:rPr>
                        <a:t>we write?</a:t>
                      </a:r>
                      <a:endParaRPr sz="1600" i="1" dirty="0">
                        <a:solidFill>
                          <a:srgbClr val="34485A"/>
                        </a:solidFill>
                        <a:latin typeface="Avenir"/>
                        <a:ea typeface="Avenir"/>
                        <a:cs typeface="Avenir"/>
                        <a:sym typeface="Avenir"/>
                      </a:endParaRPr>
                    </a:p>
                  </a:txBody>
                  <a:tcPr marL="121900" marR="121900" marT="121900" marB="121900" anchor="ctr"/>
                </a:tc>
                <a:tc>
                  <a:txBody>
                    <a:bodyPr/>
                    <a:lstStyle/>
                    <a:p>
                      <a:pPr marL="0" lvl="0" indent="0" algn="ctr" rtl="0">
                        <a:spcBef>
                          <a:spcPts val="0"/>
                        </a:spcBef>
                        <a:spcAft>
                          <a:spcPts val="0"/>
                        </a:spcAft>
                        <a:buClr>
                          <a:schemeClr val="dk1"/>
                        </a:buClr>
                        <a:buSzPts val="1100"/>
                        <a:buFont typeface="Arial"/>
                        <a:buNone/>
                      </a:pPr>
                      <a:endParaRPr sz="1400" i="1" dirty="0">
                        <a:solidFill>
                          <a:schemeClr val="tx1"/>
                        </a:solidFill>
                        <a:latin typeface="Avenir"/>
                        <a:ea typeface="Avenir"/>
                        <a:cs typeface="Avenir"/>
                        <a:sym typeface="Avenir"/>
                      </a:endParaRPr>
                    </a:p>
                  </a:txBody>
                  <a:tcPr marL="121900" marR="121900" marT="121900" marB="121900" anchor="ctr"/>
                </a:tc>
                <a:tc>
                  <a:txBody>
                    <a:bodyPr/>
                    <a:lstStyle/>
                    <a:p>
                      <a:pPr marL="0" lvl="0" indent="0" algn="ctr" rtl="0">
                        <a:spcBef>
                          <a:spcPts val="0"/>
                        </a:spcBef>
                        <a:spcAft>
                          <a:spcPts val="0"/>
                        </a:spcAft>
                        <a:buClr>
                          <a:schemeClr val="dk1"/>
                        </a:buClr>
                        <a:buSzPts val="1100"/>
                        <a:buFont typeface="Arial"/>
                        <a:buNone/>
                      </a:pPr>
                      <a:endParaRPr lang="en-US" sz="1400" dirty="0">
                        <a:solidFill>
                          <a:schemeClr val="tx1"/>
                        </a:solidFill>
                        <a:latin typeface="Avenir"/>
                        <a:ea typeface="Avenir"/>
                        <a:cs typeface="Avenir"/>
                        <a:sym typeface="Avenir"/>
                      </a:endParaRPr>
                    </a:p>
                  </a:txBody>
                  <a:tcPr marL="121900" marR="121900" marT="121900" marB="121900" anchor="ctr"/>
                </a:tc>
                <a:tc>
                  <a:txBody>
                    <a:bodyPr/>
                    <a:lstStyle/>
                    <a:p>
                      <a:pPr marL="0" lvl="0" indent="0" algn="ctr" rtl="0">
                        <a:spcBef>
                          <a:spcPts val="0"/>
                        </a:spcBef>
                        <a:spcAft>
                          <a:spcPts val="0"/>
                        </a:spcAft>
                        <a:buClr>
                          <a:schemeClr val="dk1"/>
                        </a:buClr>
                        <a:buSzPts val="1100"/>
                        <a:buFont typeface="Arial"/>
                        <a:buNone/>
                      </a:pPr>
                      <a:endParaRPr sz="1400" dirty="0">
                        <a:solidFill>
                          <a:schemeClr val="tx1"/>
                        </a:solidFill>
                        <a:latin typeface="Avenir"/>
                        <a:ea typeface="Avenir"/>
                        <a:cs typeface="Avenir"/>
                        <a:sym typeface="Avenir"/>
                      </a:endParaRPr>
                    </a:p>
                  </a:txBody>
                  <a:tcPr marL="121900" marR="121900" marT="121900" marB="121900" anchor="ctr"/>
                </a:tc>
                <a:extLst>
                  <a:ext uri="{0D108BD9-81ED-4DB2-BD59-A6C34878D82A}">
                    <a16:rowId xmlns:a16="http://schemas.microsoft.com/office/drawing/2014/main" val="10004"/>
                  </a:ext>
                </a:extLst>
              </a:tr>
            </a:tbl>
          </a:graphicData>
        </a:graphic>
      </p:graphicFrame>
      <p:sp>
        <p:nvSpPr>
          <p:cNvPr id="4" name="Slide Number Placeholder 1">
            <a:extLst>
              <a:ext uri="{FF2B5EF4-FFF2-40B4-BE49-F238E27FC236}">
                <a16:creationId xmlns:a16="http://schemas.microsoft.com/office/drawing/2014/main" id="{8574F036-1F7A-4577-9CE0-5D70C3745DD4}"/>
              </a:ext>
            </a:extLst>
          </p:cNvPr>
          <p:cNvSpPr>
            <a:spLocks noGrp="1"/>
          </p:cNvSpPr>
          <p:nvPr>
            <p:ph type="sldNum" sz="quarter" idx="12"/>
          </p:nvPr>
        </p:nvSpPr>
        <p:spPr>
          <a:xfrm>
            <a:off x="11496519" y="6419086"/>
            <a:ext cx="486833" cy="274320"/>
          </a:xfrm>
        </p:spPr>
        <p:txBody>
          <a:bodyPr/>
          <a:lstStyle/>
          <a:p>
            <a:fld id="{4FAB73BC-B049-4115-A692-8D63A059BFB8}" type="slidenum">
              <a:rPr lang="en-US" smtClean="0"/>
              <a:pPr/>
              <a:t>14</a:t>
            </a:fld>
            <a:endParaRPr lang="en-US" dirty="0"/>
          </a:p>
        </p:txBody>
      </p:sp>
      <p:sp>
        <p:nvSpPr>
          <p:cNvPr id="5" name="Date Placeholder 4">
            <a:extLst>
              <a:ext uri="{FF2B5EF4-FFF2-40B4-BE49-F238E27FC236}">
                <a16:creationId xmlns:a16="http://schemas.microsoft.com/office/drawing/2014/main" id="{E166DCE7-1F38-4698-A64A-3E07E1337273}"/>
              </a:ext>
            </a:extLst>
          </p:cNvPr>
          <p:cNvSpPr>
            <a:spLocks noGrp="1"/>
          </p:cNvSpPr>
          <p:nvPr>
            <p:ph type="dt" sz="half" idx="10"/>
          </p:nvPr>
        </p:nvSpPr>
        <p:spPr>
          <a:xfrm>
            <a:off x="9246104" y="6419634"/>
            <a:ext cx="2154143" cy="274320"/>
          </a:xfrm>
        </p:spPr>
        <p:txBody>
          <a:bodyPr/>
          <a:lstStyle/>
          <a:p>
            <a:fld id="{33798079-21CE-E14E-9A10-1B1BB8AD3EFD}" type="datetime1">
              <a:rPr lang="en-US" smtClean="0"/>
              <a:pPr/>
              <a:t>8/24/2022</a:t>
            </a:fld>
            <a:endParaRPr lang="en-US" dirty="0"/>
          </a:p>
        </p:txBody>
      </p:sp>
    </p:spTree>
    <p:extLst>
      <p:ext uri="{BB962C8B-B14F-4D97-AF65-F5344CB8AC3E}">
        <p14:creationId xmlns:p14="http://schemas.microsoft.com/office/powerpoint/2010/main" val="113749509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LB Template v1">
  <a:themeElements>
    <a:clrScheme name="The Launch Box 1">
      <a:dk1>
        <a:srgbClr val="000000"/>
      </a:dk1>
      <a:lt1>
        <a:srgbClr val="FFFFFF"/>
      </a:lt1>
      <a:dk2>
        <a:srgbClr val="6C808B"/>
      </a:dk2>
      <a:lt2>
        <a:srgbClr val="F2F2F2"/>
      </a:lt2>
      <a:accent1>
        <a:srgbClr val="FF0000"/>
      </a:accent1>
      <a:accent2>
        <a:srgbClr val="FF6600"/>
      </a:accent2>
      <a:accent3>
        <a:srgbClr val="33FFFF"/>
      </a:accent3>
      <a:accent4>
        <a:srgbClr val="33FF66"/>
      </a:accent4>
      <a:accent5>
        <a:srgbClr val="FFEB0D"/>
      </a:accent5>
      <a:accent6>
        <a:srgbClr val="FF1D1D"/>
      </a:accent6>
      <a:hlink>
        <a:srgbClr val="FF3300"/>
      </a:hlink>
      <a:folHlink>
        <a:srgbClr val="FF6600"/>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spDef>
      <a:spPr>
        <a:solidFill>
          <a:schemeClr val="accent3"/>
        </a:solidFill>
        <a:ln>
          <a:noFill/>
        </a:ln>
      </a:spPr>
      <a:bodyPr lIns="91440" tIns="91440" rIns="91440" bIns="91440" rtlCol="0" anchor="ctr"/>
      <a:lstStyle>
        <a:defPPr algn="ctr">
          <a:defRPr sz="2000" dirty="0" smtClean="0">
            <a:solidFill>
              <a:schemeClr val="accent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45720" tIns="45720" rIns="45720" bIns="45720" rtlCol="0">
        <a:normAutofit/>
      </a:bodyPr>
      <a:lstStyle>
        <a:defPPr algn="l">
          <a:spcBef>
            <a:spcPts val="1800"/>
          </a:spcBef>
          <a:defRPr dirty="0"/>
        </a:defPPr>
      </a:lstStyle>
    </a:txDef>
  </a:objectDefaults>
  <a:extraClrSchemeLst/>
  <a:extLst>
    <a:ext uri="{05A4C25C-085E-4340-85A3-A5531E510DB2}">
      <thm15:themeFamily xmlns:thm15="http://schemas.microsoft.com/office/thememl/2012/main" name="Echelon PPT Template" id="{9D667EB7-86CB-0D48-8A57-B058E8A62183}" vid="{8150EB98-C9D5-5842-89DE-E73BA1F860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948C5FF7F42654E8BFD9C474085E8D3" ma:contentTypeVersion="16" ma:contentTypeDescription="Create a new document." ma:contentTypeScope="" ma:versionID="1331bd5b8aa4cc11cd07de26fd42d726">
  <xsd:schema xmlns:xsd="http://www.w3.org/2001/XMLSchema" xmlns:xs="http://www.w3.org/2001/XMLSchema" xmlns:p="http://schemas.microsoft.com/office/2006/metadata/properties" xmlns:ns2="7da7bdb0-dc76-4f10-9703-507b55c992fc" xmlns:ns3="7c1b799b-9263-4874-b153-9fe32b96900c" targetNamespace="http://schemas.microsoft.com/office/2006/metadata/properties" ma:root="true" ma:fieldsID="046147d1a98afeba4fdf879657198d0f" ns2:_="" ns3:_="">
    <xsd:import namespace="7da7bdb0-dc76-4f10-9703-507b55c992fc"/>
    <xsd:import namespace="7c1b799b-9263-4874-b153-9fe32b96900c"/>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lcf76f155ced4ddcb4097134ff3c332f"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da7bdb0-dc76-4f10-9703-507b55c992fc"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340be32b-3948-4603-be26-8bd62e0891cc}" ma:internalName="TaxCatchAll" ma:showField="CatchAllData" ma:web="7da7bdb0-dc76-4f10-9703-507b55c992fc">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7c1b799b-9263-4874-b153-9fe32b96900c"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element name="MediaServiceLocation" ma:index="19" nillable="true" ma:displayName="Location" ma:internalName="MediaServiceLocatio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34efe893-eb4a-4167-8877-da8b418b8883"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7c1b799b-9263-4874-b153-9fe32b96900c">
      <Terms xmlns="http://schemas.microsoft.com/office/infopath/2007/PartnerControls"/>
    </lcf76f155ced4ddcb4097134ff3c332f>
    <TaxCatchAll xmlns="7da7bdb0-dc76-4f10-9703-507b55c992fc"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655377B-861A-4CC2-BE74-606A6DA0991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da7bdb0-dc76-4f10-9703-507b55c992fc"/>
    <ds:schemaRef ds:uri="7c1b799b-9263-4874-b153-9fe32b96900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8BCBC63-6785-478C-A274-57B40CD2A4C8}">
  <ds:schemaRefs>
    <ds:schemaRef ds:uri="http://schemas.microsoft.com/office/2006/metadata/properties"/>
    <ds:schemaRef ds:uri="http://schemas.microsoft.com/office/infopath/2007/PartnerControls"/>
    <ds:schemaRef ds:uri="7c1b799b-9263-4874-b153-9fe32b96900c"/>
    <ds:schemaRef ds:uri="7da7bdb0-dc76-4f10-9703-507b55c992fc"/>
  </ds:schemaRefs>
</ds:datastoreItem>
</file>

<file path=customXml/itemProps3.xml><?xml version="1.0" encoding="utf-8"?>
<ds:datastoreItem xmlns:ds="http://schemas.openxmlformats.org/officeDocument/2006/customXml" ds:itemID="{93E30C51-6563-4520-9980-F16ACCB0156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Echelon Template v1</Template>
  <TotalTime>1990</TotalTime>
  <Words>1891</Words>
  <Application>Microsoft Office PowerPoint</Application>
  <PresentationFormat>Widescreen</PresentationFormat>
  <Paragraphs>247</Paragraphs>
  <Slides>14</Slides>
  <Notes>11</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14</vt:i4>
      </vt:variant>
    </vt:vector>
  </HeadingPairs>
  <TitlesOfParts>
    <vt:vector size="27" baseType="lpstr">
      <vt:lpstr>Arial</vt:lpstr>
      <vt:lpstr>Avenir</vt:lpstr>
      <vt:lpstr>Calibri</vt:lpstr>
      <vt:lpstr>Franklin Gothic Book</vt:lpstr>
      <vt:lpstr>Franklin Gothic Medium</vt:lpstr>
      <vt:lpstr>Montserrat</vt:lpstr>
      <vt:lpstr>Proxima Nova</vt:lpstr>
      <vt:lpstr>Proxima Nova Semibold</vt:lpstr>
      <vt:lpstr>System Font Regular</vt:lpstr>
      <vt:lpstr>Tw Cen MT</vt:lpstr>
      <vt:lpstr>Wingdings</vt:lpstr>
      <vt:lpstr>Wingdings 3</vt:lpstr>
      <vt:lpstr>TLB Template v1</vt:lpstr>
      <vt:lpstr>Tech Dev Firm –  Marketing brainstorm</vt:lpstr>
      <vt:lpstr>targeting</vt:lpstr>
      <vt:lpstr>BASIC TARGETING</vt:lpstr>
      <vt:lpstr>BASIC TARGETING</vt:lpstr>
      <vt:lpstr>Perception</vt:lpstr>
      <vt:lpstr>Industry perception</vt:lpstr>
      <vt:lpstr>Competitive check - Laserants </vt:lpstr>
      <vt:lpstr>Competitive check - wizeline </vt:lpstr>
      <vt:lpstr>Competitive check - xertica </vt:lpstr>
      <vt:lpstr>Perception synthesis</vt:lpstr>
      <vt:lpstr>Persona exercise</vt:lpstr>
      <vt:lpstr>TARGET CLIENT PERSONA</vt:lpstr>
      <vt:lpstr>TARGET CLIENT PERSONA</vt:lpstr>
      <vt:lpstr>TARGET CLIENT BUYer’s JOURNEY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 Notes</dc:title>
  <dc:creator>Steve Hurst</dc:creator>
  <cp:lastModifiedBy>Amy Kenly</cp:lastModifiedBy>
  <cp:revision>44</cp:revision>
  <dcterms:created xsi:type="dcterms:W3CDTF">2021-05-18T20:01:59Z</dcterms:created>
  <dcterms:modified xsi:type="dcterms:W3CDTF">2022-08-24T18:11:11Z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0x010100B948C5FF7F42654E8BFD9C474085E8D3</vt:lpwstr>
  </property>
  <property fmtid="{D5CDD505-2E9C-101B-9397-08002B2CF9AE}" pid="3" name="MediaServiceImageTags">
    <vt:lpwstr/>
  </property>
</Properties>
</file>
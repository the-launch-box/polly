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5" r:id="rId4"/>
  </p:sldMasterIdLst>
  <p:notesMasterIdLst>
    <p:notesMasterId r:id="rId8"/>
  </p:notesMasterIdLst>
  <p:sldIdLst>
    <p:sldId id="917" r:id="rId5"/>
    <p:sldId id="920" r:id="rId6"/>
    <p:sldId id="262" r:id="rId7"/>
  </p:sldIdLst>
  <p:sldSz cx="12192000" cy="6858000"/>
  <p:notesSz cx="7102475" cy="9388475"/>
  <p:defaultTextStyle>
    <a:defPPr>
      <a:defRPr lang="en-US"/>
    </a:defPPr>
    <a:lvl1pPr marL="0" algn="l" defTabSz="45713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1pPr>
    <a:lvl2pPr marL="457139" algn="l" defTabSz="45713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2pPr>
    <a:lvl3pPr marL="914281" algn="l" defTabSz="45713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3pPr>
    <a:lvl4pPr marL="1371416" algn="l" defTabSz="45713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4pPr>
    <a:lvl5pPr marL="1828561" algn="l" defTabSz="45713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5pPr>
    <a:lvl6pPr marL="2285698" algn="l" defTabSz="45713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6pPr>
    <a:lvl7pPr marL="2742837" algn="l" defTabSz="45713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7pPr>
    <a:lvl8pPr marL="3199977" algn="l" defTabSz="45713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8pPr>
    <a:lvl9pPr marL="3657115" algn="l" defTabSz="45713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4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BE9C73-485A-43E0-B38F-6EE7312531C8}" v="1" dt="2022-12-05T20:54:45.954"/>
    <p1510:client id="{6F8237B3-DB71-495F-B065-45EBC1B62B3C}" v="5" dt="2022-01-31T16:08:17.055"/>
    <p1510:client id="{95F0C574-F762-440A-82EC-0632C6B318E4}" v="5" dt="2022-10-27T14:22:33.254"/>
    <p1510:client id="{A8CA0827-4739-48EC-8C2D-8449F929255F}" v="396" dt="2022-09-01T17:11:10.690"/>
    <p1510:client id="{AC5A95F6-4847-4B48-9DB8-A316E5461DBE}" v="25" dt="2022-09-21T22:22:16.319"/>
    <p1510:client id="{D8BB9A12-6D55-4C17-B388-A26D1A69EDB6}" v="10" dt="2022-09-01T14:52:31.0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270" autoAdjust="0"/>
    <p:restoredTop sz="96346" autoAdjust="0"/>
  </p:normalViewPr>
  <p:slideViewPr>
    <p:cSldViewPr snapToGrid="0" snapToObjects="1">
      <p:cViewPr varScale="1">
        <p:scale>
          <a:sx n="112" d="100"/>
          <a:sy n="112" d="100"/>
        </p:scale>
        <p:origin x="11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y Kenly" userId="bcNmW7TLXQ4mLTH49oKCegAiUuAb1mSDXWVt5BYan4E=" providerId="None" clId="Web-{AC5A95F6-4847-4B48-9DB8-A316E5461DBE}"/>
    <pc:docChg chg="modSld">
      <pc:chgData name="Amy Kenly" userId="bcNmW7TLXQ4mLTH49oKCegAiUuAb1mSDXWVt5BYan4E=" providerId="None" clId="Web-{AC5A95F6-4847-4B48-9DB8-A316E5461DBE}" dt="2022-09-21T21:37:52.225" v="1" actId="1076"/>
      <pc:docMkLst>
        <pc:docMk/>
      </pc:docMkLst>
      <pc:sldChg chg="modSp">
        <pc:chgData name="Amy Kenly" userId="bcNmW7TLXQ4mLTH49oKCegAiUuAb1mSDXWVt5BYan4E=" providerId="None" clId="Web-{AC5A95F6-4847-4B48-9DB8-A316E5461DBE}" dt="2022-09-21T21:37:52.225" v="1" actId="1076"/>
        <pc:sldMkLst>
          <pc:docMk/>
          <pc:sldMk cId="3879614110" sldId="917"/>
        </pc:sldMkLst>
        <pc:spChg chg="mod">
          <ac:chgData name="Amy Kenly" userId="bcNmW7TLXQ4mLTH49oKCegAiUuAb1mSDXWVt5BYan4E=" providerId="None" clId="Web-{AC5A95F6-4847-4B48-9DB8-A316E5461DBE}" dt="2022-09-21T21:37:43.818" v="0" actId="1076"/>
          <ac:spMkLst>
            <pc:docMk/>
            <pc:sldMk cId="3879614110" sldId="917"/>
            <ac:spMk id="53" creationId="{30A55C0E-C7A4-6867-B7A7-96DB44A99214}"/>
          </ac:spMkLst>
        </pc:spChg>
        <pc:spChg chg="mod">
          <ac:chgData name="Amy Kenly" userId="bcNmW7TLXQ4mLTH49oKCegAiUuAb1mSDXWVt5BYan4E=" providerId="None" clId="Web-{AC5A95F6-4847-4B48-9DB8-A316E5461DBE}" dt="2022-09-21T21:37:52.225" v="1" actId="1076"/>
          <ac:spMkLst>
            <pc:docMk/>
            <pc:sldMk cId="3879614110" sldId="917"/>
            <ac:spMk id="70" creationId="{67A0C10A-C143-74B6-C99E-11F1C559D202}"/>
          </ac:spMkLst>
        </pc:spChg>
      </pc:sldChg>
    </pc:docChg>
  </pc:docChgLst>
  <pc:docChgLst>
    <pc:chgData name="Amy Kenly" userId="bcNmW7TLXQ4mLTH49oKCegAiUuAb1mSDXWVt5BYan4E=" providerId="None" clId="Web-{95F0C574-F762-440A-82EC-0632C6B318E4}"/>
    <pc:docChg chg="modSld">
      <pc:chgData name="Amy Kenly" userId="bcNmW7TLXQ4mLTH49oKCegAiUuAb1mSDXWVt5BYan4E=" providerId="None" clId="Web-{95F0C574-F762-440A-82EC-0632C6B318E4}" dt="2022-10-27T14:22:33.254" v="4" actId="1076"/>
      <pc:docMkLst>
        <pc:docMk/>
      </pc:docMkLst>
      <pc:sldChg chg="modSp">
        <pc:chgData name="Amy Kenly" userId="bcNmW7TLXQ4mLTH49oKCegAiUuAb1mSDXWVt5BYan4E=" providerId="None" clId="Web-{95F0C574-F762-440A-82EC-0632C6B318E4}" dt="2022-10-27T14:22:33.254" v="4" actId="1076"/>
        <pc:sldMkLst>
          <pc:docMk/>
          <pc:sldMk cId="3879614110" sldId="917"/>
        </pc:sldMkLst>
        <pc:spChg chg="mod">
          <ac:chgData name="Amy Kenly" userId="bcNmW7TLXQ4mLTH49oKCegAiUuAb1mSDXWVt5BYan4E=" providerId="None" clId="Web-{95F0C574-F762-440A-82EC-0632C6B318E4}" dt="2022-10-27T14:22:19.519" v="3" actId="14100"/>
          <ac:spMkLst>
            <pc:docMk/>
            <pc:sldMk cId="3879614110" sldId="917"/>
            <ac:spMk id="59" creationId="{F25677CD-9E72-3048-E72E-36D0C891A982}"/>
          </ac:spMkLst>
        </pc:spChg>
        <pc:spChg chg="mod">
          <ac:chgData name="Amy Kenly" userId="bcNmW7TLXQ4mLTH49oKCegAiUuAb1mSDXWVt5BYan4E=" providerId="None" clId="Web-{95F0C574-F762-440A-82EC-0632C6B318E4}" dt="2022-10-27T14:22:33.254" v="4" actId="1076"/>
          <ac:spMkLst>
            <pc:docMk/>
            <pc:sldMk cId="3879614110" sldId="917"/>
            <ac:spMk id="61" creationId="{CB8C2067-F4BF-5D3A-EEA8-0E93653FBD98}"/>
          </ac:spMkLst>
        </pc:spChg>
      </pc:sldChg>
    </pc:docChg>
  </pc:docChgLst>
  <pc:docChgLst>
    <pc:chgData name="Amy Kenly" userId="bcNmW7TLXQ4mLTH49oKCegAiUuAb1mSDXWVt5BYan4E=" providerId="None" clId="Web-{D8BB9A12-6D55-4C17-B388-A26D1A69EDB6}"/>
    <pc:docChg chg="modSld">
      <pc:chgData name="Amy Kenly" userId="bcNmW7TLXQ4mLTH49oKCegAiUuAb1mSDXWVt5BYan4E=" providerId="None" clId="Web-{D8BB9A12-6D55-4C17-B388-A26D1A69EDB6}" dt="2022-09-01T14:52:31.073" v="8" actId="14100"/>
      <pc:docMkLst>
        <pc:docMk/>
      </pc:docMkLst>
      <pc:sldChg chg="modSp">
        <pc:chgData name="Amy Kenly" userId="bcNmW7TLXQ4mLTH49oKCegAiUuAb1mSDXWVt5BYan4E=" providerId="None" clId="Web-{D8BB9A12-6D55-4C17-B388-A26D1A69EDB6}" dt="2022-09-01T14:52:31.073" v="8" actId="14100"/>
        <pc:sldMkLst>
          <pc:docMk/>
          <pc:sldMk cId="3879614110" sldId="917"/>
        </pc:sldMkLst>
        <pc:spChg chg="mod">
          <ac:chgData name="Amy Kenly" userId="bcNmW7TLXQ4mLTH49oKCegAiUuAb1mSDXWVt5BYan4E=" providerId="None" clId="Web-{D8BB9A12-6D55-4C17-B388-A26D1A69EDB6}" dt="2022-09-01T14:47:57.141" v="0" actId="20577"/>
          <ac:spMkLst>
            <pc:docMk/>
            <pc:sldMk cId="3879614110" sldId="917"/>
            <ac:spMk id="2" creationId="{3019F171-2CD4-4093-AE8C-E2134A0E569D}"/>
          </ac:spMkLst>
        </pc:spChg>
        <pc:spChg chg="mod">
          <ac:chgData name="Amy Kenly" userId="bcNmW7TLXQ4mLTH49oKCegAiUuAb1mSDXWVt5BYan4E=" providerId="None" clId="Web-{D8BB9A12-6D55-4C17-B388-A26D1A69EDB6}" dt="2022-09-01T14:50:48.460" v="4" actId="1076"/>
          <ac:spMkLst>
            <pc:docMk/>
            <pc:sldMk cId="3879614110" sldId="917"/>
            <ac:spMk id="18" creationId="{E453E5D1-C28B-8A88-0564-385F701F7EBC}"/>
          </ac:spMkLst>
        </pc:spChg>
        <pc:spChg chg="mod">
          <ac:chgData name="Amy Kenly" userId="bcNmW7TLXQ4mLTH49oKCegAiUuAb1mSDXWVt5BYan4E=" providerId="None" clId="Web-{D8BB9A12-6D55-4C17-B388-A26D1A69EDB6}" dt="2022-09-01T14:50:48.522" v="5" actId="1076"/>
          <ac:spMkLst>
            <pc:docMk/>
            <pc:sldMk cId="3879614110" sldId="917"/>
            <ac:spMk id="22" creationId="{672D06E3-3A3F-8188-8962-DD0E9D75E5E6}"/>
          </ac:spMkLst>
        </pc:spChg>
        <pc:spChg chg="mod">
          <ac:chgData name="Amy Kenly" userId="bcNmW7TLXQ4mLTH49oKCegAiUuAb1mSDXWVt5BYan4E=" providerId="None" clId="Web-{D8BB9A12-6D55-4C17-B388-A26D1A69EDB6}" dt="2022-09-01T14:50:35.225" v="3" actId="1076"/>
          <ac:spMkLst>
            <pc:docMk/>
            <pc:sldMk cId="3879614110" sldId="917"/>
            <ac:spMk id="34" creationId="{3F822B58-B7E5-4C9E-BFCE-A3001B782A43}"/>
          </ac:spMkLst>
        </pc:spChg>
        <pc:spChg chg="mod">
          <ac:chgData name="Amy Kenly" userId="bcNmW7TLXQ4mLTH49oKCegAiUuAb1mSDXWVt5BYan4E=" providerId="None" clId="Web-{D8BB9A12-6D55-4C17-B388-A26D1A69EDB6}" dt="2022-09-01T14:52:31.073" v="8" actId="14100"/>
          <ac:spMkLst>
            <pc:docMk/>
            <pc:sldMk cId="3879614110" sldId="917"/>
            <ac:spMk id="47" creationId="{70BFA0C7-F9CE-457F-9C23-0703836EEFCE}"/>
          </ac:spMkLst>
        </pc:spChg>
        <pc:spChg chg="mod">
          <ac:chgData name="Amy Kenly" userId="bcNmW7TLXQ4mLTH49oKCegAiUuAb1mSDXWVt5BYan4E=" providerId="None" clId="Web-{D8BB9A12-6D55-4C17-B388-A26D1A69EDB6}" dt="2022-09-01T14:50:48.554" v="6" actId="1076"/>
          <ac:spMkLst>
            <pc:docMk/>
            <pc:sldMk cId="3879614110" sldId="917"/>
            <ac:spMk id="50" creationId="{A95A14CE-60B2-1BFF-C92E-AE769DBC0A65}"/>
          </ac:spMkLst>
        </pc:spChg>
        <pc:spChg chg="mod">
          <ac:chgData name="Amy Kenly" userId="bcNmW7TLXQ4mLTH49oKCegAiUuAb1mSDXWVt5BYan4E=" providerId="None" clId="Web-{D8BB9A12-6D55-4C17-B388-A26D1A69EDB6}" dt="2022-09-01T14:50:52.116" v="7" actId="1076"/>
          <ac:spMkLst>
            <pc:docMk/>
            <pc:sldMk cId="3879614110" sldId="917"/>
            <ac:spMk id="65" creationId="{DFAB4D5A-9E4B-AC7C-1F18-23FF51A7520E}"/>
          </ac:spMkLst>
        </pc:spChg>
      </pc:sldChg>
      <pc:sldChg chg="modSp">
        <pc:chgData name="Amy Kenly" userId="bcNmW7TLXQ4mLTH49oKCegAiUuAb1mSDXWVt5BYan4E=" providerId="None" clId="Web-{D8BB9A12-6D55-4C17-B388-A26D1A69EDB6}" dt="2022-09-01T14:48:03.297" v="2" actId="20577"/>
        <pc:sldMkLst>
          <pc:docMk/>
          <pc:sldMk cId="2008956353" sldId="920"/>
        </pc:sldMkLst>
        <pc:spChg chg="mod">
          <ac:chgData name="Amy Kenly" userId="bcNmW7TLXQ4mLTH49oKCegAiUuAb1mSDXWVt5BYan4E=" providerId="None" clId="Web-{D8BB9A12-6D55-4C17-B388-A26D1A69EDB6}" dt="2022-09-01T14:48:03.297" v="2" actId="20577"/>
          <ac:spMkLst>
            <pc:docMk/>
            <pc:sldMk cId="2008956353" sldId="920"/>
            <ac:spMk id="2" creationId="{3019F171-2CD4-4093-AE8C-E2134A0E569D}"/>
          </ac:spMkLst>
        </pc:spChg>
      </pc:sldChg>
    </pc:docChg>
  </pc:docChgLst>
  <pc:docChgLst>
    <pc:chgData name="Amy Kenly" userId="bcNmW7TLXQ4mLTH49oKCegAiUuAb1mSDXWVt5BYan4E=" providerId="None" clId="Web-{06BE9C73-485A-43E0-B38F-6EE7312531C8}"/>
    <pc:docChg chg="modSld">
      <pc:chgData name="Amy Kenly" userId="bcNmW7TLXQ4mLTH49oKCegAiUuAb1mSDXWVt5BYan4E=" providerId="None" clId="Web-{06BE9C73-485A-43E0-B38F-6EE7312531C8}" dt="2022-12-05T20:54:45.954" v="0" actId="1076"/>
      <pc:docMkLst>
        <pc:docMk/>
      </pc:docMkLst>
      <pc:sldChg chg="modSp">
        <pc:chgData name="Amy Kenly" userId="bcNmW7TLXQ4mLTH49oKCegAiUuAb1mSDXWVt5BYan4E=" providerId="None" clId="Web-{06BE9C73-485A-43E0-B38F-6EE7312531C8}" dt="2022-12-05T20:54:45.954" v="0" actId="1076"/>
        <pc:sldMkLst>
          <pc:docMk/>
          <pc:sldMk cId="3879614110" sldId="917"/>
        </pc:sldMkLst>
        <pc:cxnChg chg="mod">
          <ac:chgData name="Amy Kenly" userId="bcNmW7TLXQ4mLTH49oKCegAiUuAb1mSDXWVt5BYan4E=" providerId="None" clId="Web-{06BE9C73-485A-43E0-B38F-6EE7312531C8}" dt="2022-12-05T20:54:45.954" v="0" actId="1076"/>
          <ac:cxnSpMkLst>
            <pc:docMk/>
            <pc:sldMk cId="3879614110" sldId="917"/>
            <ac:cxnSpMk id="52" creationId="{FD2EB57C-34BD-96A9-8FB5-10BA9F61BFB9}"/>
          </ac:cxnSpMkLst>
        </pc:cxnChg>
      </pc:sldChg>
    </pc:docChg>
  </pc:docChgLst>
  <pc:docChgLst>
    <pc:chgData name="Amy Kenly" clId="Web-{AC5A95F6-4847-4B48-9DB8-A316E5461DBE}"/>
    <pc:docChg chg="modSld">
      <pc:chgData name="Amy Kenly" userId="" providerId="" clId="Web-{AC5A95F6-4847-4B48-9DB8-A316E5461DBE}" dt="2022-09-21T22:22:16.319" v="21" actId="14100"/>
      <pc:docMkLst>
        <pc:docMk/>
      </pc:docMkLst>
      <pc:sldChg chg="modSp">
        <pc:chgData name="Amy Kenly" userId="" providerId="" clId="Web-{AC5A95F6-4847-4B48-9DB8-A316E5461DBE}" dt="2022-09-21T22:22:02.146" v="19" actId="14100"/>
        <pc:sldMkLst>
          <pc:docMk/>
          <pc:sldMk cId="3879614110" sldId="917"/>
        </pc:sldMkLst>
        <pc:spChg chg="mod">
          <ac:chgData name="Amy Kenly" userId="" providerId="" clId="Web-{AC5A95F6-4847-4B48-9DB8-A316E5461DBE}" dt="2022-09-21T22:18:45.062" v="1" actId="1076"/>
          <ac:spMkLst>
            <pc:docMk/>
            <pc:sldMk cId="3879614110" sldId="917"/>
            <ac:spMk id="34" creationId="{3F822B58-B7E5-4C9E-BFCE-A3001B782A43}"/>
          </ac:spMkLst>
        </pc:spChg>
        <pc:spChg chg="mod">
          <ac:chgData name="Amy Kenly" userId="" providerId="" clId="Web-{AC5A95F6-4847-4B48-9DB8-A316E5461DBE}" dt="2022-09-21T22:22:02.146" v="19" actId="14100"/>
          <ac:spMkLst>
            <pc:docMk/>
            <pc:sldMk cId="3879614110" sldId="917"/>
            <ac:spMk id="47" creationId="{70BFA0C7-F9CE-457F-9C23-0703836EEFCE}"/>
          </ac:spMkLst>
        </pc:spChg>
        <pc:spChg chg="mod">
          <ac:chgData name="Amy Kenly" userId="" providerId="" clId="Web-{AC5A95F6-4847-4B48-9DB8-A316E5461DBE}" dt="2022-09-21T22:20:10.830" v="13" actId="1076"/>
          <ac:spMkLst>
            <pc:docMk/>
            <pc:sldMk cId="3879614110" sldId="917"/>
            <ac:spMk id="53" creationId="{30A55C0E-C7A4-6867-B7A7-96DB44A99214}"/>
          </ac:spMkLst>
        </pc:spChg>
        <pc:spChg chg="mod">
          <ac:chgData name="Amy Kenly" userId="" providerId="" clId="Web-{AC5A95F6-4847-4B48-9DB8-A316E5461DBE}" dt="2022-09-21T22:19:09.125" v="6" actId="1076"/>
          <ac:spMkLst>
            <pc:docMk/>
            <pc:sldMk cId="3879614110" sldId="917"/>
            <ac:spMk id="54" creationId="{C1404BFB-0459-6FDA-6DBD-CC6EE1532EB1}"/>
          </ac:spMkLst>
        </pc:spChg>
        <pc:spChg chg="mod">
          <ac:chgData name="Amy Kenly" userId="" providerId="" clId="Web-{AC5A95F6-4847-4B48-9DB8-A316E5461DBE}" dt="2022-09-21T22:20:24.065" v="14" actId="14100"/>
          <ac:spMkLst>
            <pc:docMk/>
            <pc:sldMk cId="3879614110" sldId="917"/>
            <ac:spMk id="55" creationId="{4AE0E3DC-AB59-85B9-2B56-FE65B3160F43}"/>
          </ac:spMkLst>
        </pc:spChg>
        <pc:spChg chg="mod">
          <ac:chgData name="Amy Kenly" userId="" providerId="" clId="Web-{AC5A95F6-4847-4B48-9DB8-A316E5461DBE}" dt="2022-09-21T22:19:00.172" v="4" actId="1076"/>
          <ac:spMkLst>
            <pc:docMk/>
            <pc:sldMk cId="3879614110" sldId="917"/>
            <ac:spMk id="56" creationId="{F3526346-F6D7-0AEC-6BEF-D3ACD21C7B9F}"/>
          </ac:spMkLst>
        </pc:spChg>
        <pc:spChg chg="mod">
          <ac:chgData name="Amy Kenly" userId="" providerId="" clId="Web-{AC5A95F6-4847-4B48-9DB8-A316E5461DBE}" dt="2022-09-21T22:19:21.329" v="8" actId="1076"/>
          <ac:spMkLst>
            <pc:docMk/>
            <pc:sldMk cId="3879614110" sldId="917"/>
            <ac:spMk id="57" creationId="{F7815958-053A-1AB9-79CB-DE1792518A8C}"/>
          </ac:spMkLst>
        </pc:spChg>
        <pc:spChg chg="mod">
          <ac:chgData name="Amy Kenly" userId="" providerId="" clId="Web-{AC5A95F6-4847-4B48-9DB8-A316E5461DBE}" dt="2022-09-21T22:19:21.375" v="9" actId="1076"/>
          <ac:spMkLst>
            <pc:docMk/>
            <pc:sldMk cId="3879614110" sldId="917"/>
            <ac:spMk id="58" creationId="{6FF58AE9-B021-8FB1-A972-D1ADDFE04E92}"/>
          </ac:spMkLst>
        </pc:spChg>
        <pc:spChg chg="mod">
          <ac:chgData name="Amy Kenly" userId="" providerId="" clId="Web-{AC5A95F6-4847-4B48-9DB8-A316E5461DBE}" dt="2022-09-21T22:19:13.828" v="7" actId="14100"/>
          <ac:spMkLst>
            <pc:docMk/>
            <pc:sldMk cId="3879614110" sldId="917"/>
            <ac:spMk id="60" creationId="{9C7DB62E-426C-7F77-9555-01E0CF75A31B}"/>
          </ac:spMkLst>
        </pc:spChg>
        <pc:spChg chg="mod">
          <ac:chgData name="Amy Kenly" userId="" providerId="" clId="Web-{AC5A95F6-4847-4B48-9DB8-A316E5461DBE}" dt="2022-09-21T22:19:35.876" v="10" actId="1076"/>
          <ac:spMkLst>
            <pc:docMk/>
            <pc:sldMk cId="3879614110" sldId="917"/>
            <ac:spMk id="64" creationId="{60614F26-0717-476B-03D3-5814FF47ECBA}"/>
          </ac:spMkLst>
        </pc:spChg>
        <pc:spChg chg="mod">
          <ac:chgData name="Amy Kenly" userId="" providerId="" clId="Web-{AC5A95F6-4847-4B48-9DB8-A316E5461DBE}" dt="2022-09-21T22:21:41.771" v="17" actId="20577"/>
          <ac:spMkLst>
            <pc:docMk/>
            <pc:sldMk cId="3879614110" sldId="917"/>
            <ac:spMk id="70" creationId="{67A0C10A-C143-74B6-C99E-11F1C559D202}"/>
          </ac:spMkLst>
        </pc:spChg>
      </pc:sldChg>
      <pc:sldChg chg="modSp">
        <pc:chgData name="Amy Kenly" userId="" providerId="" clId="Web-{AC5A95F6-4847-4B48-9DB8-A316E5461DBE}" dt="2022-09-21T22:22:16.319" v="21" actId="14100"/>
        <pc:sldMkLst>
          <pc:docMk/>
          <pc:sldMk cId="2008956353" sldId="920"/>
        </pc:sldMkLst>
        <pc:spChg chg="mod">
          <ac:chgData name="Amy Kenly" userId="" providerId="" clId="Web-{AC5A95F6-4847-4B48-9DB8-A316E5461DBE}" dt="2022-09-21T22:22:16.319" v="21" actId="14100"/>
          <ac:spMkLst>
            <pc:docMk/>
            <pc:sldMk cId="2008956353" sldId="920"/>
            <ac:spMk id="47" creationId="{70BFA0C7-F9CE-457F-9C23-0703836EEFCE}"/>
          </ac:spMkLst>
        </pc:spChg>
      </pc:sldChg>
    </pc:docChg>
  </pc:docChgLst>
  <pc:docChgLst>
    <pc:chgData name="Amy Kenly" userId="bcNmW7TLXQ4mLTH49oKCegAiUuAb1mSDXWVt5BYan4E=" providerId="None" clId="Web-{A8CA0827-4739-48EC-8C2D-8449F929255F}"/>
    <pc:docChg chg="delSld modSld">
      <pc:chgData name="Amy Kenly" userId="bcNmW7TLXQ4mLTH49oKCegAiUuAb1mSDXWVt5BYan4E=" providerId="None" clId="Web-{A8CA0827-4739-48EC-8C2D-8449F929255F}" dt="2022-09-01T17:06:50.618" v="349"/>
      <pc:docMkLst>
        <pc:docMk/>
      </pc:docMkLst>
      <pc:sldChg chg="addSp modSp">
        <pc:chgData name="Amy Kenly" userId="bcNmW7TLXQ4mLTH49oKCegAiUuAb1mSDXWVt5BYan4E=" providerId="None" clId="Web-{A8CA0827-4739-48EC-8C2D-8449F929255F}" dt="2022-09-01T17:04:07.925" v="258"/>
        <pc:sldMkLst>
          <pc:docMk/>
          <pc:sldMk cId="3879614110" sldId="917"/>
        </pc:sldMkLst>
        <pc:spChg chg="add mod">
          <ac:chgData name="Amy Kenly" userId="bcNmW7TLXQ4mLTH49oKCegAiUuAb1mSDXWVt5BYan4E=" providerId="None" clId="Web-{A8CA0827-4739-48EC-8C2D-8449F929255F}" dt="2022-09-01T17:00:33.433" v="135" actId="1076"/>
          <ac:spMkLst>
            <pc:docMk/>
            <pc:sldMk cId="3879614110" sldId="917"/>
            <ac:spMk id="5" creationId="{A3C0B28B-0F63-BCC5-5C94-DFC29B1B0635}"/>
          </ac:spMkLst>
        </pc:spChg>
        <pc:spChg chg="add mod">
          <ac:chgData name="Amy Kenly" userId="bcNmW7TLXQ4mLTH49oKCegAiUuAb1mSDXWVt5BYan4E=" providerId="None" clId="Web-{A8CA0827-4739-48EC-8C2D-8449F929255F}" dt="2022-09-01T17:00:50.950" v="140" actId="1076"/>
          <ac:spMkLst>
            <pc:docMk/>
            <pc:sldMk cId="3879614110" sldId="917"/>
            <ac:spMk id="6" creationId="{D3523A03-B938-E2D8-32E1-BB5F6A62D688}"/>
          </ac:spMkLst>
        </pc:spChg>
        <pc:spChg chg="add mod">
          <ac:chgData name="Amy Kenly" userId="bcNmW7TLXQ4mLTH49oKCegAiUuAb1mSDXWVt5BYan4E=" providerId="None" clId="Web-{A8CA0827-4739-48EC-8C2D-8449F929255F}" dt="2022-09-01T17:00:55.403" v="142" actId="1076"/>
          <ac:spMkLst>
            <pc:docMk/>
            <pc:sldMk cId="3879614110" sldId="917"/>
            <ac:spMk id="8" creationId="{D00FCD64-80E6-9242-687A-29EF9574B4AB}"/>
          </ac:spMkLst>
        </pc:spChg>
        <pc:spChg chg="mod">
          <ac:chgData name="Amy Kenly" userId="bcNmW7TLXQ4mLTH49oKCegAiUuAb1mSDXWVt5BYan4E=" providerId="None" clId="Web-{A8CA0827-4739-48EC-8C2D-8449F929255F}" dt="2022-09-01T17:00:32.418" v="99" actId="1076"/>
          <ac:spMkLst>
            <pc:docMk/>
            <pc:sldMk cId="3879614110" sldId="917"/>
            <ac:spMk id="15" creationId="{F8022DEF-2DBD-92F6-B2CF-0FDFD3E52562}"/>
          </ac:spMkLst>
        </pc:spChg>
        <pc:spChg chg="mod">
          <ac:chgData name="Amy Kenly" userId="bcNmW7TLXQ4mLTH49oKCegAiUuAb1mSDXWVt5BYan4E=" providerId="None" clId="Web-{A8CA0827-4739-48EC-8C2D-8449F929255F}" dt="2022-09-01T17:00:32.433" v="100" actId="1076"/>
          <ac:spMkLst>
            <pc:docMk/>
            <pc:sldMk cId="3879614110" sldId="917"/>
            <ac:spMk id="17" creationId="{A7B58F26-956C-87E1-8BC1-9A9C0FE3513F}"/>
          </ac:spMkLst>
        </pc:spChg>
        <pc:spChg chg="mod">
          <ac:chgData name="Amy Kenly" userId="bcNmW7TLXQ4mLTH49oKCegAiUuAb1mSDXWVt5BYan4E=" providerId="None" clId="Web-{A8CA0827-4739-48EC-8C2D-8449F929255F}" dt="2022-09-01T17:00:32.465" v="101" actId="1076"/>
          <ac:spMkLst>
            <pc:docMk/>
            <pc:sldMk cId="3879614110" sldId="917"/>
            <ac:spMk id="18" creationId="{E453E5D1-C28B-8A88-0564-385F701F7EBC}"/>
          </ac:spMkLst>
        </pc:spChg>
        <pc:spChg chg="mod">
          <ac:chgData name="Amy Kenly" userId="bcNmW7TLXQ4mLTH49oKCegAiUuAb1mSDXWVt5BYan4E=" providerId="None" clId="Web-{A8CA0827-4739-48EC-8C2D-8449F929255F}" dt="2022-09-01T17:00:32.496" v="102" actId="1076"/>
          <ac:spMkLst>
            <pc:docMk/>
            <pc:sldMk cId="3879614110" sldId="917"/>
            <ac:spMk id="21" creationId="{E578F5DC-8063-8535-8D09-E1B78B179896}"/>
          </ac:spMkLst>
        </pc:spChg>
        <pc:spChg chg="mod">
          <ac:chgData name="Amy Kenly" userId="bcNmW7TLXQ4mLTH49oKCegAiUuAb1mSDXWVt5BYan4E=" providerId="None" clId="Web-{A8CA0827-4739-48EC-8C2D-8449F929255F}" dt="2022-09-01T17:00:32.527" v="103" actId="1076"/>
          <ac:spMkLst>
            <pc:docMk/>
            <pc:sldMk cId="3879614110" sldId="917"/>
            <ac:spMk id="22" creationId="{672D06E3-3A3F-8188-8962-DD0E9D75E5E6}"/>
          </ac:spMkLst>
        </pc:spChg>
        <pc:spChg chg="mod">
          <ac:chgData name="Amy Kenly" userId="bcNmW7TLXQ4mLTH49oKCegAiUuAb1mSDXWVt5BYan4E=" providerId="None" clId="Web-{A8CA0827-4739-48EC-8C2D-8449F929255F}" dt="2022-09-01T17:00:32.543" v="104" actId="1076"/>
          <ac:spMkLst>
            <pc:docMk/>
            <pc:sldMk cId="3879614110" sldId="917"/>
            <ac:spMk id="31" creationId="{104180C7-81E6-E1BC-81A6-D51479B8F506}"/>
          </ac:spMkLst>
        </pc:spChg>
        <pc:spChg chg="mod">
          <ac:chgData name="Amy Kenly" userId="bcNmW7TLXQ4mLTH49oKCegAiUuAb1mSDXWVt5BYan4E=" providerId="None" clId="Web-{A8CA0827-4739-48EC-8C2D-8449F929255F}" dt="2022-09-01T17:00:32.386" v="98" actId="1076"/>
          <ac:spMkLst>
            <pc:docMk/>
            <pc:sldMk cId="3879614110" sldId="917"/>
            <ac:spMk id="34" creationId="{3F822B58-B7E5-4C9E-BFCE-A3001B782A43}"/>
          </ac:spMkLst>
        </pc:spChg>
        <pc:spChg chg="mod">
          <ac:chgData name="Amy Kenly" userId="bcNmW7TLXQ4mLTH49oKCegAiUuAb1mSDXWVt5BYan4E=" providerId="None" clId="Web-{A8CA0827-4739-48EC-8C2D-8449F929255F}" dt="2022-09-01T17:00:42.699" v="138" actId="14100"/>
          <ac:spMkLst>
            <pc:docMk/>
            <pc:sldMk cId="3879614110" sldId="917"/>
            <ac:spMk id="47" creationId="{70BFA0C7-F9CE-457F-9C23-0703836EEFCE}"/>
          </ac:spMkLst>
        </pc:spChg>
        <pc:spChg chg="mod">
          <ac:chgData name="Amy Kenly" userId="bcNmW7TLXQ4mLTH49oKCegAiUuAb1mSDXWVt5BYan4E=" providerId="None" clId="Web-{A8CA0827-4739-48EC-8C2D-8449F929255F}" dt="2022-09-01T17:00:32.574" v="105" actId="1076"/>
          <ac:spMkLst>
            <pc:docMk/>
            <pc:sldMk cId="3879614110" sldId="917"/>
            <ac:spMk id="49" creationId="{672F18BD-EE45-BB68-D3E0-7920DA9DE342}"/>
          </ac:spMkLst>
        </pc:spChg>
        <pc:spChg chg="mod">
          <ac:chgData name="Amy Kenly" userId="bcNmW7TLXQ4mLTH49oKCegAiUuAb1mSDXWVt5BYan4E=" providerId="None" clId="Web-{A8CA0827-4739-48EC-8C2D-8449F929255F}" dt="2022-09-01T17:00:32.605" v="106" actId="1076"/>
          <ac:spMkLst>
            <pc:docMk/>
            <pc:sldMk cId="3879614110" sldId="917"/>
            <ac:spMk id="50" creationId="{A95A14CE-60B2-1BFF-C92E-AE769DBC0A65}"/>
          </ac:spMkLst>
        </pc:spChg>
        <pc:spChg chg="mod">
          <ac:chgData name="Amy Kenly" userId="bcNmW7TLXQ4mLTH49oKCegAiUuAb1mSDXWVt5BYan4E=" providerId="None" clId="Web-{A8CA0827-4739-48EC-8C2D-8449F929255F}" dt="2022-09-01T17:00:32.621" v="107" actId="1076"/>
          <ac:spMkLst>
            <pc:docMk/>
            <pc:sldMk cId="3879614110" sldId="917"/>
            <ac:spMk id="53" creationId="{30A55C0E-C7A4-6867-B7A7-96DB44A99214}"/>
          </ac:spMkLst>
        </pc:spChg>
        <pc:spChg chg="mod">
          <ac:chgData name="Amy Kenly" userId="bcNmW7TLXQ4mLTH49oKCegAiUuAb1mSDXWVt5BYan4E=" providerId="None" clId="Web-{A8CA0827-4739-48EC-8C2D-8449F929255F}" dt="2022-09-01T17:00:32.652" v="108" actId="1076"/>
          <ac:spMkLst>
            <pc:docMk/>
            <pc:sldMk cId="3879614110" sldId="917"/>
            <ac:spMk id="54" creationId="{C1404BFB-0459-6FDA-6DBD-CC6EE1532EB1}"/>
          </ac:spMkLst>
        </pc:spChg>
        <pc:spChg chg="mod">
          <ac:chgData name="Amy Kenly" userId="bcNmW7TLXQ4mLTH49oKCegAiUuAb1mSDXWVt5BYan4E=" providerId="None" clId="Web-{A8CA0827-4739-48EC-8C2D-8449F929255F}" dt="2022-09-01T17:00:32.683" v="109" actId="1076"/>
          <ac:spMkLst>
            <pc:docMk/>
            <pc:sldMk cId="3879614110" sldId="917"/>
            <ac:spMk id="55" creationId="{4AE0E3DC-AB59-85B9-2B56-FE65B3160F43}"/>
          </ac:spMkLst>
        </pc:spChg>
        <pc:spChg chg="mod">
          <ac:chgData name="Amy Kenly" userId="bcNmW7TLXQ4mLTH49oKCegAiUuAb1mSDXWVt5BYan4E=" providerId="None" clId="Web-{A8CA0827-4739-48EC-8C2D-8449F929255F}" dt="2022-09-01T17:00:32.715" v="110" actId="1076"/>
          <ac:spMkLst>
            <pc:docMk/>
            <pc:sldMk cId="3879614110" sldId="917"/>
            <ac:spMk id="56" creationId="{F3526346-F6D7-0AEC-6BEF-D3ACD21C7B9F}"/>
          </ac:spMkLst>
        </pc:spChg>
        <pc:spChg chg="mod">
          <ac:chgData name="Amy Kenly" userId="bcNmW7TLXQ4mLTH49oKCegAiUuAb1mSDXWVt5BYan4E=" providerId="None" clId="Web-{A8CA0827-4739-48EC-8C2D-8449F929255F}" dt="2022-09-01T17:00:32.730" v="111" actId="1076"/>
          <ac:spMkLst>
            <pc:docMk/>
            <pc:sldMk cId="3879614110" sldId="917"/>
            <ac:spMk id="57" creationId="{F7815958-053A-1AB9-79CB-DE1792518A8C}"/>
          </ac:spMkLst>
        </pc:spChg>
        <pc:spChg chg="mod">
          <ac:chgData name="Amy Kenly" userId="bcNmW7TLXQ4mLTH49oKCegAiUuAb1mSDXWVt5BYan4E=" providerId="None" clId="Web-{A8CA0827-4739-48EC-8C2D-8449F929255F}" dt="2022-09-01T17:00:32.761" v="112" actId="1076"/>
          <ac:spMkLst>
            <pc:docMk/>
            <pc:sldMk cId="3879614110" sldId="917"/>
            <ac:spMk id="58" creationId="{6FF58AE9-B021-8FB1-A972-D1ADDFE04E92}"/>
          </ac:spMkLst>
        </pc:spChg>
        <pc:spChg chg="mod">
          <ac:chgData name="Amy Kenly" userId="bcNmW7TLXQ4mLTH49oKCegAiUuAb1mSDXWVt5BYan4E=" providerId="None" clId="Web-{A8CA0827-4739-48EC-8C2D-8449F929255F}" dt="2022-09-01T17:00:32.793" v="113" actId="1076"/>
          <ac:spMkLst>
            <pc:docMk/>
            <pc:sldMk cId="3879614110" sldId="917"/>
            <ac:spMk id="59" creationId="{F25677CD-9E72-3048-E72E-36D0C891A982}"/>
          </ac:spMkLst>
        </pc:spChg>
        <pc:spChg chg="mod">
          <ac:chgData name="Amy Kenly" userId="bcNmW7TLXQ4mLTH49oKCegAiUuAb1mSDXWVt5BYan4E=" providerId="None" clId="Web-{A8CA0827-4739-48EC-8C2D-8449F929255F}" dt="2022-09-01T17:00:32.824" v="114" actId="1076"/>
          <ac:spMkLst>
            <pc:docMk/>
            <pc:sldMk cId="3879614110" sldId="917"/>
            <ac:spMk id="60" creationId="{9C7DB62E-426C-7F77-9555-01E0CF75A31B}"/>
          </ac:spMkLst>
        </pc:spChg>
        <pc:spChg chg="mod">
          <ac:chgData name="Amy Kenly" userId="bcNmW7TLXQ4mLTH49oKCegAiUuAb1mSDXWVt5BYan4E=" providerId="None" clId="Web-{A8CA0827-4739-48EC-8C2D-8449F929255F}" dt="2022-09-01T17:00:32.855" v="115" actId="1076"/>
          <ac:spMkLst>
            <pc:docMk/>
            <pc:sldMk cId="3879614110" sldId="917"/>
            <ac:spMk id="61" creationId="{CB8C2067-F4BF-5D3A-EEA8-0E93653FBD98}"/>
          </ac:spMkLst>
        </pc:spChg>
        <pc:spChg chg="mod">
          <ac:chgData name="Amy Kenly" userId="bcNmW7TLXQ4mLTH49oKCegAiUuAb1mSDXWVt5BYan4E=" providerId="None" clId="Web-{A8CA0827-4739-48EC-8C2D-8449F929255F}" dt="2022-09-01T17:00:32.871" v="116" actId="1076"/>
          <ac:spMkLst>
            <pc:docMk/>
            <pc:sldMk cId="3879614110" sldId="917"/>
            <ac:spMk id="63" creationId="{EB77EA56-74B9-CEF7-E061-FA39E082E5E3}"/>
          </ac:spMkLst>
        </pc:spChg>
        <pc:spChg chg="mod">
          <ac:chgData name="Amy Kenly" userId="bcNmW7TLXQ4mLTH49oKCegAiUuAb1mSDXWVt5BYan4E=" providerId="None" clId="Web-{A8CA0827-4739-48EC-8C2D-8449F929255F}" dt="2022-09-01T17:00:32.918" v="117" actId="1076"/>
          <ac:spMkLst>
            <pc:docMk/>
            <pc:sldMk cId="3879614110" sldId="917"/>
            <ac:spMk id="64" creationId="{60614F26-0717-476B-03D3-5814FF47ECBA}"/>
          </ac:spMkLst>
        </pc:spChg>
        <pc:spChg chg="mod">
          <ac:chgData name="Amy Kenly" userId="bcNmW7TLXQ4mLTH49oKCegAiUuAb1mSDXWVt5BYan4E=" providerId="None" clId="Web-{A8CA0827-4739-48EC-8C2D-8449F929255F}" dt="2022-09-01T17:00:32.949" v="118" actId="1076"/>
          <ac:spMkLst>
            <pc:docMk/>
            <pc:sldMk cId="3879614110" sldId="917"/>
            <ac:spMk id="65" creationId="{DFAB4D5A-9E4B-AC7C-1F18-23FF51A7520E}"/>
          </ac:spMkLst>
        </pc:spChg>
        <pc:spChg chg="mod">
          <ac:chgData name="Amy Kenly" userId="bcNmW7TLXQ4mLTH49oKCegAiUuAb1mSDXWVt5BYan4E=" providerId="None" clId="Web-{A8CA0827-4739-48EC-8C2D-8449F929255F}" dt="2022-09-01T17:00:32.980" v="119" actId="1076"/>
          <ac:spMkLst>
            <pc:docMk/>
            <pc:sldMk cId="3879614110" sldId="917"/>
            <ac:spMk id="66" creationId="{8B1C39CD-ECE9-C74D-4179-E6030A477145}"/>
          </ac:spMkLst>
        </pc:spChg>
        <pc:spChg chg="mod">
          <ac:chgData name="Amy Kenly" userId="bcNmW7TLXQ4mLTH49oKCegAiUuAb1mSDXWVt5BYan4E=" providerId="None" clId="Web-{A8CA0827-4739-48EC-8C2D-8449F929255F}" dt="2022-09-01T17:00:33.011" v="120" actId="1076"/>
          <ac:spMkLst>
            <pc:docMk/>
            <pc:sldMk cId="3879614110" sldId="917"/>
            <ac:spMk id="67" creationId="{095DAEBD-DCD7-5977-C58A-B4786ACAF35C}"/>
          </ac:spMkLst>
        </pc:spChg>
        <pc:spChg chg="mod">
          <ac:chgData name="Amy Kenly" userId="bcNmW7TLXQ4mLTH49oKCegAiUuAb1mSDXWVt5BYan4E=" providerId="None" clId="Web-{A8CA0827-4739-48EC-8C2D-8449F929255F}" dt="2022-09-01T17:00:33.043" v="121" actId="1076"/>
          <ac:spMkLst>
            <pc:docMk/>
            <pc:sldMk cId="3879614110" sldId="917"/>
            <ac:spMk id="68" creationId="{0F5AFB4F-942D-8254-7E9B-DF8769DBAAE5}"/>
          </ac:spMkLst>
        </pc:spChg>
        <pc:spChg chg="mod">
          <ac:chgData name="Amy Kenly" userId="bcNmW7TLXQ4mLTH49oKCegAiUuAb1mSDXWVt5BYan4E=" providerId="None" clId="Web-{A8CA0827-4739-48EC-8C2D-8449F929255F}" dt="2022-09-01T17:00:33.058" v="122" actId="1076"/>
          <ac:spMkLst>
            <pc:docMk/>
            <pc:sldMk cId="3879614110" sldId="917"/>
            <ac:spMk id="70" creationId="{67A0C10A-C143-74B6-C99E-11F1C559D202}"/>
          </ac:spMkLst>
        </pc:spChg>
        <pc:spChg chg="mod">
          <ac:chgData name="Amy Kenly" userId="bcNmW7TLXQ4mLTH49oKCegAiUuAb1mSDXWVt5BYan4E=" providerId="None" clId="Web-{A8CA0827-4739-48EC-8C2D-8449F929255F}" dt="2022-09-01T17:00:33.090" v="123" actId="1076"/>
          <ac:spMkLst>
            <pc:docMk/>
            <pc:sldMk cId="3879614110" sldId="917"/>
            <ac:spMk id="71" creationId="{6F9BE9C8-8F76-331D-0FE9-FEB61920503C}"/>
          </ac:spMkLst>
        </pc:spChg>
        <pc:spChg chg="mod">
          <ac:chgData name="Amy Kenly" userId="bcNmW7TLXQ4mLTH49oKCegAiUuAb1mSDXWVt5BYan4E=" providerId="None" clId="Web-{A8CA0827-4739-48EC-8C2D-8449F929255F}" dt="2022-09-01T17:00:33.121" v="124" actId="1076"/>
          <ac:spMkLst>
            <pc:docMk/>
            <pc:sldMk cId="3879614110" sldId="917"/>
            <ac:spMk id="72" creationId="{C89C07A0-86C3-4DA0-EB45-7C86626A6935}"/>
          </ac:spMkLst>
        </pc:spChg>
        <pc:spChg chg="mod">
          <ac:chgData name="Amy Kenly" userId="bcNmW7TLXQ4mLTH49oKCegAiUuAb1mSDXWVt5BYan4E=" providerId="None" clId="Web-{A8CA0827-4739-48EC-8C2D-8449F929255F}" dt="2022-09-01T17:00:33.152" v="125" actId="1076"/>
          <ac:spMkLst>
            <pc:docMk/>
            <pc:sldMk cId="3879614110" sldId="917"/>
            <ac:spMk id="73" creationId="{BB0411EF-92C9-0210-D323-A76F037E11AD}"/>
          </ac:spMkLst>
        </pc:spChg>
        <pc:spChg chg="mod">
          <ac:chgData name="Amy Kenly" userId="bcNmW7TLXQ4mLTH49oKCegAiUuAb1mSDXWVt5BYan4E=" providerId="None" clId="Web-{A8CA0827-4739-48EC-8C2D-8449F929255F}" dt="2022-09-01T17:00:33.183" v="126" actId="1076"/>
          <ac:spMkLst>
            <pc:docMk/>
            <pc:sldMk cId="3879614110" sldId="917"/>
            <ac:spMk id="74" creationId="{0929A2D6-B386-59BB-4BD1-7A887AC92EEB}"/>
          </ac:spMkLst>
        </pc:spChg>
        <pc:spChg chg="mod">
          <ac:chgData name="Amy Kenly" userId="bcNmW7TLXQ4mLTH49oKCegAiUuAb1mSDXWVt5BYan4E=" providerId="None" clId="Web-{A8CA0827-4739-48EC-8C2D-8449F929255F}" dt="2022-09-01T17:00:33.215" v="127" actId="1076"/>
          <ac:spMkLst>
            <pc:docMk/>
            <pc:sldMk cId="3879614110" sldId="917"/>
            <ac:spMk id="75" creationId="{9EDD58DE-8734-2E91-2E4B-C4EA3EF2182D}"/>
          </ac:spMkLst>
        </pc:spChg>
        <pc:spChg chg="mod">
          <ac:chgData name="Amy Kenly" userId="bcNmW7TLXQ4mLTH49oKCegAiUuAb1mSDXWVt5BYan4E=" providerId="None" clId="Web-{A8CA0827-4739-48EC-8C2D-8449F929255F}" dt="2022-09-01T17:00:33.246" v="128" actId="1076"/>
          <ac:spMkLst>
            <pc:docMk/>
            <pc:sldMk cId="3879614110" sldId="917"/>
            <ac:spMk id="76" creationId="{E7CE927B-6FC5-9DA2-3271-95B814A68711}"/>
          </ac:spMkLst>
        </pc:spChg>
        <pc:spChg chg="mod">
          <ac:chgData name="Amy Kenly" userId="bcNmW7TLXQ4mLTH49oKCegAiUuAb1mSDXWVt5BYan4E=" providerId="None" clId="Web-{A8CA0827-4739-48EC-8C2D-8449F929255F}" dt="2022-09-01T17:00:33.277" v="129" actId="1076"/>
          <ac:spMkLst>
            <pc:docMk/>
            <pc:sldMk cId="3879614110" sldId="917"/>
            <ac:spMk id="77" creationId="{D9569FC7-2AB2-C554-DBDE-4F0D306A5DB4}"/>
          </ac:spMkLst>
        </pc:spChg>
        <pc:spChg chg="mod">
          <ac:chgData name="Amy Kenly" userId="bcNmW7TLXQ4mLTH49oKCegAiUuAb1mSDXWVt5BYan4E=" providerId="None" clId="Web-{A8CA0827-4739-48EC-8C2D-8449F929255F}" dt="2022-09-01T17:00:33.293" v="130" actId="1076"/>
          <ac:spMkLst>
            <pc:docMk/>
            <pc:sldMk cId="3879614110" sldId="917"/>
            <ac:spMk id="79" creationId="{C4D73252-002D-A9B6-C709-CE994E810720}"/>
          </ac:spMkLst>
        </pc:spChg>
        <pc:spChg chg="mod">
          <ac:chgData name="Amy Kenly" userId="bcNmW7TLXQ4mLTH49oKCegAiUuAb1mSDXWVt5BYan4E=" providerId="None" clId="Web-{A8CA0827-4739-48EC-8C2D-8449F929255F}" dt="2022-09-01T17:00:36.027" v="136" actId="1076"/>
          <ac:spMkLst>
            <pc:docMk/>
            <pc:sldMk cId="3879614110" sldId="917"/>
            <ac:spMk id="80" creationId="{38F82FA4-7587-E8C1-64EE-B7989E4F4F35}"/>
          </ac:spMkLst>
        </pc:spChg>
        <pc:spChg chg="mod">
          <ac:chgData name="Amy Kenly" userId="bcNmW7TLXQ4mLTH49oKCegAiUuAb1mSDXWVt5BYan4E=" providerId="None" clId="Web-{A8CA0827-4739-48EC-8C2D-8449F929255F}" dt="2022-09-01T17:00:38.840" v="137" actId="1076"/>
          <ac:spMkLst>
            <pc:docMk/>
            <pc:sldMk cId="3879614110" sldId="917"/>
            <ac:spMk id="81" creationId="{17F56D9D-F900-AD03-51FE-29144946C4EE}"/>
          </ac:spMkLst>
        </pc:spChg>
        <pc:spChg chg="mod">
          <ac:chgData name="Amy Kenly" userId="bcNmW7TLXQ4mLTH49oKCegAiUuAb1mSDXWVt5BYan4E=" providerId="None" clId="Web-{A8CA0827-4739-48EC-8C2D-8449F929255F}" dt="2022-09-01T17:00:33.386" v="133" actId="1076"/>
          <ac:spMkLst>
            <pc:docMk/>
            <pc:sldMk cId="3879614110" sldId="917"/>
            <ac:spMk id="82" creationId="{5158F889-CE8E-B34B-01B2-0EEF206A1C77}"/>
          </ac:spMkLst>
        </pc:spChg>
        <pc:spChg chg="mod">
          <ac:chgData name="Amy Kenly" userId="bcNmW7TLXQ4mLTH49oKCegAiUuAb1mSDXWVt5BYan4E=" providerId="None" clId="Web-{A8CA0827-4739-48EC-8C2D-8449F929255F}" dt="2022-09-01T17:00:33.418" v="134" actId="1076"/>
          <ac:spMkLst>
            <pc:docMk/>
            <pc:sldMk cId="3879614110" sldId="917"/>
            <ac:spMk id="83" creationId="{1E29D886-0B34-BCCB-8092-42828C71769C}"/>
          </ac:spMkLst>
        </pc:spChg>
        <pc:graphicFrameChg chg="mod modGraphic">
          <ac:chgData name="Amy Kenly" userId="bcNmW7TLXQ4mLTH49oKCegAiUuAb1mSDXWVt5BYan4E=" providerId="None" clId="Web-{A8CA0827-4739-48EC-8C2D-8449F929255F}" dt="2022-09-01T17:04:07.925" v="258"/>
          <ac:graphicFrameMkLst>
            <pc:docMk/>
            <pc:sldMk cId="3879614110" sldId="917"/>
            <ac:graphicFrameMk id="7" creationId="{CC0189AD-ECB7-4EDF-85D4-7CADBE2F1119}"/>
          </ac:graphicFrameMkLst>
        </pc:graphicFrameChg>
        <pc:cxnChg chg="mod">
          <ac:chgData name="Amy Kenly" userId="bcNmW7TLXQ4mLTH49oKCegAiUuAb1mSDXWVt5BYan4E=" providerId="None" clId="Web-{A8CA0827-4739-48EC-8C2D-8449F929255F}" dt="2022-09-01T16:13:07.802" v="0" actId="1076"/>
          <ac:cxnSpMkLst>
            <pc:docMk/>
            <pc:sldMk cId="3879614110" sldId="917"/>
            <ac:cxnSpMk id="52" creationId="{FD2EB57C-34BD-96A9-8FB5-10BA9F61BFB9}"/>
          </ac:cxnSpMkLst>
        </pc:cxnChg>
      </pc:sldChg>
      <pc:sldChg chg="del">
        <pc:chgData name="Amy Kenly" userId="bcNmW7TLXQ4mLTH49oKCegAiUuAb1mSDXWVt5BYan4E=" providerId="None" clId="Web-{A8CA0827-4739-48EC-8C2D-8449F929255F}" dt="2022-09-01T16:41:36.050" v="17"/>
        <pc:sldMkLst>
          <pc:docMk/>
          <pc:sldMk cId="4080001762" sldId="918"/>
        </pc:sldMkLst>
      </pc:sldChg>
      <pc:sldChg chg="del">
        <pc:chgData name="Amy Kenly" userId="bcNmW7TLXQ4mLTH49oKCegAiUuAb1mSDXWVt5BYan4E=" providerId="None" clId="Web-{A8CA0827-4739-48EC-8C2D-8449F929255F}" dt="2022-09-01T16:41:37.769" v="18"/>
        <pc:sldMkLst>
          <pc:docMk/>
          <pc:sldMk cId="5125665" sldId="919"/>
        </pc:sldMkLst>
      </pc:sldChg>
      <pc:sldChg chg="modSp">
        <pc:chgData name="Amy Kenly" userId="bcNmW7TLXQ4mLTH49oKCegAiUuAb1mSDXWVt5BYan4E=" providerId="None" clId="Web-{A8CA0827-4739-48EC-8C2D-8449F929255F}" dt="2022-09-01T17:06:50.618" v="349"/>
        <pc:sldMkLst>
          <pc:docMk/>
          <pc:sldMk cId="2008956353" sldId="920"/>
        </pc:sldMkLst>
        <pc:spChg chg="mod">
          <ac:chgData name="Amy Kenly" userId="bcNmW7TLXQ4mLTH49oKCegAiUuAb1mSDXWVt5BYan4E=" providerId="None" clId="Web-{A8CA0827-4739-48EC-8C2D-8449F929255F}" dt="2022-09-01T17:04:48.270" v="279" actId="1076"/>
          <ac:spMkLst>
            <pc:docMk/>
            <pc:sldMk cId="2008956353" sldId="920"/>
            <ac:spMk id="15" creationId="{F8022DEF-2DBD-92F6-B2CF-0FDFD3E52562}"/>
          </ac:spMkLst>
        </pc:spChg>
        <pc:graphicFrameChg chg="mod modGraphic">
          <ac:chgData name="Amy Kenly" userId="bcNmW7TLXQ4mLTH49oKCegAiUuAb1mSDXWVt5BYan4E=" providerId="None" clId="Web-{A8CA0827-4739-48EC-8C2D-8449F929255F}" dt="2022-09-01T17:06:50.618" v="349"/>
          <ac:graphicFrameMkLst>
            <pc:docMk/>
            <pc:sldMk cId="2008956353" sldId="920"/>
            <ac:graphicFrameMk id="7" creationId="{CC0189AD-ECB7-4EDF-85D4-7CADBE2F1119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71054"/>
          </a:xfrm>
          <a:prstGeom prst="rect">
            <a:avLst/>
          </a:prstGeom>
        </p:spPr>
        <p:txBody>
          <a:bodyPr vert="horz" lIns="94211" tIns="47106" rIns="94211" bIns="47106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71054"/>
          </a:xfrm>
          <a:prstGeom prst="rect">
            <a:avLst/>
          </a:prstGeom>
        </p:spPr>
        <p:txBody>
          <a:bodyPr vert="horz" lIns="94211" tIns="47106" rIns="94211" bIns="47106" rtlCol="0"/>
          <a:lstStyle>
            <a:lvl1pPr algn="r">
              <a:defRPr sz="1300"/>
            </a:lvl1pPr>
          </a:lstStyle>
          <a:p>
            <a:fld id="{46A3C170-A009-4046-835C-5D7754DB02C5}" type="datetimeFigureOut">
              <a:rPr lang="en-US" smtClean="0"/>
              <a:t>12/5/2022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1173163"/>
            <a:ext cx="5632450" cy="31686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211" tIns="47106" rIns="94211" bIns="4710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518204"/>
            <a:ext cx="5681980" cy="3696713"/>
          </a:xfrm>
          <a:prstGeom prst="rect">
            <a:avLst/>
          </a:prstGeom>
        </p:spPr>
        <p:txBody>
          <a:bodyPr vert="horz" lIns="94211" tIns="47106" rIns="94211" bIns="47106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7422"/>
            <a:ext cx="3077739" cy="471053"/>
          </a:xfrm>
          <a:prstGeom prst="rect">
            <a:avLst/>
          </a:prstGeom>
        </p:spPr>
        <p:txBody>
          <a:bodyPr vert="horz" lIns="94211" tIns="47106" rIns="94211" bIns="47106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8917422"/>
            <a:ext cx="3077739" cy="471053"/>
          </a:xfrm>
          <a:prstGeom prst="rect">
            <a:avLst/>
          </a:prstGeom>
        </p:spPr>
        <p:txBody>
          <a:bodyPr vert="horz" lIns="94211" tIns="47106" rIns="94211" bIns="47106" rtlCol="0" anchor="b"/>
          <a:lstStyle>
            <a:lvl1pPr algn="r">
              <a:defRPr sz="1300"/>
            </a:lvl1pPr>
          </a:lstStyle>
          <a:p>
            <a:fld id="{805397C3-CED0-9A45-8798-632767E5E3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767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38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1pPr>
    <a:lvl2pPr marL="457117" algn="l" defTabSz="914238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2pPr>
    <a:lvl3pPr marL="914238" algn="l" defTabSz="914238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3pPr>
    <a:lvl4pPr marL="1371352" algn="l" defTabSz="914238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4pPr>
    <a:lvl5pPr marL="1828474" algn="l" defTabSz="914238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5pPr>
    <a:lvl6pPr marL="2285590" algn="l" defTabSz="914238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6pPr>
    <a:lvl7pPr marL="2742706" algn="l" defTabSz="914238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7pPr>
    <a:lvl8pPr marL="3199827" algn="l" defTabSz="914238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8pPr>
    <a:lvl9pPr marL="3656943" algn="l" defTabSz="914238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397C3-CED0-9A45-8798-632767E5E36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3088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397C3-CED0-9A45-8798-632767E5E36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031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116991C2-4FF0-114C-B7CF-D3F8D697D0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8332" y="3283440"/>
            <a:ext cx="2931215" cy="2931215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98125" y="6005650"/>
            <a:ext cx="1043609" cy="274320"/>
          </a:xfrm>
        </p:spPr>
        <p:txBody>
          <a:bodyPr/>
          <a:lstStyle>
            <a:lvl1pPr algn="l">
              <a:defRPr sz="1103" spc="0">
                <a:solidFill>
                  <a:schemeClr val="accent1"/>
                </a:solidFill>
              </a:defRPr>
            </a:lvl1pPr>
          </a:lstStyle>
          <a:p>
            <a:fld id="{33798079-21CE-E14E-9A10-1B1BB8AD3EFD}" type="datetime1">
              <a:rPr lang="en-US" smtClean="0"/>
              <a:pPr/>
              <a:t>12/5/2022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45083" y="6005650"/>
            <a:ext cx="4738580" cy="274320"/>
          </a:xfrm>
        </p:spPr>
        <p:txBody>
          <a:bodyPr/>
          <a:lstStyle>
            <a:lvl1pPr algn="r">
              <a:defRPr sz="1103" spc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81773" y="7000861"/>
            <a:ext cx="829235" cy="274320"/>
          </a:xfrm>
        </p:spPr>
        <p:txBody>
          <a:bodyPr/>
          <a:lstStyle>
            <a:lvl1pPr>
              <a:defRPr sz="1103"/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0C3D38-DC09-2A42-9A06-A7C24D6397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98127" y="3283440"/>
            <a:ext cx="6985536" cy="1463040"/>
          </a:xfrm>
        </p:spPr>
        <p:txBody>
          <a:bodyPr anchor="b">
            <a:normAutofit/>
          </a:bodyPr>
          <a:lstStyle>
            <a:lvl1pPr algn="l">
              <a:defRPr sz="3999" i="1" spc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EE5B16B8-349A-8D41-84DA-A8F8EFD0FF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98125" y="4875773"/>
            <a:ext cx="6985543" cy="989450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spc="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  <a:lvl2pPr marL="456931" indent="0" algn="ctr">
              <a:buNone/>
              <a:defRPr sz="1800"/>
            </a:lvl2pPr>
            <a:lvl3pPr marL="913868" indent="0" algn="ctr">
              <a:buNone/>
              <a:defRPr sz="1800"/>
            </a:lvl3pPr>
            <a:lvl4pPr marL="1370786" indent="0" algn="ctr">
              <a:buNone/>
              <a:defRPr sz="1800"/>
            </a:lvl4pPr>
            <a:lvl5pPr marL="1827721" indent="0" algn="ctr">
              <a:buNone/>
              <a:defRPr sz="1800"/>
            </a:lvl5pPr>
            <a:lvl6pPr marL="2284658" indent="0" algn="ctr">
              <a:buNone/>
              <a:defRPr sz="1800"/>
            </a:lvl6pPr>
            <a:lvl7pPr marL="2741590" indent="0" algn="ctr">
              <a:buNone/>
              <a:defRPr sz="1800"/>
            </a:lvl7pPr>
            <a:lvl8pPr marL="3198504" indent="0" algn="ctr">
              <a:buNone/>
              <a:defRPr sz="1800"/>
            </a:lvl8pPr>
            <a:lvl9pPr marL="3655435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476FCC-B8BB-F84C-A20F-7CAB31E0BBA6}"/>
              </a:ext>
            </a:extLst>
          </p:cNvPr>
          <p:cNvSpPr txBox="1"/>
          <p:nvPr userDrawn="1"/>
        </p:nvSpPr>
        <p:spPr>
          <a:xfrm>
            <a:off x="9988226" y="578030"/>
            <a:ext cx="1595437" cy="3077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sz="1400" i="0" spc="0" baseline="0" dirty="0">
                <a:solidFill>
                  <a:schemeClr val="accent1"/>
                </a:solidFill>
                <a:latin typeface="+mj-lt"/>
              </a:rPr>
              <a:t>thelaunchbox.com</a:t>
            </a:r>
            <a:endParaRPr lang="en-US" sz="1400" i="0" spc="0" baseline="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0969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Al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81773" y="7000861"/>
            <a:ext cx="829235" cy="274320"/>
          </a:xfrm>
        </p:spPr>
        <p:txBody>
          <a:bodyPr/>
          <a:lstStyle>
            <a:lvl1pPr>
              <a:defRPr sz="1103"/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FF36402-A79A-BF42-9091-3F6D5D41C1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8332" y="3283440"/>
            <a:ext cx="2931215" cy="2931215"/>
          </a:xfrm>
          <a:prstGeom prst="rect">
            <a:avLst/>
          </a:prstGeom>
        </p:spPr>
      </p:pic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82318FBA-5946-7A42-86F3-8924C89282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98125" y="6005650"/>
            <a:ext cx="1043609" cy="274320"/>
          </a:xfrm>
        </p:spPr>
        <p:txBody>
          <a:bodyPr/>
          <a:lstStyle>
            <a:lvl1pPr algn="l">
              <a:defRPr sz="1103" spc="0">
                <a:solidFill>
                  <a:schemeClr val="accent1"/>
                </a:solidFill>
              </a:defRPr>
            </a:lvl1pPr>
          </a:lstStyle>
          <a:p>
            <a:fld id="{33798079-21CE-E14E-9A10-1B1BB8AD3EFD}" type="datetime1">
              <a:rPr lang="en-US" smtClean="0"/>
              <a:pPr/>
              <a:t>12/5/2022</a:t>
            </a:fld>
            <a:endParaRPr lang="en-US" dirty="0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C728406F-4C65-284D-95B7-9D3B8CF3E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45083" y="6005650"/>
            <a:ext cx="4738580" cy="274320"/>
          </a:xfrm>
        </p:spPr>
        <p:txBody>
          <a:bodyPr/>
          <a:lstStyle>
            <a:lvl1pPr algn="r">
              <a:defRPr sz="1103" spc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0C9D30F3-9144-AB4D-A616-541ABA0593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98127" y="3283440"/>
            <a:ext cx="6985536" cy="1463040"/>
          </a:xfrm>
        </p:spPr>
        <p:txBody>
          <a:bodyPr anchor="b">
            <a:normAutofit/>
          </a:bodyPr>
          <a:lstStyle>
            <a:lvl1pPr algn="l">
              <a:defRPr sz="3999" i="1" spc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26B18EFE-24F0-6443-910A-0D80DE042B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98125" y="4875773"/>
            <a:ext cx="6985543" cy="989450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spc="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  <a:lvl2pPr marL="456931" indent="0" algn="ctr">
              <a:buNone/>
              <a:defRPr sz="1800"/>
            </a:lvl2pPr>
            <a:lvl3pPr marL="913868" indent="0" algn="ctr">
              <a:buNone/>
              <a:defRPr sz="1800"/>
            </a:lvl3pPr>
            <a:lvl4pPr marL="1370786" indent="0" algn="ctr">
              <a:buNone/>
              <a:defRPr sz="1800"/>
            </a:lvl4pPr>
            <a:lvl5pPr marL="1827721" indent="0" algn="ctr">
              <a:buNone/>
              <a:defRPr sz="1800"/>
            </a:lvl5pPr>
            <a:lvl6pPr marL="2284658" indent="0" algn="ctr">
              <a:buNone/>
              <a:defRPr sz="1800"/>
            </a:lvl6pPr>
            <a:lvl7pPr marL="2741590" indent="0" algn="ctr">
              <a:buNone/>
              <a:defRPr sz="1800"/>
            </a:lvl7pPr>
            <a:lvl8pPr marL="3198504" indent="0" algn="ctr">
              <a:buNone/>
              <a:defRPr sz="1800"/>
            </a:lvl8pPr>
            <a:lvl9pPr marL="3655435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DEBCA87-EC7F-8A4B-BF12-591102263522}"/>
              </a:ext>
            </a:extLst>
          </p:cNvPr>
          <p:cNvSpPr txBox="1"/>
          <p:nvPr userDrawn="1"/>
        </p:nvSpPr>
        <p:spPr>
          <a:xfrm>
            <a:off x="9988226" y="578030"/>
            <a:ext cx="1595437" cy="3077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sz="1400" i="0" spc="0" baseline="0" dirty="0">
                <a:solidFill>
                  <a:schemeClr val="accent1"/>
                </a:solidFill>
                <a:latin typeface="+mj-lt"/>
              </a:rPr>
              <a:t>thelaunchbox.com</a:t>
            </a:r>
            <a:endParaRPr lang="en-US" sz="1400" i="0" spc="0" baseline="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1020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81773" y="7000861"/>
            <a:ext cx="829235" cy="274320"/>
          </a:xfrm>
        </p:spPr>
        <p:txBody>
          <a:bodyPr/>
          <a:lstStyle>
            <a:lvl1pPr>
              <a:defRPr sz="1103"/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6C6D8ADD-52AB-CA44-B4C6-97A9E9C80D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8333" y="3283440"/>
            <a:ext cx="2931215" cy="2931215"/>
          </a:xfrm>
          <a:prstGeom prst="rect">
            <a:avLst/>
          </a:prstGeom>
        </p:spPr>
      </p:pic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90E0B908-F439-1E45-AA05-9A49EC8A57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98125" y="6005650"/>
            <a:ext cx="1043609" cy="274320"/>
          </a:xfrm>
        </p:spPr>
        <p:txBody>
          <a:bodyPr/>
          <a:lstStyle>
            <a:lvl1pPr algn="l">
              <a:defRPr sz="1103" spc="0">
                <a:solidFill>
                  <a:schemeClr val="accent3"/>
                </a:solidFill>
              </a:defRPr>
            </a:lvl1pPr>
          </a:lstStyle>
          <a:p>
            <a:fld id="{33798079-21CE-E14E-9A10-1B1BB8AD3EFD}" type="datetime1">
              <a:rPr lang="en-US" smtClean="0"/>
              <a:pPr/>
              <a:t>12/5/2022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945C9175-6256-3643-9AA2-DEB68AFCF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45083" y="6005650"/>
            <a:ext cx="4738580" cy="274320"/>
          </a:xfrm>
        </p:spPr>
        <p:txBody>
          <a:bodyPr/>
          <a:lstStyle>
            <a:lvl1pPr algn="r">
              <a:defRPr sz="1103" spc="0" baseline="0">
                <a:solidFill>
                  <a:schemeClr val="accent3"/>
                </a:solidFill>
              </a:defRPr>
            </a:lvl1pPr>
          </a:lstStyle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B35382E9-D5D5-4142-86D8-DDA9DB0F3F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98127" y="3283440"/>
            <a:ext cx="6985536" cy="1463040"/>
          </a:xfrm>
        </p:spPr>
        <p:txBody>
          <a:bodyPr anchor="b">
            <a:normAutofit/>
          </a:bodyPr>
          <a:lstStyle>
            <a:lvl1pPr algn="l">
              <a:defRPr sz="3999" i="1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A161A220-C376-B140-9ED9-C150679D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98125" y="4875773"/>
            <a:ext cx="6985543" cy="989450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spc="0" baseline="0">
                <a:solidFill>
                  <a:schemeClr val="bg1"/>
                </a:solidFill>
                <a:latin typeface="+mj-lt"/>
              </a:defRPr>
            </a:lvl1pPr>
            <a:lvl2pPr marL="456931" indent="0" algn="ctr">
              <a:buNone/>
              <a:defRPr sz="1800"/>
            </a:lvl2pPr>
            <a:lvl3pPr marL="913868" indent="0" algn="ctr">
              <a:buNone/>
              <a:defRPr sz="1800"/>
            </a:lvl3pPr>
            <a:lvl4pPr marL="1370786" indent="0" algn="ctr">
              <a:buNone/>
              <a:defRPr sz="1800"/>
            </a:lvl4pPr>
            <a:lvl5pPr marL="1827721" indent="0" algn="ctr">
              <a:buNone/>
              <a:defRPr sz="1800"/>
            </a:lvl5pPr>
            <a:lvl6pPr marL="2284658" indent="0" algn="ctr">
              <a:buNone/>
              <a:defRPr sz="1800"/>
            </a:lvl6pPr>
            <a:lvl7pPr marL="2741590" indent="0" algn="ctr">
              <a:buNone/>
              <a:defRPr sz="1800"/>
            </a:lvl7pPr>
            <a:lvl8pPr marL="3198504" indent="0" algn="ctr">
              <a:buNone/>
              <a:defRPr sz="1800"/>
            </a:lvl8pPr>
            <a:lvl9pPr marL="3655435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D1F6B2F-E4D0-4B4F-A55F-A118ABC534B1}"/>
              </a:ext>
            </a:extLst>
          </p:cNvPr>
          <p:cNvSpPr txBox="1"/>
          <p:nvPr userDrawn="1"/>
        </p:nvSpPr>
        <p:spPr>
          <a:xfrm>
            <a:off x="9988226" y="578030"/>
            <a:ext cx="1595437" cy="3077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sz="1400" i="0" spc="0" baseline="0" dirty="0">
                <a:solidFill>
                  <a:schemeClr val="accent2"/>
                </a:solidFill>
                <a:latin typeface="+mj-lt"/>
              </a:rPr>
              <a:t>thelaunchbox.com</a:t>
            </a:r>
            <a:endParaRPr lang="en-US" sz="1400" i="0" spc="0" baseline="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0047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499" y="914400"/>
            <a:ext cx="11049001" cy="502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B8B27-2482-2944-BAE4-A2E493AC982D}" type="datetime1">
              <a:rPr lang="en-US" smtClean="0"/>
              <a:t>12/5/2022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E45D6C41-F879-7B49-A81E-E945C51C3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5" y="234834"/>
            <a:ext cx="11887201" cy="27432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02144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1500" y="3432940"/>
            <a:ext cx="11049000" cy="1696825"/>
          </a:xfrm>
        </p:spPr>
        <p:txBody>
          <a:bodyPr lIns="91440" rIns="91440"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spc="53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  <a:lvl2pPr marL="45693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3868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3pPr>
            <a:lvl4pPr marL="1370786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4pPr>
            <a:lvl5pPr marL="1827721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5pPr>
            <a:lvl6pPr marL="2284658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6pPr>
            <a:lvl7pPr marL="2741590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7pPr>
            <a:lvl8pPr marL="3198504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8pPr>
            <a:lvl9pPr marL="3655435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499" y="1728235"/>
            <a:ext cx="11048998" cy="1704705"/>
          </a:xfrm>
        </p:spPr>
        <p:txBody>
          <a:bodyPr anchor="b">
            <a:noAutofit/>
          </a:bodyPr>
          <a:lstStyle>
            <a:lvl1pPr algn="l">
              <a:defRPr sz="3600" b="0" spc="203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702A91-E469-AC4A-9FAA-85DBF37F4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1322F-7C1C-8D41-BA42-73A90B3995D9}" type="datetime1">
              <a:rPr lang="en-US" smtClean="0"/>
              <a:t>12/5/2022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84D714-B42B-7D4D-80CB-C941408EC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D0CA38-B6CB-B847-9DC3-A14F298C0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6887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Al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702A91-E469-AC4A-9FAA-85DBF37F4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F9AD4-3577-2D4A-9737-804159C52116}" type="datetime1">
              <a:rPr lang="en-US" smtClean="0"/>
              <a:t>12/5/2022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84D714-B42B-7D4D-80CB-C941408EC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D0CA38-B6CB-B847-9DC3-A14F298C0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7B45955-040F-5B4F-B215-8B007E3F55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1500" y="3432940"/>
            <a:ext cx="11049000" cy="1696825"/>
          </a:xfrm>
        </p:spPr>
        <p:txBody>
          <a:bodyPr lIns="91440" rIns="91440"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spc="53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  <a:lvl2pPr marL="45693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3868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3pPr>
            <a:lvl4pPr marL="1370786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4pPr>
            <a:lvl5pPr marL="1827721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5pPr>
            <a:lvl6pPr marL="2284658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6pPr>
            <a:lvl7pPr marL="2741590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7pPr>
            <a:lvl8pPr marL="3198504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8pPr>
            <a:lvl9pPr marL="3655435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18D9009-6ACA-2243-BBC0-1C4FE9FD8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499" y="1728235"/>
            <a:ext cx="11048998" cy="1704705"/>
          </a:xfrm>
        </p:spPr>
        <p:txBody>
          <a:bodyPr anchor="b">
            <a:noAutofit/>
          </a:bodyPr>
          <a:lstStyle>
            <a:lvl1pPr algn="l">
              <a:defRPr sz="3600" b="0" spc="203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25676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702A91-E469-AC4A-9FAA-85DBF37F4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E542966D-F481-5B45-9AEF-3DAD617D7000}" type="datetime1">
              <a:rPr lang="en-US" smtClean="0"/>
              <a:pPr/>
              <a:t>12/5/2022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84D714-B42B-7D4D-80CB-C941408EC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D0CA38-B6CB-B847-9DC3-A14F298C0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190A482C-6289-D54C-8D98-9E271CD841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9456" y="6190488"/>
            <a:ext cx="2276856" cy="400676"/>
          </a:xfrm>
          <a:prstGeom prst="rect">
            <a:avLst/>
          </a:prstGeom>
        </p:spPr>
      </p:pic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D9A8F1DF-26D0-CE44-AFA3-23C5A4C8B5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1499" y="3432940"/>
            <a:ext cx="11049003" cy="1696825"/>
          </a:xfrm>
        </p:spPr>
        <p:txBody>
          <a:bodyPr lIns="91440" rIns="91440"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spc="53" baseline="0">
                <a:solidFill>
                  <a:schemeClr val="bg1"/>
                </a:solidFill>
                <a:latin typeface="+mj-lt"/>
              </a:defRPr>
            </a:lvl1pPr>
            <a:lvl2pPr marL="45693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3868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3pPr>
            <a:lvl4pPr marL="1370786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4pPr>
            <a:lvl5pPr marL="1827721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5pPr>
            <a:lvl6pPr marL="2284658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6pPr>
            <a:lvl7pPr marL="2741590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7pPr>
            <a:lvl8pPr marL="3198504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8pPr>
            <a:lvl9pPr marL="3655435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2E5C5791-934F-E042-9502-F4DF78604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499" y="1728235"/>
            <a:ext cx="11049001" cy="1704705"/>
          </a:xfrm>
        </p:spPr>
        <p:txBody>
          <a:bodyPr anchor="b">
            <a:noAutofit/>
          </a:bodyPr>
          <a:lstStyle>
            <a:lvl1pPr algn="l">
              <a:defRPr sz="3600" b="0" spc="203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9954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1500" y="914400"/>
            <a:ext cx="5303520" cy="4572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6980" y="914400"/>
            <a:ext cx="530352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45383-D5A8-CB4D-B221-8D1B4A1CDC9E}" type="datetime1">
              <a:rPr lang="en-US" smtClean="0"/>
              <a:t>12/5/2022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600F5549-3EFD-CA41-9DB0-887AECF33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724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1499" y="914400"/>
            <a:ext cx="5303519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001" b="0" cap="none" baseline="0">
                <a:solidFill>
                  <a:schemeClr val="tx1"/>
                </a:solidFill>
                <a:latin typeface="+mj-lt"/>
              </a:defRPr>
            </a:lvl1pPr>
            <a:lvl2pPr marL="456931" indent="0">
              <a:buNone/>
              <a:defRPr sz="2001" b="1"/>
            </a:lvl2pPr>
            <a:lvl3pPr marL="913868" indent="0">
              <a:buNone/>
              <a:defRPr sz="1800" b="1"/>
            </a:lvl3pPr>
            <a:lvl4pPr marL="1370786" indent="0">
              <a:buNone/>
              <a:defRPr sz="1599" b="1"/>
            </a:lvl4pPr>
            <a:lvl5pPr marL="1827721" indent="0">
              <a:buNone/>
              <a:defRPr sz="1599" b="1"/>
            </a:lvl5pPr>
            <a:lvl6pPr marL="2284658" indent="0">
              <a:buNone/>
              <a:defRPr sz="1599" b="1"/>
            </a:lvl6pPr>
            <a:lvl7pPr marL="2741590" indent="0">
              <a:buNone/>
              <a:defRPr sz="1599" b="1"/>
            </a:lvl7pPr>
            <a:lvl8pPr marL="3198504" indent="0">
              <a:buNone/>
              <a:defRPr sz="1599" b="1"/>
            </a:lvl8pPr>
            <a:lvl9pPr marL="3655435" indent="0">
              <a:buNone/>
              <a:defRPr sz="15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1498" y="1737360"/>
            <a:ext cx="5303520" cy="3887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6106" y="914400"/>
            <a:ext cx="5303519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001" b="0" kern="1200" cap="none" baseline="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6931" indent="0">
              <a:buNone/>
              <a:defRPr sz="2001" b="1"/>
            </a:lvl2pPr>
            <a:lvl3pPr marL="913868" indent="0">
              <a:buNone/>
              <a:defRPr sz="1800" b="1"/>
            </a:lvl3pPr>
            <a:lvl4pPr marL="1370786" indent="0">
              <a:buNone/>
              <a:defRPr sz="1599" b="1"/>
            </a:lvl4pPr>
            <a:lvl5pPr marL="1827721" indent="0">
              <a:buNone/>
              <a:defRPr sz="1599" b="1"/>
            </a:lvl5pPr>
            <a:lvl6pPr marL="2284658" indent="0">
              <a:buNone/>
              <a:defRPr sz="1599" b="1"/>
            </a:lvl6pPr>
            <a:lvl7pPr marL="2741590" indent="0">
              <a:buNone/>
              <a:defRPr sz="1599" b="1"/>
            </a:lvl7pPr>
            <a:lvl8pPr marL="3198504" indent="0">
              <a:buNone/>
              <a:defRPr sz="1599" b="1"/>
            </a:lvl8pPr>
            <a:lvl9pPr marL="3655435" indent="0">
              <a:buNone/>
              <a:defRPr sz="1599" b="1"/>
            </a:lvl9pPr>
          </a:lstStyle>
          <a:p>
            <a:pPr marL="0" lvl="0" indent="0" algn="l" defTabSz="913868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6105" y="1737360"/>
            <a:ext cx="5303520" cy="388799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9839-7139-0445-8DA4-CE99F11AD909}" type="datetime1">
              <a:rPr lang="en-US" smtClean="0"/>
              <a:t>12/5/2022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0020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lit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571501" y="914407"/>
            <a:ext cx="5303520" cy="538144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2"/>
          </p:nvPr>
        </p:nvSpPr>
        <p:spPr>
          <a:xfrm>
            <a:off x="6316980" y="914401"/>
            <a:ext cx="5303520" cy="5372100"/>
          </a:xfrm>
        </p:spPr>
        <p:txBody>
          <a:bodyPr/>
          <a:lstStyle>
            <a:lvl1pPr marL="514054" indent="-514054">
              <a:buFont typeface="+mj-lt"/>
              <a:buAutoNum type="arabicPeriod"/>
              <a:defRPr sz="2800"/>
            </a:lvl1pPr>
            <a:lvl2pPr>
              <a:defRPr sz="2400"/>
            </a:lvl2pPr>
            <a:lvl3pPr>
              <a:defRPr sz="2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BBF4A5-D241-6743-8842-0080753DF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D92D5B-1CE0-944B-9527-24FC3B128E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46104" y="6419634"/>
            <a:ext cx="2154143" cy="274320"/>
          </a:xfrm>
        </p:spPr>
        <p:txBody>
          <a:bodyPr/>
          <a:lstStyle/>
          <a:p>
            <a:fld id="{7B9B9839-7139-0445-8DA4-CE99F11AD909}" type="datetime1">
              <a:rPr lang="en-US" smtClean="0"/>
              <a:t>12/5/2022</a:t>
            </a:fld>
            <a:endParaRPr lang="en-US" dirty="0"/>
          </a:p>
        </p:txBody>
      </p:sp>
      <p:sp>
        <p:nvSpPr>
          <p:cNvPr id="9" name="Footer Placeholder 7">
            <a:extLst>
              <a:ext uri="{FF2B5EF4-FFF2-40B4-BE49-F238E27FC236}">
                <a16:creationId xmlns:a16="http://schemas.microsoft.com/office/drawing/2014/main" id="{A46896D0-4CD5-8647-8C43-D07F7CA5810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2663596" y="6419634"/>
            <a:ext cx="5679113" cy="274320"/>
          </a:xfrm>
        </p:spPr>
        <p:txBody>
          <a:bodyPr/>
          <a:lstStyle/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10" name="Slide Number Placeholder 8">
            <a:extLst>
              <a:ext uri="{FF2B5EF4-FFF2-40B4-BE49-F238E27FC236}">
                <a16:creationId xmlns:a16="http://schemas.microsoft.com/office/drawing/2014/main" id="{70F220A4-A661-C941-8411-A06C9DC8519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496519" y="6419086"/>
            <a:ext cx="486833" cy="274320"/>
          </a:xfrm>
        </p:spPr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4492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467E5-96C8-4F49-8D65-1751A5E8BB3A}" type="datetime1">
              <a:rPr lang="en-US" smtClean="0"/>
              <a:t>12/5/2022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22004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14FF58BD-94FD-4145-99DE-3D4A7FE33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6B414-0BAA-254F-A54B-9A4CBE4CF7B4}" type="datetime1">
              <a:rPr lang="en-US" smtClean="0"/>
              <a:pPr/>
              <a:t>12/5/2022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F8845C5-6F15-3D4F-8DFF-601DD428B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D799134-C32D-AF49-8F06-9E3AC37AD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4572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oin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571499" y="822977"/>
            <a:ext cx="4549141" cy="2508064"/>
          </a:xfrm>
        </p:spPr>
        <p:txBody>
          <a:bodyPr anchor="ctr">
            <a:noAutofit/>
          </a:bodyPr>
          <a:lstStyle>
            <a:lvl1pPr>
              <a:lnSpc>
                <a:spcPct val="8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6AF12-EC90-614F-8CEA-7B42F207F2B7}" type="datetime1">
              <a:rPr lang="en-US" smtClean="0"/>
              <a:t>12/5/2022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F9E4D61-0EC8-F34A-AAF0-46B58482D1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13" y="822977"/>
            <a:ext cx="5208103" cy="5184645"/>
          </a:xfrm>
        </p:spPr>
        <p:txBody>
          <a:bodyPr/>
          <a:lstStyle>
            <a:lvl1pPr marL="319847" indent="-319847">
              <a:lnSpc>
                <a:spcPct val="100000"/>
              </a:lnSpc>
              <a:spcBef>
                <a:spcPts val="1800"/>
              </a:spcBef>
              <a:buFont typeface="Wingdings" pitchFamily="2" charset="2"/>
              <a:buChar char="§"/>
              <a:defRPr sz="2400"/>
            </a:lvl1pPr>
            <a:lvl2pPr marL="639707" indent="-319847">
              <a:lnSpc>
                <a:spcPct val="100000"/>
              </a:lnSpc>
              <a:spcBef>
                <a:spcPts val="600"/>
              </a:spcBef>
              <a:buSzPct val="100000"/>
              <a:buFont typeface="System Font Regular"/>
              <a:buChar char="➔"/>
              <a:defRPr sz="2001"/>
            </a:lvl2pPr>
            <a:lvl3pPr marL="959555" indent="-319847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§"/>
              <a:defRPr sz="1599"/>
            </a:lvl3pPr>
            <a:lvl4pPr>
              <a:defRPr sz="1599"/>
            </a:lvl4pPr>
            <a:lvl5pPr>
              <a:defRPr sz="1599"/>
            </a:lvl5pPr>
            <a:lvl6pPr>
              <a:defRPr sz="1599"/>
            </a:lvl6pPr>
            <a:lvl7pPr>
              <a:defRPr sz="1599"/>
            </a:lvl7pPr>
            <a:lvl8pPr>
              <a:defRPr sz="1599"/>
            </a:lvl8pPr>
            <a:lvl9pPr>
              <a:defRPr sz="1599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66E7116C-40C4-B641-902C-1EE8E0BCB112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571499" y="3305788"/>
            <a:ext cx="4549141" cy="2701831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2400">
                <a:solidFill>
                  <a:schemeClr val="accent1"/>
                </a:solidFill>
              </a:defRPr>
            </a:lvl1pPr>
            <a:lvl2pPr marL="456931" indent="0">
              <a:buNone/>
              <a:defRPr sz="1200"/>
            </a:lvl2pPr>
            <a:lvl3pPr marL="913868" indent="0">
              <a:buNone/>
              <a:defRPr sz="999"/>
            </a:lvl3pPr>
            <a:lvl4pPr marL="1370786" indent="0">
              <a:buNone/>
              <a:defRPr sz="900"/>
            </a:lvl4pPr>
            <a:lvl5pPr marL="1827721" indent="0">
              <a:buNone/>
              <a:defRPr sz="900"/>
            </a:lvl5pPr>
            <a:lvl6pPr marL="2284658" indent="0">
              <a:buNone/>
              <a:defRPr sz="900"/>
            </a:lvl6pPr>
            <a:lvl7pPr marL="2741590" indent="0">
              <a:buNone/>
              <a:defRPr sz="900"/>
            </a:lvl7pPr>
            <a:lvl8pPr marL="3198504" indent="0">
              <a:buNone/>
              <a:defRPr sz="900"/>
            </a:lvl8pPr>
            <a:lvl9pPr marL="3655435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441798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oin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6AF12-EC90-614F-8CEA-7B42F207F2B7}" type="datetime1">
              <a:rPr lang="en-US" smtClean="0"/>
              <a:t>12/5/2022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0EDF5659-A4FE-0D42-8483-B874501A74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499" y="822977"/>
            <a:ext cx="4549141" cy="2508064"/>
          </a:xfrm>
        </p:spPr>
        <p:txBody>
          <a:bodyPr anchor="ctr">
            <a:noAutofit/>
          </a:bodyPr>
          <a:lstStyle>
            <a:lvl1pPr>
              <a:lnSpc>
                <a:spcPct val="80000"/>
              </a:lnSpc>
              <a:defRPr sz="3600" i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64E78A9-65B1-4245-8BC6-19381441EA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13" y="822977"/>
            <a:ext cx="5208103" cy="5184645"/>
          </a:xfrm>
        </p:spPr>
        <p:txBody>
          <a:bodyPr/>
          <a:lstStyle>
            <a:lvl1pPr marL="319847" indent="-319847">
              <a:lnSpc>
                <a:spcPct val="100000"/>
              </a:lnSpc>
              <a:spcBef>
                <a:spcPts val="1800"/>
              </a:spcBef>
              <a:buFont typeface="Wingdings" pitchFamily="2" charset="2"/>
              <a:buChar char="§"/>
              <a:defRPr sz="2400"/>
            </a:lvl1pPr>
            <a:lvl2pPr marL="639707" indent="-319847">
              <a:lnSpc>
                <a:spcPct val="100000"/>
              </a:lnSpc>
              <a:spcBef>
                <a:spcPts val="600"/>
              </a:spcBef>
              <a:buSzPct val="100000"/>
              <a:buFont typeface="System Font Regular"/>
              <a:buChar char="➔"/>
              <a:defRPr sz="2001"/>
            </a:lvl2pPr>
            <a:lvl3pPr marL="959555" indent="-319847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§"/>
              <a:defRPr sz="1599"/>
            </a:lvl3pPr>
            <a:lvl4pPr>
              <a:defRPr sz="1599"/>
            </a:lvl4pPr>
            <a:lvl5pPr>
              <a:defRPr sz="1599"/>
            </a:lvl5pPr>
            <a:lvl6pPr>
              <a:defRPr sz="1599"/>
            </a:lvl6pPr>
            <a:lvl7pPr>
              <a:defRPr sz="1599"/>
            </a:lvl7pPr>
            <a:lvl8pPr>
              <a:defRPr sz="1599"/>
            </a:lvl8pPr>
            <a:lvl9pPr>
              <a:defRPr sz="1599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25455CE7-BADB-8F40-A51A-66835C7246A4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571499" y="3305788"/>
            <a:ext cx="4549141" cy="2701831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2400">
                <a:solidFill>
                  <a:schemeClr val="accent1"/>
                </a:solidFill>
              </a:defRPr>
            </a:lvl1pPr>
            <a:lvl2pPr marL="456931" indent="0">
              <a:buNone/>
              <a:defRPr sz="1200"/>
            </a:lvl2pPr>
            <a:lvl3pPr marL="913868" indent="0">
              <a:buNone/>
              <a:defRPr sz="999"/>
            </a:lvl3pPr>
            <a:lvl4pPr marL="1370786" indent="0">
              <a:buNone/>
              <a:defRPr sz="900"/>
            </a:lvl4pPr>
            <a:lvl5pPr marL="1827721" indent="0">
              <a:buNone/>
              <a:defRPr sz="900"/>
            </a:lvl5pPr>
            <a:lvl6pPr marL="2284658" indent="0">
              <a:buNone/>
              <a:defRPr sz="900"/>
            </a:lvl6pPr>
            <a:lvl7pPr marL="2741590" indent="0">
              <a:buNone/>
              <a:defRPr sz="900"/>
            </a:lvl7pPr>
            <a:lvl8pPr marL="3198504" indent="0">
              <a:buNone/>
              <a:defRPr sz="900"/>
            </a:lvl8pPr>
            <a:lvl9pPr marL="3655435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18108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oint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571500" y="418038"/>
            <a:ext cx="11254740" cy="2312123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3600" dirty="0">
                <a:solidFill>
                  <a:schemeClr val="tx1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1499" y="3016188"/>
            <a:ext cx="4549141" cy="3003639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2799">
                <a:solidFill>
                  <a:schemeClr val="accent1"/>
                </a:solidFill>
              </a:defRPr>
            </a:lvl1pPr>
            <a:lvl2pPr marL="456931" indent="0">
              <a:buNone/>
              <a:defRPr sz="1200"/>
            </a:lvl2pPr>
            <a:lvl3pPr marL="913868" indent="0">
              <a:buNone/>
              <a:defRPr sz="999"/>
            </a:lvl3pPr>
            <a:lvl4pPr marL="1370786" indent="0">
              <a:buNone/>
              <a:defRPr sz="900"/>
            </a:lvl4pPr>
            <a:lvl5pPr marL="1827721" indent="0">
              <a:buNone/>
              <a:defRPr sz="900"/>
            </a:lvl5pPr>
            <a:lvl6pPr marL="2284658" indent="0">
              <a:buNone/>
              <a:defRPr sz="900"/>
            </a:lvl6pPr>
            <a:lvl7pPr marL="2741590" indent="0">
              <a:buNone/>
              <a:defRPr sz="900"/>
            </a:lvl7pPr>
            <a:lvl8pPr marL="3198504" indent="0">
              <a:buNone/>
              <a:defRPr sz="900"/>
            </a:lvl8pPr>
            <a:lvl9pPr marL="3655435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6AF12-EC90-614F-8CEA-7B42F207F2B7}" type="datetime1">
              <a:rPr lang="en-US" smtClean="0"/>
              <a:t>12/5/2022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272F885-FA0C-5C49-A259-7073DDB3583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715013" y="3016168"/>
            <a:ext cx="5905488" cy="2991451"/>
          </a:xfrm>
        </p:spPr>
        <p:txBody>
          <a:bodyPr/>
          <a:lstStyle>
            <a:lvl1pPr marL="319847" indent="-319847">
              <a:lnSpc>
                <a:spcPct val="100000"/>
              </a:lnSpc>
              <a:spcBef>
                <a:spcPts val="1800"/>
              </a:spcBef>
              <a:buFont typeface="Wingdings" pitchFamily="2" charset="2"/>
              <a:buChar char="§"/>
              <a:defRPr sz="2400"/>
            </a:lvl1pPr>
            <a:lvl2pPr marL="639707" indent="-319847">
              <a:lnSpc>
                <a:spcPct val="100000"/>
              </a:lnSpc>
              <a:spcBef>
                <a:spcPts val="600"/>
              </a:spcBef>
              <a:buSzPct val="100000"/>
              <a:buFont typeface="System Font Regular"/>
              <a:buChar char="➔"/>
              <a:defRPr sz="2001"/>
            </a:lvl2pPr>
            <a:lvl3pPr marL="959555" indent="-319847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§"/>
              <a:defRPr sz="1599"/>
            </a:lvl3pPr>
            <a:lvl4pPr>
              <a:defRPr sz="1599"/>
            </a:lvl4pPr>
            <a:lvl5pPr>
              <a:defRPr sz="1599"/>
            </a:lvl5pPr>
            <a:lvl6pPr>
              <a:defRPr sz="1599"/>
            </a:lvl6pPr>
            <a:lvl7pPr>
              <a:defRPr sz="1599"/>
            </a:lvl7pPr>
            <a:lvl8pPr>
              <a:defRPr sz="1599"/>
            </a:lvl8pPr>
            <a:lvl9pPr>
              <a:defRPr sz="1599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0431502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oint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6AF12-EC90-614F-8CEA-7B42F207F2B7}" type="datetime1">
              <a:rPr lang="en-US" smtClean="0"/>
              <a:t>12/5/2022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29B5F230-D09D-DD42-8B4A-E8CB61E5C2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418038"/>
            <a:ext cx="11254740" cy="2312123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3600" i="0" cap="none" dirty="0">
                <a:solidFill>
                  <a:schemeClr val="tx1"/>
                </a:solidFill>
              </a:defRPr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C704FE58-29E9-BA4C-A500-0653CA90F8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1499" y="3016188"/>
            <a:ext cx="4549141" cy="3003639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2799">
                <a:solidFill>
                  <a:schemeClr val="accent1"/>
                </a:solidFill>
              </a:defRPr>
            </a:lvl1pPr>
            <a:lvl2pPr marL="456931" indent="0">
              <a:buNone/>
              <a:defRPr sz="1200"/>
            </a:lvl2pPr>
            <a:lvl3pPr marL="913868" indent="0">
              <a:buNone/>
              <a:defRPr sz="999"/>
            </a:lvl3pPr>
            <a:lvl4pPr marL="1370786" indent="0">
              <a:buNone/>
              <a:defRPr sz="900"/>
            </a:lvl4pPr>
            <a:lvl5pPr marL="1827721" indent="0">
              <a:buNone/>
              <a:defRPr sz="900"/>
            </a:lvl5pPr>
            <a:lvl6pPr marL="2284658" indent="0">
              <a:buNone/>
              <a:defRPr sz="900"/>
            </a:lvl6pPr>
            <a:lvl7pPr marL="2741590" indent="0">
              <a:buNone/>
              <a:defRPr sz="900"/>
            </a:lvl7pPr>
            <a:lvl8pPr marL="3198504" indent="0">
              <a:buNone/>
              <a:defRPr sz="900"/>
            </a:lvl8pPr>
            <a:lvl9pPr marL="3655435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95B254B-1D81-454C-8C20-173E564331B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715013" y="3016168"/>
            <a:ext cx="5905488" cy="2991451"/>
          </a:xfrm>
        </p:spPr>
        <p:txBody>
          <a:bodyPr/>
          <a:lstStyle>
            <a:lvl1pPr marL="319847" indent="-319847">
              <a:lnSpc>
                <a:spcPct val="100000"/>
              </a:lnSpc>
              <a:spcBef>
                <a:spcPts val="1800"/>
              </a:spcBef>
              <a:buFont typeface="Wingdings" pitchFamily="2" charset="2"/>
              <a:buChar char="§"/>
              <a:defRPr sz="2400"/>
            </a:lvl1pPr>
            <a:lvl2pPr marL="639707" indent="-319847">
              <a:lnSpc>
                <a:spcPct val="100000"/>
              </a:lnSpc>
              <a:spcBef>
                <a:spcPts val="600"/>
              </a:spcBef>
              <a:buSzPct val="100000"/>
              <a:buFont typeface="System Font Regular"/>
              <a:buChar char="➔"/>
              <a:defRPr sz="2001"/>
            </a:lvl2pPr>
            <a:lvl3pPr marL="959555" indent="-319847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§"/>
              <a:defRPr sz="1599"/>
            </a:lvl3pPr>
            <a:lvl4pPr>
              <a:defRPr sz="1599"/>
            </a:lvl4pPr>
            <a:lvl5pPr>
              <a:defRPr sz="1599"/>
            </a:lvl5pPr>
            <a:lvl6pPr>
              <a:defRPr sz="1599"/>
            </a:lvl6pPr>
            <a:lvl7pPr>
              <a:defRPr sz="1599"/>
            </a:lvl7pPr>
            <a:lvl8pPr>
              <a:defRPr sz="1599"/>
            </a:lvl8pPr>
            <a:lvl9pPr>
              <a:defRPr sz="1599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3362773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Point Dark 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A7E6AF12-EC90-614F-8CEA-7B42F207F2B7}" type="datetime1">
              <a:rPr lang="en-US" smtClean="0"/>
              <a:pPr/>
              <a:t>12/5/2022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9B931038-146F-DF4E-82E9-DFB28338A0B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9456" y="6190488"/>
            <a:ext cx="2276856" cy="400676"/>
          </a:xfrm>
          <a:prstGeom prst="rect">
            <a:avLst/>
          </a:prstGeom>
        </p:spPr>
      </p:pic>
      <p:sp>
        <p:nvSpPr>
          <p:cNvPr id="18" name="Title 7">
            <a:extLst>
              <a:ext uri="{FF2B5EF4-FFF2-40B4-BE49-F238E27FC236}">
                <a16:creationId xmlns:a16="http://schemas.microsoft.com/office/drawing/2014/main" id="{C36FDA55-B43F-EB45-86A3-51877ABA5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499" y="822977"/>
            <a:ext cx="4549141" cy="2508064"/>
          </a:xfrm>
        </p:spPr>
        <p:txBody>
          <a:bodyPr anchor="ctr">
            <a:noAutofit/>
          </a:bodyPr>
          <a:lstStyle>
            <a:lvl1pPr>
              <a:lnSpc>
                <a:spcPct val="8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4B8EDED-FF60-FE43-9FA1-82F96A2CCB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13" y="822977"/>
            <a:ext cx="5208103" cy="5184645"/>
          </a:xfrm>
        </p:spPr>
        <p:txBody>
          <a:bodyPr/>
          <a:lstStyle>
            <a:lvl1pPr marL="319847" indent="-319847">
              <a:lnSpc>
                <a:spcPct val="100000"/>
              </a:lnSpc>
              <a:spcBef>
                <a:spcPts val="1800"/>
              </a:spcBef>
              <a:buClr>
                <a:schemeClr val="accent3"/>
              </a:buClr>
              <a:buFont typeface="Wingdings" pitchFamily="2" charset="2"/>
              <a:buChar char="§"/>
              <a:defRPr sz="2400">
                <a:solidFill>
                  <a:schemeClr val="bg1"/>
                </a:solidFill>
              </a:defRPr>
            </a:lvl1pPr>
            <a:lvl2pPr marL="639707" indent="-319847">
              <a:lnSpc>
                <a:spcPct val="100000"/>
              </a:lnSpc>
              <a:spcBef>
                <a:spcPts val="600"/>
              </a:spcBef>
              <a:buClr>
                <a:schemeClr val="accent3"/>
              </a:buClr>
              <a:buSzPct val="100000"/>
              <a:buFont typeface="System Font Regular"/>
              <a:buChar char="➔"/>
              <a:defRPr sz="2001">
                <a:solidFill>
                  <a:schemeClr val="bg1"/>
                </a:solidFill>
              </a:defRPr>
            </a:lvl2pPr>
            <a:lvl3pPr marL="959555" indent="-319847">
              <a:lnSpc>
                <a:spcPct val="100000"/>
              </a:lnSpc>
              <a:spcBef>
                <a:spcPts val="600"/>
              </a:spcBef>
              <a:buClr>
                <a:schemeClr val="accent3"/>
              </a:buClr>
              <a:buFont typeface="Wingdings" pitchFamily="2" charset="2"/>
              <a:buChar char="§"/>
              <a:defRPr sz="1599">
                <a:solidFill>
                  <a:schemeClr val="bg1"/>
                </a:solidFill>
              </a:defRPr>
            </a:lvl3pPr>
            <a:lvl4pPr>
              <a:defRPr sz="1599"/>
            </a:lvl4pPr>
            <a:lvl5pPr>
              <a:defRPr sz="1599"/>
            </a:lvl5pPr>
            <a:lvl6pPr>
              <a:defRPr sz="1599"/>
            </a:lvl6pPr>
            <a:lvl7pPr>
              <a:defRPr sz="1599"/>
            </a:lvl7pPr>
            <a:lvl8pPr>
              <a:defRPr sz="1599"/>
            </a:lvl8pPr>
            <a:lvl9pPr>
              <a:defRPr sz="1599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1030F219-45B3-804C-B627-47C7774570CB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571499" y="3305788"/>
            <a:ext cx="4549141" cy="2701831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2400">
                <a:solidFill>
                  <a:schemeClr val="accent3"/>
                </a:solidFill>
              </a:defRPr>
            </a:lvl1pPr>
            <a:lvl2pPr marL="456931" indent="0">
              <a:buNone/>
              <a:defRPr sz="1200"/>
            </a:lvl2pPr>
            <a:lvl3pPr marL="913868" indent="0">
              <a:buNone/>
              <a:defRPr sz="999"/>
            </a:lvl3pPr>
            <a:lvl4pPr marL="1370786" indent="0">
              <a:buNone/>
              <a:defRPr sz="900"/>
            </a:lvl4pPr>
            <a:lvl5pPr marL="1827721" indent="0">
              <a:buNone/>
              <a:defRPr sz="900"/>
            </a:lvl5pPr>
            <a:lvl6pPr marL="2284658" indent="0">
              <a:buNone/>
              <a:defRPr sz="900"/>
            </a:lvl6pPr>
            <a:lvl7pPr marL="2741590" indent="0">
              <a:buNone/>
              <a:defRPr sz="900"/>
            </a:lvl7pPr>
            <a:lvl8pPr marL="3198504" indent="0">
              <a:buNone/>
              <a:defRPr sz="900"/>
            </a:lvl8pPr>
            <a:lvl9pPr marL="3655435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356616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Point Dark B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A7E6AF12-EC90-614F-8CEA-7B42F207F2B7}" type="datetime1">
              <a:rPr lang="en-US" smtClean="0"/>
              <a:pPr/>
              <a:t>12/5/2022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6047961E-1BE5-2440-97DB-D065A7882E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9456" y="6190488"/>
            <a:ext cx="2276856" cy="400676"/>
          </a:xfrm>
          <a:prstGeom prst="rect">
            <a:avLst/>
          </a:prstGeom>
        </p:spPr>
      </p:pic>
      <p:sp>
        <p:nvSpPr>
          <p:cNvPr id="13" name="Title 7">
            <a:extLst>
              <a:ext uri="{FF2B5EF4-FFF2-40B4-BE49-F238E27FC236}">
                <a16:creationId xmlns:a16="http://schemas.microsoft.com/office/drawing/2014/main" id="{D7CEC201-BD8B-2040-A660-AC6853BDBF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499" y="822977"/>
            <a:ext cx="4549141" cy="2508064"/>
          </a:xfrm>
        </p:spPr>
        <p:txBody>
          <a:bodyPr anchor="ctr">
            <a:noAutofit/>
          </a:bodyPr>
          <a:lstStyle>
            <a:lvl1pPr>
              <a:lnSpc>
                <a:spcPct val="80000"/>
              </a:lnSpc>
              <a:defRPr sz="3600" i="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89456ED8-631E-AC45-81CB-42D9D153E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13" y="822977"/>
            <a:ext cx="5208103" cy="5184645"/>
          </a:xfrm>
        </p:spPr>
        <p:txBody>
          <a:bodyPr/>
          <a:lstStyle>
            <a:lvl1pPr marL="319847" indent="-319847">
              <a:lnSpc>
                <a:spcPct val="100000"/>
              </a:lnSpc>
              <a:spcBef>
                <a:spcPts val="1800"/>
              </a:spcBef>
              <a:buFont typeface="Wingdings" pitchFamily="2" charset="2"/>
              <a:buChar char="§"/>
              <a:defRPr sz="2400">
                <a:solidFill>
                  <a:schemeClr val="bg1"/>
                </a:solidFill>
              </a:defRPr>
            </a:lvl1pPr>
            <a:lvl2pPr marL="639707" indent="-319847">
              <a:lnSpc>
                <a:spcPct val="100000"/>
              </a:lnSpc>
              <a:spcBef>
                <a:spcPts val="600"/>
              </a:spcBef>
              <a:buSzPct val="100000"/>
              <a:buFont typeface="System Font Regular"/>
              <a:buChar char="➔"/>
              <a:defRPr sz="2001">
                <a:solidFill>
                  <a:schemeClr val="bg1"/>
                </a:solidFill>
              </a:defRPr>
            </a:lvl2pPr>
            <a:lvl3pPr marL="959555" indent="-319847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§"/>
              <a:defRPr sz="1599">
                <a:solidFill>
                  <a:schemeClr val="bg1"/>
                </a:solidFill>
              </a:defRPr>
            </a:lvl3pPr>
            <a:lvl4pPr>
              <a:defRPr sz="1599"/>
            </a:lvl4pPr>
            <a:lvl5pPr>
              <a:defRPr sz="1599"/>
            </a:lvl5pPr>
            <a:lvl6pPr>
              <a:defRPr sz="1599"/>
            </a:lvl6pPr>
            <a:lvl7pPr>
              <a:defRPr sz="1599"/>
            </a:lvl7pPr>
            <a:lvl8pPr>
              <a:defRPr sz="1599"/>
            </a:lvl8pPr>
            <a:lvl9pPr>
              <a:defRPr sz="1599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1E6F607B-E1F8-6D4D-B193-11E73CA40BFA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571499" y="3305788"/>
            <a:ext cx="4549141" cy="2701831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2400">
                <a:solidFill>
                  <a:schemeClr val="accent3"/>
                </a:solidFill>
              </a:defRPr>
            </a:lvl1pPr>
            <a:lvl2pPr marL="456931" indent="0">
              <a:buNone/>
              <a:defRPr sz="1200"/>
            </a:lvl2pPr>
            <a:lvl3pPr marL="913868" indent="0">
              <a:buNone/>
              <a:defRPr sz="999"/>
            </a:lvl3pPr>
            <a:lvl4pPr marL="1370786" indent="0">
              <a:buNone/>
              <a:defRPr sz="900"/>
            </a:lvl4pPr>
            <a:lvl5pPr marL="1827721" indent="0">
              <a:buNone/>
              <a:defRPr sz="900"/>
            </a:lvl5pPr>
            <a:lvl6pPr marL="2284658" indent="0">
              <a:buNone/>
              <a:defRPr sz="900"/>
            </a:lvl6pPr>
            <a:lvl7pPr marL="2741590" indent="0">
              <a:buNone/>
              <a:defRPr sz="900"/>
            </a:lvl7pPr>
            <a:lvl8pPr marL="3198504" indent="0">
              <a:buNone/>
              <a:defRPr sz="900"/>
            </a:lvl8pPr>
            <a:lvl9pPr marL="3655435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596779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Point Dark C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A7E6AF12-EC90-614F-8CEA-7B42F207F2B7}" type="datetime1">
              <a:rPr lang="en-US" smtClean="0"/>
              <a:pPr/>
              <a:t>12/5/2022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126DA48-CBCD-0E4D-BFAA-6037B26753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9456" y="6190488"/>
            <a:ext cx="2276856" cy="400676"/>
          </a:xfrm>
          <a:prstGeom prst="rect">
            <a:avLst/>
          </a:prstGeom>
        </p:spPr>
      </p:pic>
      <p:sp>
        <p:nvSpPr>
          <p:cNvPr id="13" name="Title 7">
            <a:extLst>
              <a:ext uri="{FF2B5EF4-FFF2-40B4-BE49-F238E27FC236}">
                <a16:creationId xmlns:a16="http://schemas.microsoft.com/office/drawing/2014/main" id="{EE3B8CD3-06E9-3D4B-B9BC-8C1A48638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418038"/>
            <a:ext cx="11254740" cy="2312123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3600" dirty="0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30A48ABE-3B7F-FB40-BE4C-935F69C5E5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1499" y="3016188"/>
            <a:ext cx="4549141" cy="3003639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2799">
                <a:solidFill>
                  <a:schemeClr val="accent3"/>
                </a:solidFill>
              </a:defRPr>
            </a:lvl1pPr>
            <a:lvl2pPr marL="456931" indent="0">
              <a:buNone/>
              <a:defRPr sz="1200"/>
            </a:lvl2pPr>
            <a:lvl3pPr marL="913868" indent="0">
              <a:buNone/>
              <a:defRPr sz="999"/>
            </a:lvl3pPr>
            <a:lvl4pPr marL="1370786" indent="0">
              <a:buNone/>
              <a:defRPr sz="900"/>
            </a:lvl4pPr>
            <a:lvl5pPr marL="1827721" indent="0">
              <a:buNone/>
              <a:defRPr sz="900"/>
            </a:lvl5pPr>
            <a:lvl6pPr marL="2284658" indent="0">
              <a:buNone/>
              <a:defRPr sz="900"/>
            </a:lvl6pPr>
            <a:lvl7pPr marL="2741590" indent="0">
              <a:buNone/>
              <a:defRPr sz="900"/>
            </a:lvl7pPr>
            <a:lvl8pPr marL="3198504" indent="0">
              <a:buNone/>
              <a:defRPr sz="900"/>
            </a:lvl8pPr>
            <a:lvl9pPr marL="3655435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098BCE4-FFEB-C949-BC63-F5C5321433D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715013" y="3016168"/>
            <a:ext cx="5905488" cy="2991451"/>
          </a:xfrm>
        </p:spPr>
        <p:txBody>
          <a:bodyPr/>
          <a:lstStyle>
            <a:lvl1pPr marL="319847" indent="-319847">
              <a:lnSpc>
                <a:spcPct val="100000"/>
              </a:lnSpc>
              <a:spcBef>
                <a:spcPts val="1800"/>
              </a:spcBef>
              <a:buClr>
                <a:schemeClr val="accent3"/>
              </a:buClr>
              <a:buFont typeface="Wingdings" pitchFamily="2" charset="2"/>
              <a:buChar char="§"/>
              <a:defRPr sz="2400">
                <a:solidFill>
                  <a:schemeClr val="bg1"/>
                </a:solidFill>
              </a:defRPr>
            </a:lvl1pPr>
            <a:lvl2pPr marL="639707" indent="-319847">
              <a:lnSpc>
                <a:spcPct val="100000"/>
              </a:lnSpc>
              <a:spcBef>
                <a:spcPts val="600"/>
              </a:spcBef>
              <a:buClr>
                <a:schemeClr val="accent3"/>
              </a:buClr>
              <a:buSzPct val="100000"/>
              <a:buFont typeface="System Font Regular"/>
              <a:buChar char="➔"/>
              <a:defRPr sz="2001">
                <a:solidFill>
                  <a:schemeClr val="bg1"/>
                </a:solidFill>
              </a:defRPr>
            </a:lvl2pPr>
            <a:lvl3pPr marL="959555" indent="-319847">
              <a:lnSpc>
                <a:spcPct val="100000"/>
              </a:lnSpc>
              <a:spcBef>
                <a:spcPts val="600"/>
              </a:spcBef>
              <a:buClr>
                <a:schemeClr val="accent3"/>
              </a:buClr>
              <a:buFont typeface="Wingdings" pitchFamily="2" charset="2"/>
              <a:buChar char="§"/>
              <a:defRPr sz="1599">
                <a:solidFill>
                  <a:schemeClr val="bg1"/>
                </a:solidFill>
              </a:defRPr>
            </a:lvl3pPr>
            <a:lvl4pPr>
              <a:defRPr sz="1599"/>
            </a:lvl4pPr>
            <a:lvl5pPr>
              <a:defRPr sz="1599"/>
            </a:lvl5pPr>
            <a:lvl6pPr>
              <a:defRPr sz="1599"/>
            </a:lvl6pPr>
            <a:lvl7pPr>
              <a:defRPr sz="1599"/>
            </a:lvl7pPr>
            <a:lvl8pPr>
              <a:defRPr sz="1599"/>
            </a:lvl8pPr>
            <a:lvl9pPr>
              <a:defRPr sz="1599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1878071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Point Dark 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A7E6AF12-EC90-614F-8CEA-7B42F207F2B7}" type="datetime1">
              <a:rPr lang="en-US" smtClean="0"/>
              <a:pPr/>
              <a:t>12/5/2022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350E2B03-E35D-7E46-A0F6-6A5DBBF376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9456" y="6190488"/>
            <a:ext cx="2276856" cy="400676"/>
          </a:xfrm>
          <a:prstGeom prst="rect">
            <a:avLst/>
          </a:prstGeom>
        </p:spPr>
      </p:pic>
      <p:sp>
        <p:nvSpPr>
          <p:cNvPr id="13" name="Title 7">
            <a:extLst>
              <a:ext uri="{FF2B5EF4-FFF2-40B4-BE49-F238E27FC236}">
                <a16:creationId xmlns:a16="http://schemas.microsoft.com/office/drawing/2014/main" id="{453F15AD-3076-3949-8F2D-D6E142F4D0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418038"/>
            <a:ext cx="11254740" cy="2312123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3600" i="0" cap="none" dirty="0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00CA09B5-6D76-9142-9AB6-D6FB4291D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1499" y="3016188"/>
            <a:ext cx="4549141" cy="3003639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2799">
                <a:solidFill>
                  <a:schemeClr val="accent3"/>
                </a:solidFill>
              </a:defRPr>
            </a:lvl1pPr>
            <a:lvl2pPr marL="456931" indent="0">
              <a:buNone/>
              <a:defRPr sz="1200"/>
            </a:lvl2pPr>
            <a:lvl3pPr marL="913868" indent="0">
              <a:buNone/>
              <a:defRPr sz="999"/>
            </a:lvl3pPr>
            <a:lvl4pPr marL="1370786" indent="0">
              <a:buNone/>
              <a:defRPr sz="900"/>
            </a:lvl4pPr>
            <a:lvl5pPr marL="1827721" indent="0">
              <a:buNone/>
              <a:defRPr sz="900"/>
            </a:lvl5pPr>
            <a:lvl6pPr marL="2284658" indent="0">
              <a:buNone/>
              <a:defRPr sz="900"/>
            </a:lvl6pPr>
            <a:lvl7pPr marL="2741590" indent="0">
              <a:buNone/>
              <a:defRPr sz="900"/>
            </a:lvl7pPr>
            <a:lvl8pPr marL="3198504" indent="0">
              <a:buNone/>
              <a:defRPr sz="900"/>
            </a:lvl8pPr>
            <a:lvl9pPr marL="3655435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EB955B17-8ED0-3340-A5DC-849AED4FC36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715013" y="3016168"/>
            <a:ext cx="5905488" cy="2991451"/>
          </a:xfrm>
        </p:spPr>
        <p:txBody>
          <a:bodyPr/>
          <a:lstStyle>
            <a:lvl1pPr marL="319847" indent="-319847">
              <a:lnSpc>
                <a:spcPct val="100000"/>
              </a:lnSpc>
              <a:spcBef>
                <a:spcPts val="1800"/>
              </a:spcBef>
              <a:buClr>
                <a:schemeClr val="accent3"/>
              </a:buClr>
              <a:buFont typeface="Wingdings" pitchFamily="2" charset="2"/>
              <a:buChar char="§"/>
              <a:defRPr sz="2400">
                <a:solidFill>
                  <a:schemeClr val="bg1"/>
                </a:solidFill>
              </a:defRPr>
            </a:lvl1pPr>
            <a:lvl2pPr marL="639707" indent="-319847">
              <a:lnSpc>
                <a:spcPct val="100000"/>
              </a:lnSpc>
              <a:spcBef>
                <a:spcPts val="600"/>
              </a:spcBef>
              <a:buClr>
                <a:schemeClr val="accent3"/>
              </a:buClr>
              <a:buSzPct val="100000"/>
              <a:buFont typeface="System Font Regular"/>
              <a:buChar char="➔"/>
              <a:defRPr sz="2001">
                <a:solidFill>
                  <a:schemeClr val="bg1"/>
                </a:solidFill>
              </a:defRPr>
            </a:lvl2pPr>
            <a:lvl3pPr marL="959555" indent="-319847">
              <a:lnSpc>
                <a:spcPct val="100000"/>
              </a:lnSpc>
              <a:spcBef>
                <a:spcPts val="600"/>
              </a:spcBef>
              <a:buClr>
                <a:schemeClr val="accent3"/>
              </a:buClr>
              <a:buFont typeface="Wingdings" pitchFamily="2" charset="2"/>
              <a:buChar char="§"/>
              <a:defRPr sz="1599">
                <a:solidFill>
                  <a:schemeClr val="bg1"/>
                </a:solidFill>
              </a:defRPr>
            </a:lvl3pPr>
            <a:lvl4pPr>
              <a:defRPr sz="1599"/>
            </a:lvl4pPr>
            <a:lvl5pPr>
              <a:defRPr sz="1599"/>
            </a:lvl5pPr>
            <a:lvl6pPr>
              <a:defRPr sz="1599"/>
            </a:lvl6pPr>
            <a:lvl7pPr>
              <a:defRPr sz="1599"/>
            </a:lvl7pPr>
            <a:lvl8pPr>
              <a:defRPr sz="1599"/>
            </a:lvl8pPr>
            <a:lvl9pPr>
              <a:defRPr sz="1599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8199789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r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571499" y="332460"/>
            <a:ext cx="8519163" cy="5791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4403"/>
            </a:lvl1pPr>
          </a:lstStyle>
          <a:p>
            <a:pPr marL="0" lvl="0" indent="0">
              <a:lnSpc>
                <a:spcPct val="110000"/>
              </a:lnSpc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D3207E-6432-BF48-94AB-98FAA05DEDE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2F66B414-0BAA-254F-A54B-9A4CBE4CF7B4}" type="datetime1">
              <a:rPr lang="en-US" smtClean="0"/>
              <a:pPr/>
              <a:t>12/5/2022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EC6E52-E3D3-F048-893B-E66A24ECA9E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4AD13E-C264-3C44-919D-FFC8D02515D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86297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ero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13671A-7315-6E41-AC9A-F5B5B54B744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2F66B414-0BAA-254F-A54B-9A4CBE4CF7B4}" type="datetime1">
              <a:rPr lang="en-US" smtClean="0"/>
              <a:pPr/>
              <a:t>12/5/2022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F8205E-93AF-7949-8B64-C4EBA6D0576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85A31D-E13C-5741-BAA2-AB9DABBF294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6778A37E-23BC-0344-9DB3-4124A59FC30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1499" y="332460"/>
            <a:ext cx="8519163" cy="5791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4403">
                <a:solidFill>
                  <a:schemeClr val="bg1"/>
                </a:solidFill>
              </a:defRPr>
            </a:lvl1pPr>
          </a:lstStyle>
          <a:p>
            <a:pPr marL="0" lvl="0" indent="0">
              <a:lnSpc>
                <a:spcPct val="110000"/>
              </a:lnSpc>
              <a:buNone/>
            </a:pPr>
            <a:r>
              <a:rPr lang="en-US"/>
              <a:t>Click to edit Master text styles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6CE26A7-9EAF-F149-8AB0-E32BB4217E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9456" y="6190488"/>
            <a:ext cx="2276856" cy="400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8734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9448A36-789B-7B41-8EDC-4773C78C8615}"/>
              </a:ext>
            </a:extLst>
          </p:cNvPr>
          <p:cNvSpPr txBox="1"/>
          <p:nvPr userDrawn="1"/>
        </p:nvSpPr>
        <p:spPr>
          <a:xfrm>
            <a:off x="8329243" y="917665"/>
            <a:ext cx="1595437" cy="3077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sz="1400" i="0" spc="0" baseline="0" dirty="0">
                <a:solidFill>
                  <a:schemeClr val="accent1"/>
                </a:solidFill>
                <a:latin typeface="+mj-lt"/>
              </a:rPr>
              <a:t>thelaunchbox.com</a:t>
            </a:r>
            <a:endParaRPr lang="en-US" sz="1400" i="0" spc="0" baseline="0" dirty="0">
              <a:solidFill>
                <a:schemeClr val="accent1"/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1DD245C8-5B15-A649-9958-ECD44CCE31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02963" y="1438487"/>
            <a:ext cx="3509072" cy="3509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27421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Al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78227FDA-5080-CC45-B12A-A26DABE797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02962" y="1438487"/>
            <a:ext cx="3509072" cy="350907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0B4E75D-E6DE-4D4D-9737-80B131AB1896}"/>
              </a:ext>
            </a:extLst>
          </p:cNvPr>
          <p:cNvSpPr txBox="1"/>
          <p:nvPr userDrawn="1"/>
        </p:nvSpPr>
        <p:spPr>
          <a:xfrm>
            <a:off x="8329243" y="917665"/>
            <a:ext cx="1595437" cy="3077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sz="1400" i="0" spc="0" baseline="0" dirty="0">
                <a:solidFill>
                  <a:schemeClr val="accent1"/>
                </a:solidFill>
                <a:latin typeface="+mj-lt"/>
              </a:rPr>
              <a:t>thelaunchbox.com</a:t>
            </a:r>
            <a:endParaRPr lang="en-US" sz="1400" i="0" spc="0" baseline="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7632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3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405" y="234834"/>
            <a:ext cx="11887201" cy="27432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1500" y="914400"/>
            <a:ext cx="11049000" cy="502920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46104" y="641963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 spc="99" baseline="0">
                <a:solidFill>
                  <a:schemeClr val="accent1"/>
                </a:solidFill>
                <a:latin typeface="+mn-lt"/>
              </a:defRPr>
            </a:lvl1pPr>
          </a:lstStyle>
          <a:p>
            <a:fld id="{2F66B414-0BAA-254F-A54B-9A4CBE4CF7B4}" type="datetime1">
              <a:rPr lang="en-US" smtClean="0"/>
              <a:pPr/>
              <a:t>12/5/2022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63596" y="6419634"/>
            <a:ext cx="567911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 cap="all" spc="99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Proposal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96519" y="6419086"/>
            <a:ext cx="48683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3">
                <a:solidFill>
                  <a:schemeClr val="accent1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7D0DA7A-2DB9-7C40-BABD-C94E5F91332C}"/>
              </a:ext>
            </a:extLst>
          </p:cNvPr>
          <p:cNvPicPr>
            <a:picLocks noChangeAspect="1"/>
          </p:cNvPicPr>
          <p:nvPr userDrawn="1"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221711" y="6190488"/>
            <a:ext cx="2276856" cy="400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640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90" r:id="rId14"/>
    <p:sldLayoutId id="2147483691" r:id="rId15"/>
    <p:sldLayoutId id="2147483692" r:id="rId16"/>
    <p:sldLayoutId id="2147483693" r:id="rId17"/>
    <p:sldLayoutId id="2147483694" r:id="rId18"/>
    <p:sldLayoutId id="2147483695" r:id="rId19"/>
    <p:sldLayoutId id="2147483696" r:id="rId20"/>
    <p:sldLayoutId id="2147483697" r:id="rId21"/>
    <p:sldLayoutId id="2147483698" r:id="rId22"/>
    <p:sldLayoutId id="2147483699" r:id="rId23"/>
    <p:sldLayoutId id="2147483700" r:id="rId24"/>
  </p:sldLayoutIdLst>
  <p:hf hdr="0" ftr="0"/>
  <p:txStyles>
    <p:titleStyle>
      <a:lvl1pPr algn="l" defTabSz="913868" rtl="0" eaLnBrk="1" latinLnBrk="0" hangingPunct="1">
        <a:lnSpc>
          <a:spcPct val="80000"/>
        </a:lnSpc>
        <a:spcBef>
          <a:spcPct val="0"/>
        </a:spcBef>
        <a:buNone/>
        <a:defRPr sz="2000" b="0" i="1" kern="1200" cap="all" spc="99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1388" indent="-91388" algn="l" defTabSz="913868" rtl="0" eaLnBrk="1" latinLnBrk="0" hangingPunct="1">
        <a:lnSpc>
          <a:spcPct val="100000"/>
        </a:lnSpc>
        <a:spcBef>
          <a:spcPts val="600"/>
        </a:spcBef>
        <a:spcAft>
          <a:spcPts val="1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39707" indent="-319847" algn="l" defTabSz="913868" rtl="0" eaLnBrk="1" latinLnBrk="0" hangingPunct="1">
        <a:lnSpc>
          <a:spcPct val="100000"/>
        </a:lnSpc>
        <a:spcBef>
          <a:spcPts val="600"/>
        </a:spcBef>
        <a:spcAft>
          <a:spcPts val="1200"/>
        </a:spcAft>
        <a:buClr>
          <a:schemeClr val="accent2"/>
        </a:buClr>
        <a:buFont typeface="Wingdings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59555" indent="-319847" algn="l" defTabSz="913868" rtl="0" eaLnBrk="1" latinLnBrk="0" hangingPunct="1">
        <a:lnSpc>
          <a:spcPct val="100000"/>
        </a:lnSpc>
        <a:spcBef>
          <a:spcPts val="1200"/>
        </a:spcBef>
        <a:spcAft>
          <a:spcPts val="1800"/>
        </a:spcAft>
        <a:buClr>
          <a:schemeClr val="accent2"/>
        </a:buClr>
        <a:buSzPct val="100000"/>
        <a:buFont typeface="System Font Regular"/>
        <a:buChar char="➔"/>
        <a:defRPr sz="20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19847" algn="l" defTabSz="913868" rtl="0" eaLnBrk="1" latinLnBrk="0" hangingPunct="1">
        <a:lnSpc>
          <a:spcPct val="100000"/>
        </a:lnSpc>
        <a:spcBef>
          <a:spcPts val="600"/>
        </a:spcBef>
        <a:spcAft>
          <a:spcPts val="1200"/>
        </a:spcAft>
        <a:buClr>
          <a:schemeClr val="accent1"/>
        </a:buClr>
        <a:buFont typeface="Wingdings" pitchFamily="2" charset="2"/>
        <a:buChar char="§"/>
        <a:defRPr sz="1599" kern="1200">
          <a:solidFill>
            <a:schemeClr val="tx1"/>
          </a:solidFill>
          <a:latin typeface="+mn-lt"/>
          <a:ea typeface="+mn-ea"/>
          <a:cs typeface="+mn-cs"/>
        </a:defRPr>
      </a:lvl4pPr>
      <a:lvl5pPr marL="776779" indent="-137071" algn="l" defTabSz="913868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chemeClr val="tx1"/>
        </a:buClr>
        <a:buFont typeface="Wingdings 3" pitchFamily="18" charset="2"/>
        <a:buChar char=""/>
        <a:defRPr sz="1403" kern="1200">
          <a:solidFill>
            <a:schemeClr val="tx1"/>
          </a:solidFill>
          <a:latin typeface="+mn-lt"/>
          <a:ea typeface="+mn-ea"/>
          <a:cs typeface="+mn-cs"/>
        </a:defRPr>
      </a:lvl5pPr>
      <a:lvl6pPr marL="913868" indent="-137071" algn="l" defTabSz="913868" rtl="0" eaLnBrk="1" latinLnBrk="0" hangingPunct="1">
        <a:lnSpc>
          <a:spcPct val="90000"/>
        </a:lnSpc>
        <a:spcBef>
          <a:spcPts val="203"/>
        </a:spcBef>
        <a:spcAft>
          <a:spcPts val="399"/>
        </a:spcAft>
        <a:buClr>
          <a:schemeClr val="accent1"/>
        </a:buClr>
        <a:buFont typeface="Wingdings 3" pitchFamily="18" charset="2"/>
        <a:buChar char=""/>
        <a:defRPr sz="1403" kern="1200">
          <a:solidFill>
            <a:schemeClr val="tx1"/>
          </a:solidFill>
          <a:latin typeface="+mn-lt"/>
          <a:ea typeface="+mn-ea"/>
          <a:cs typeface="+mn-cs"/>
        </a:defRPr>
      </a:lvl6pPr>
      <a:lvl7pPr marL="1060080" indent="-137071" algn="l" defTabSz="913868" rtl="0" eaLnBrk="1" latinLnBrk="0" hangingPunct="1">
        <a:lnSpc>
          <a:spcPct val="90000"/>
        </a:lnSpc>
        <a:spcBef>
          <a:spcPts val="203"/>
        </a:spcBef>
        <a:spcAft>
          <a:spcPts val="399"/>
        </a:spcAft>
        <a:buClr>
          <a:schemeClr val="accent1"/>
        </a:buClr>
        <a:buFont typeface="Wingdings 3" pitchFamily="18" charset="2"/>
        <a:buChar char=""/>
        <a:defRPr sz="1403" kern="1200">
          <a:solidFill>
            <a:schemeClr val="tx1"/>
          </a:solidFill>
          <a:latin typeface="+mn-lt"/>
          <a:ea typeface="+mn-ea"/>
          <a:cs typeface="+mn-cs"/>
        </a:defRPr>
      </a:lvl7pPr>
      <a:lvl8pPr marL="1215438" indent="-137071" algn="l" defTabSz="913868" rtl="0" eaLnBrk="1" latinLnBrk="0" hangingPunct="1">
        <a:lnSpc>
          <a:spcPct val="90000"/>
        </a:lnSpc>
        <a:spcBef>
          <a:spcPts val="203"/>
        </a:spcBef>
        <a:spcAft>
          <a:spcPts val="399"/>
        </a:spcAft>
        <a:buClr>
          <a:schemeClr val="accent1"/>
        </a:buClr>
        <a:buFont typeface="Wingdings 3" pitchFamily="18" charset="2"/>
        <a:buChar char=""/>
        <a:defRPr sz="1403" kern="1200">
          <a:solidFill>
            <a:schemeClr val="tx1"/>
          </a:solidFill>
          <a:latin typeface="+mn-lt"/>
          <a:ea typeface="+mn-ea"/>
          <a:cs typeface="+mn-cs"/>
        </a:defRPr>
      </a:lvl8pPr>
      <a:lvl9pPr marL="1361651" indent="-137071" algn="l" defTabSz="913868" rtl="0" eaLnBrk="1" latinLnBrk="0" hangingPunct="1">
        <a:lnSpc>
          <a:spcPct val="90000"/>
        </a:lnSpc>
        <a:spcBef>
          <a:spcPts val="203"/>
        </a:spcBef>
        <a:spcAft>
          <a:spcPts val="399"/>
        </a:spcAft>
        <a:buClr>
          <a:schemeClr val="accent1"/>
        </a:buClr>
        <a:buFont typeface="Wingdings 3" pitchFamily="18" charset="2"/>
        <a:buChar char=""/>
        <a:defRPr sz="140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6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931" algn="l" defTabSz="91386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868" algn="l" defTabSz="91386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786" algn="l" defTabSz="91386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721" algn="l" defTabSz="91386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4658" algn="l" defTabSz="91386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590" algn="l" defTabSz="91386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8504" algn="l" defTabSz="91386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5435" algn="l" defTabSz="91386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7320" userDrawn="1">
          <p15:clr>
            <a:srgbClr val="F26B43"/>
          </p15:clr>
        </p15:guide>
        <p15:guide id="4" pos="3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70BFA0C7-F9CE-457F-9C23-0703836EEFCE}"/>
              </a:ext>
            </a:extLst>
          </p:cNvPr>
          <p:cNvSpPr/>
          <p:nvPr/>
        </p:nvSpPr>
        <p:spPr>
          <a:xfrm>
            <a:off x="-2691" y="5593283"/>
            <a:ext cx="12196500" cy="6084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endParaRPr lang="en-US" sz="2000" dirty="0">
              <a:solidFill>
                <a:schemeClr val="accent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F822B58-B7E5-4C9E-BFCE-A3001B782A43}"/>
              </a:ext>
            </a:extLst>
          </p:cNvPr>
          <p:cNvSpPr/>
          <p:nvPr/>
        </p:nvSpPr>
        <p:spPr>
          <a:xfrm>
            <a:off x="2641" y="2471390"/>
            <a:ext cx="12192000" cy="19178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endParaRPr lang="en-US" sz="2000" dirty="0">
              <a:solidFill>
                <a:schemeClr val="accen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19F171-2CD4-4093-AE8C-E2134A0E5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 Dev </a:t>
            </a:r>
            <a:r>
              <a:rPr lang="en-US" dirty="0" err="1"/>
              <a:t>NewCo</a:t>
            </a:r>
            <a:r>
              <a:rPr lang="en-US" dirty="0"/>
              <a:t> - LAUNCH timeline (</a:t>
            </a:r>
            <a:r>
              <a:rPr lang="en-US" dirty="0">
                <a:highlight>
                  <a:srgbClr val="FFFF00"/>
                </a:highlight>
              </a:rPr>
              <a:t>soft launch 2022</a:t>
            </a:r>
            <a:r>
              <a:rPr lang="en-US" dirty="0"/>
              <a:t>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94F5CF-8A16-4B58-8992-A483EDDA1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467E5-96C8-4F49-8D65-1751A5E8BB3A}" type="datetime1">
              <a:rPr lang="en-US" smtClean="0"/>
              <a:t>12/5/2022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303131-3F44-467E-B8B1-3465284B0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</a:t>
            </a:fld>
            <a:endParaRPr lang="en-US" dirty="0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CC0189AD-ECB7-4EDF-85D4-7CADBE2F11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680386"/>
              </p:ext>
            </p:extLst>
          </p:nvPr>
        </p:nvGraphicFramePr>
        <p:xfrm>
          <a:off x="152404" y="596971"/>
          <a:ext cx="11669472" cy="68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9342">
                  <a:extLst>
                    <a:ext uri="{9D8B030D-6E8A-4147-A177-3AD203B41FA5}">
                      <a16:colId xmlns:a16="http://schemas.microsoft.com/office/drawing/2014/main" val="127742120"/>
                    </a:ext>
                  </a:extLst>
                </a:gridCol>
                <a:gridCol w="729342">
                  <a:extLst>
                    <a:ext uri="{9D8B030D-6E8A-4147-A177-3AD203B41FA5}">
                      <a16:colId xmlns:a16="http://schemas.microsoft.com/office/drawing/2014/main" val="2526978903"/>
                    </a:ext>
                  </a:extLst>
                </a:gridCol>
                <a:gridCol w="729342">
                  <a:extLst>
                    <a:ext uri="{9D8B030D-6E8A-4147-A177-3AD203B41FA5}">
                      <a16:colId xmlns:a16="http://schemas.microsoft.com/office/drawing/2014/main" val="2996607899"/>
                    </a:ext>
                  </a:extLst>
                </a:gridCol>
                <a:gridCol w="729342">
                  <a:extLst>
                    <a:ext uri="{9D8B030D-6E8A-4147-A177-3AD203B41FA5}">
                      <a16:colId xmlns:a16="http://schemas.microsoft.com/office/drawing/2014/main" val="4237270850"/>
                    </a:ext>
                  </a:extLst>
                </a:gridCol>
                <a:gridCol w="729342">
                  <a:extLst>
                    <a:ext uri="{9D8B030D-6E8A-4147-A177-3AD203B41FA5}">
                      <a16:colId xmlns:a16="http://schemas.microsoft.com/office/drawing/2014/main" val="82625684"/>
                    </a:ext>
                  </a:extLst>
                </a:gridCol>
                <a:gridCol w="729342">
                  <a:extLst>
                    <a:ext uri="{9D8B030D-6E8A-4147-A177-3AD203B41FA5}">
                      <a16:colId xmlns:a16="http://schemas.microsoft.com/office/drawing/2014/main" val="2419370094"/>
                    </a:ext>
                  </a:extLst>
                </a:gridCol>
                <a:gridCol w="729342">
                  <a:extLst>
                    <a:ext uri="{9D8B030D-6E8A-4147-A177-3AD203B41FA5}">
                      <a16:colId xmlns:a16="http://schemas.microsoft.com/office/drawing/2014/main" val="3838729751"/>
                    </a:ext>
                  </a:extLst>
                </a:gridCol>
                <a:gridCol w="729342">
                  <a:extLst>
                    <a:ext uri="{9D8B030D-6E8A-4147-A177-3AD203B41FA5}">
                      <a16:colId xmlns:a16="http://schemas.microsoft.com/office/drawing/2014/main" val="3519807517"/>
                    </a:ext>
                  </a:extLst>
                </a:gridCol>
                <a:gridCol w="729342">
                  <a:extLst>
                    <a:ext uri="{9D8B030D-6E8A-4147-A177-3AD203B41FA5}">
                      <a16:colId xmlns:a16="http://schemas.microsoft.com/office/drawing/2014/main" val="3450966095"/>
                    </a:ext>
                  </a:extLst>
                </a:gridCol>
                <a:gridCol w="729342">
                  <a:extLst>
                    <a:ext uri="{9D8B030D-6E8A-4147-A177-3AD203B41FA5}">
                      <a16:colId xmlns:a16="http://schemas.microsoft.com/office/drawing/2014/main" val="2115076341"/>
                    </a:ext>
                  </a:extLst>
                </a:gridCol>
                <a:gridCol w="729342">
                  <a:extLst>
                    <a:ext uri="{9D8B030D-6E8A-4147-A177-3AD203B41FA5}">
                      <a16:colId xmlns:a16="http://schemas.microsoft.com/office/drawing/2014/main" val="3658403074"/>
                    </a:ext>
                  </a:extLst>
                </a:gridCol>
                <a:gridCol w="729342">
                  <a:extLst>
                    <a:ext uri="{9D8B030D-6E8A-4147-A177-3AD203B41FA5}">
                      <a16:colId xmlns:a16="http://schemas.microsoft.com/office/drawing/2014/main" val="2082908942"/>
                    </a:ext>
                  </a:extLst>
                </a:gridCol>
                <a:gridCol w="729342">
                  <a:extLst>
                    <a:ext uri="{9D8B030D-6E8A-4147-A177-3AD203B41FA5}">
                      <a16:colId xmlns:a16="http://schemas.microsoft.com/office/drawing/2014/main" val="161834065"/>
                    </a:ext>
                  </a:extLst>
                </a:gridCol>
                <a:gridCol w="729342">
                  <a:extLst>
                    <a:ext uri="{9D8B030D-6E8A-4147-A177-3AD203B41FA5}">
                      <a16:colId xmlns:a16="http://schemas.microsoft.com/office/drawing/2014/main" val="79060739"/>
                    </a:ext>
                  </a:extLst>
                </a:gridCol>
                <a:gridCol w="729342">
                  <a:extLst>
                    <a:ext uri="{9D8B030D-6E8A-4147-A177-3AD203B41FA5}">
                      <a16:colId xmlns:a16="http://schemas.microsoft.com/office/drawing/2014/main" val="1051241876"/>
                    </a:ext>
                  </a:extLst>
                </a:gridCol>
                <a:gridCol w="729342">
                  <a:extLst>
                    <a:ext uri="{9D8B030D-6E8A-4147-A177-3AD203B41FA5}">
                      <a16:colId xmlns:a16="http://schemas.microsoft.com/office/drawing/2014/main" val="2748423480"/>
                    </a:ext>
                  </a:extLst>
                </a:gridCol>
              </a:tblGrid>
              <a:tr h="297983">
                <a:tc>
                  <a:txBody>
                    <a:bodyPr/>
                    <a:lstStyle/>
                    <a:p>
                      <a:r>
                        <a:rPr lang="en-US" sz="900" dirty="0"/>
                        <a:t>29 Aug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5 Sept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12 Sept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19 Sept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26 Sept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3 Oct</a:t>
                      </a:r>
                      <a:endParaRPr lang="en-US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10 Oct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17 Oct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24 Oct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31 Oct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7 Nov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14 Nov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21 Nov</a:t>
                      </a:r>
                      <a:br>
                        <a:rPr lang="en-US" sz="900" dirty="0"/>
                      </a:br>
                      <a:r>
                        <a:rPr lang="en-US" sz="600" b="0" dirty="0"/>
                        <a:t>(Thanksgiving)</a:t>
                      </a:r>
                      <a:endParaRPr lang="en-US" sz="9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28 Nov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5 Dec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12 Dec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6008466"/>
                  </a:ext>
                </a:extLst>
              </a:tr>
              <a:tr h="28412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dirty="0"/>
                        <a:t>Sergio Time: 4 </a:t>
                      </a:r>
                      <a:r>
                        <a:rPr lang="en-US" sz="900" dirty="0" err="1"/>
                        <a:t>hrs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dirty="0"/>
                        <a:t>4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 dirty="0">
                          <a:latin typeface="Franklin Gothic Book"/>
                        </a:rPr>
                        <a:t>4 hours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 dirty="0">
                          <a:latin typeface="Franklin Gothic Book"/>
                        </a:rPr>
                        <a:t>4 hours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 dirty="0">
                          <a:latin typeface="Franklin Gothic Book"/>
                        </a:rPr>
                        <a:t>4 hours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dirty="0"/>
                        <a:t>8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 dirty="0">
                          <a:latin typeface="Franklin Gothic Book"/>
                        </a:rPr>
                        <a:t>8 Hours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 dirty="0">
                          <a:latin typeface="Franklin Gothic Book"/>
                        </a:rPr>
                        <a:t>8 Hours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 dirty="0">
                          <a:latin typeface="Franklin Gothic Book"/>
                        </a:rPr>
                        <a:t>8 Hours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 dirty="0">
                          <a:latin typeface="Franklin Gothic Book"/>
                        </a:rPr>
                        <a:t>8 Hours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 dirty="0">
                          <a:latin typeface="Franklin Gothic Book"/>
                        </a:rPr>
                        <a:t>8 Hours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 dirty="0">
                          <a:latin typeface="Franklin Gothic Book"/>
                        </a:rPr>
                        <a:t>8 Hours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 dirty="0">
                          <a:latin typeface="Franklin Gothic Book"/>
                        </a:rPr>
                        <a:t>8 Hours</a:t>
                      </a:r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 dirty="0">
                          <a:latin typeface="Franklin Gothic Book"/>
                        </a:rPr>
                        <a:t>8 Hours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 dirty="0">
                          <a:latin typeface="Franklin Gothic Book"/>
                        </a:rPr>
                        <a:t>8 Hours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 dirty="0">
                          <a:latin typeface="Franklin Gothic Book"/>
                        </a:rPr>
                        <a:t>8 Hours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6362734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BF74328E-6FEC-B8D5-F30B-D08B9BED1D08}"/>
              </a:ext>
            </a:extLst>
          </p:cNvPr>
          <p:cNvSpPr/>
          <p:nvPr/>
        </p:nvSpPr>
        <p:spPr>
          <a:xfrm>
            <a:off x="10876497" y="183655"/>
            <a:ext cx="182880" cy="1828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74320" tIns="0" rIns="0" bIns="0" rtlCol="0" anchor="ctr"/>
          <a:lstStyle/>
          <a:p>
            <a:r>
              <a:rPr lang="en-US" sz="900" b="1" dirty="0">
                <a:solidFill>
                  <a:schemeClr val="tx1"/>
                </a:solidFill>
              </a:rPr>
              <a:t>Brand Services</a:t>
            </a:r>
            <a:br>
              <a:rPr lang="en-US" sz="900" b="1" dirty="0">
                <a:solidFill>
                  <a:schemeClr val="tx1"/>
                </a:solidFill>
              </a:rPr>
            </a:br>
            <a:r>
              <a:rPr lang="en-US" sz="900" dirty="0">
                <a:solidFill>
                  <a:schemeClr val="tx1"/>
                </a:solidFill>
              </a:rPr>
              <a:t>Found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FD8E1E-0425-DE87-50A9-13F68A752B99}"/>
              </a:ext>
            </a:extLst>
          </p:cNvPr>
          <p:cNvSpPr/>
          <p:nvPr/>
        </p:nvSpPr>
        <p:spPr>
          <a:xfrm>
            <a:off x="9579659" y="181637"/>
            <a:ext cx="182880" cy="182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74320" tIns="0" rIns="0" bIns="0" rtlCol="0" anchor="ctr"/>
          <a:lstStyle/>
          <a:p>
            <a:r>
              <a:rPr lang="en-US" sz="900" b="1" dirty="0">
                <a:solidFill>
                  <a:schemeClr val="tx1"/>
                </a:solidFill>
              </a:rPr>
              <a:t>Marketing Services</a:t>
            </a:r>
            <a:br>
              <a:rPr lang="en-US" sz="900" b="1" dirty="0">
                <a:solidFill>
                  <a:schemeClr val="tx1"/>
                </a:solidFill>
              </a:rPr>
            </a:br>
            <a:r>
              <a:rPr lang="en-US" sz="900" dirty="0">
                <a:solidFill>
                  <a:schemeClr val="tx1"/>
                </a:solidFill>
              </a:rPr>
              <a:t>The Launch Box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12F29C-D01C-D396-4EFF-6FBBECA431F2}"/>
              </a:ext>
            </a:extLst>
          </p:cNvPr>
          <p:cNvSpPr/>
          <p:nvPr/>
        </p:nvSpPr>
        <p:spPr>
          <a:xfrm>
            <a:off x="8282821" y="177482"/>
            <a:ext cx="182880" cy="182880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74320" tIns="0" rIns="0" bIns="0" rtlCol="0" anchor="ctr"/>
          <a:lstStyle/>
          <a:p>
            <a:r>
              <a:rPr lang="en-US" sz="900" b="1" dirty="0">
                <a:solidFill>
                  <a:schemeClr val="tx1"/>
                </a:solidFill>
              </a:rPr>
              <a:t>Strategic Advisory</a:t>
            </a:r>
            <a:br>
              <a:rPr lang="en-US" sz="900" b="1" dirty="0">
                <a:solidFill>
                  <a:schemeClr val="tx1"/>
                </a:solidFill>
              </a:rPr>
            </a:br>
            <a:r>
              <a:rPr lang="en-US" sz="900" dirty="0">
                <a:solidFill>
                  <a:schemeClr val="tx1"/>
                </a:solidFill>
              </a:rPr>
              <a:t>The Launch Box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022DEF-2DBD-92F6-B2CF-0FDFD3E52562}"/>
              </a:ext>
            </a:extLst>
          </p:cNvPr>
          <p:cNvSpPr txBox="1"/>
          <p:nvPr/>
        </p:nvSpPr>
        <p:spPr>
          <a:xfrm>
            <a:off x="138176" y="1254006"/>
            <a:ext cx="274320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45720" tIns="45720" rIns="4572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1800"/>
              </a:spcBef>
            </a:pPr>
            <a:r>
              <a:rPr lang="en-US" sz="1200" dirty="0">
                <a:solidFill>
                  <a:schemeClr val="accent2"/>
                </a:solidFill>
              </a:rPr>
              <a:t>Brand Discovery &amp; Definition</a:t>
            </a:r>
            <a:endParaRPr lang="en-US" sz="1800" dirty="0">
              <a:solidFill>
                <a:schemeClr val="accent2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7B58F26-956C-87E1-8BC1-9A9C0FE3513F}"/>
              </a:ext>
            </a:extLst>
          </p:cNvPr>
          <p:cNvSpPr txBox="1"/>
          <p:nvPr/>
        </p:nvSpPr>
        <p:spPr>
          <a:xfrm>
            <a:off x="152405" y="2546786"/>
            <a:ext cx="274320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45720" tIns="45720" rIns="4572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1800"/>
              </a:spcBef>
            </a:pPr>
            <a:r>
              <a:rPr lang="en-US" sz="1200" dirty="0">
                <a:solidFill>
                  <a:schemeClr val="accent2"/>
                </a:solidFill>
              </a:rPr>
              <a:t>Website &amp; Social Media Setup</a:t>
            </a:r>
            <a:endParaRPr lang="en-US" sz="1800" dirty="0">
              <a:solidFill>
                <a:schemeClr val="accent2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453E5D1-C28B-8A88-0564-385F701F7EBC}"/>
              </a:ext>
            </a:extLst>
          </p:cNvPr>
          <p:cNvSpPr txBox="1"/>
          <p:nvPr/>
        </p:nvSpPr>
        <p:spPr>
          <a:xfrm>
            <a:off x="151178" y="4426807"/>
            <a:ext cx="274320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45720" tIns="45720" rIns="4572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1800"/>
              </a:spcBef>
            </a:pPr>
            <a:r>
              <a:rPr lang="en-US" sz="1200" dirty="0">
                <a:solidFill>
                  <a:schemeClr val="accent2"/>
                </a:solidFill>
              </a:rPr>
              <a:t>Marketing Planning </a:t>
            </a:r>
            <a:endParaRPr lang="en-US" sz="1800" dirty="0">
              <a:solidFill>
                <a:schemeClr val="accent2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578F5DC-8063-8535-8D09-E1B78B179896}"/>
              </a:ext>
            </a:extLst>
          </p:cNvPr>
          <p:cNvSpPr txBox="1"/>
          <p:nvPr/>
        </p:nvSpPr>
        <p:spPr>
          <a:xfrm>
            <a:off x="152405" y="5621631"/>
            <a:ext cx="274320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45720" tIns="45720" rIns="4572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1800"/>
              </a:spcBef>
            </a:pPr>
            <a:r>
              <a:rPr lang="en-US" sz="1200" dirty="0">
                <a:solidFill>
                  <a:schemeClr val="accent2"/>
                </a:solidFill>
              </a:rPr>
              <a:t>Launch Activities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72D06E3-3A3F-8188-8962-DD0E9D75E5E6}"/>
              </a:ext>
            </a:extLst>
          </p:cNvPr>
          <p:cNvSpPr/>
          <p:nvPr/>
        </p:nvSpPr>
        <p:spPr>
          <a:xfrm>
            <a:off x="138176" y="4703806"/>
            <a:ext cx="1417159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274320" rIns="0" bIns="0" rtlCol="0" anchor="ctr"/>
          <a:lstStyle/>
          <a:p>
            <a:r>
              <a:rPr lang="en-US" sz="900" b="1" dirty="0">
                <a:solidFill>
                  <a:schemeClr val="tx1"/>
                </a:solidFill>
              </a:rPr>
              <a:t>TLB: Launch Timeline 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04180C7-81E6-E1BC-81A6-D51479B8F506}"/>
              </a:ext>
            </a:extLst>
          </p:cNvPr>
          <p:cNvSpPr/>
          <p:nvPr/>
        </p:nvSpPr>
        <p:spPr>
          <a:xfrm>
            <a:off x="152405" y="1534973"/>
            <a:ext cx="3632117" cy="480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274320" rIns="0" bIns="0" rtlCol="0" anchor="ctr"/>
          <a:lstStyle/>
          <a:p>
            <a:r>
              <a:rPr lang="en-US" sz="900" b="1" dirty="0">
                <a:solidFill>
                  <a:schemeClr val="tx1"/>
                </a:solidFill>
              </a:rPr>
              <a:t>TLB: Initial Identity Discovery and MVV Development </a:t>
            </a:r>
          </a:p>
        </p:txBody>
      </p:sp>
      <p:sp>
        <p:nvSpPr>
          <p:cNvPr id="49" name="Isosceles Triangle 48">
            <a:extLst>
              <a:ext uri="{FF2B5EF4-FFF2-40B4-BE49-F238E27FC236}">
                <a16:creationId xmlns:a16="http://schemas.microsoft.com/office/drawing/2014/main" id="{672F18BD-EE45-BB68-D3E0-7920DA9DE342}"/>
              </a:ext>
            </a:extLst>
          </p:cNvPr>
          <p:cNvSpPr/>
          <p:nvPr/>
        </p:nvSpPr>
        <p:spPr>
          <a:xfrm rot="16200000">
            <a:off x="43547" y="1487722"/>
            <a:ext cx="128186" cy="13755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endParaRPr lang="en-US" sz="2000" dirty="0">
              <a:solidFill>
                <a:schemeClr val="accent1"/>
              </a:solidFill>
            </a:endParaRPr>
          </a:p>
        </p:txBody>
      </p:sp>
      <p:sp>
        <p:nvSpPr>
          <p:cNvPr id="50" name="Isosceles Triangle 49">
            <a:extLst>
              <a:ext uri="{FF2B5EF4-FFF2-40B4-BE49-F238E27FC236}">
                <a16:creationId xmlns:a16="http://schemas.microsoft.com/office/drawing/2014/main" id="{A95A14CE-60B2-1BFF-C92E-AE769DBC0A65}"/>
              </a:ext>
            </a:extLst>
          </p:cNvPr>
          <p:cNvSpPr/>
          <p:nvPr/>
        </p:nvSpPr>
        <p:spPr>
          <a:xfrm rot="16200000">
            <a:off x="50497" y="4657890"/>
            <a:ext cx="128186" cy="13755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endParaRPr lang="en-US" sz="2000" dirty="0">
              <a:solidFill>
                <a:schemeClr val="accent1"/>
              </a:solidFill>
            </a:endParaRP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FD2EB57C-34BD-96A9-8FB5-10BA9F61BFB9}"/>
              </a:ext>
            </a:extLst>
          </p:cNvPr>
          <p:cNvCxnSpPr/>
          <p:nvPr/>
        </p:nvCxnSpPr>
        <p:spPr>
          <a:xfrm>
            <a:off x="10367720" y="1002368"/>
            <a:ext cx="19432" cy="57324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30A55C0E-C7A4-6867-B7A7-96DB44A99214}"/>
              </a:ext>
            </a:extLst>
          </p:cNvPr>
          <p:cNvSpPr/>
          <p:nvPr/>
        </p:nvSpPr>
        <p:spPr>
          <a:xfrm>
            <a:off x="6736277" y="1751405"/>
            <a:ext cx="2847663" cy="5419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274320" rIns="0" bIns="0" rtlCol="0" anchor="ctr"/>
          <a:lstStyle/>
          <a:p>
            <a:r>
              <a:rPr lang="en-US" sz="900" b="1" dirty="0">
                <a:solidFill>
                  <a:schemeClr val="tx1"/>
                </a:solidFill>
              </a:rPr>
              <a:t>Found: Brand Identity &amp; Visual Design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1404BFB-0459-6FDA-6DBD-CC6EE1532EB1}"/>
              </a:ext>
            </a:extLst>
          </p:cNvPr>
          <p:cNvSpPr/>
          <p:nvPr/>
        </p:nvSpPr>
        <p:spPr>
          <a:xfrm>
            <a:off x="8995432" y="3119937"/>
            <a:ext cx="146867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274320" rIns="0" bIns="0" rtlCol="0" anchor="ctr"/>
          <a:lstStyle/>
          <a:p>
            <a:r>
              <a:rPr lang="en-US" sz="900" b="1" dirty="0">
                <a:solidFill>
                  <a:schemeClr val="tx1"/>
                </a:solidFill>
              </a:rPr>
              <a:t>Found: Website Architecture &amp; Content Advisory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AE0E3DC-AB59-85B9-2B56-FE65B3160F43}"/>
              </a:ext>
            </a:extLst>
          </p:cNvPr>
          <p:cNvSpPr/>
          <p:nvPr/>
        </p:nvSpPr>
        <p:spPr>
          <a:xfrm>
            <a:off x="864197" y="1908373"/>
            <a:ext cx="4398967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274320" rIns="0" bIns="0" rtlCol="0" anchor="ctr"/>
          <a:lstStyle/>
          <a:p>
            <a:r>
              <a:rPr lang="en-US" sz="900" b="1" dirty="0">
                <a:solidFill>
                  <a:schemeClr val="tx1"/>
                </a:solidFill>
              </a:rPr>
              <a:t>TLB: Naming Exercise and Legal Name Checks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3526346-F6D7-0AEC-6BEF-D3ACD21C7B9F}"/>
              </a:ext>
            </a:extLst>
          </p:cNvPr>
          <p:cNvSpPr/>
          <p:nvPr/>
        </p:nvSpPr>
        <p:spPr>
          <a:xfrm>
            <a:off x="7488675" y="3611938"/>
            <a:ext cx="221309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274320" rIns="0" bIns="0" rtlCol="0" anchor="ctr"/>
          <a:lstStyle/>
          <a:p>
            <a:r>
              <a:rPr lang="en-US" sz="900" b="1" dirty="0">
                <a:solidFill>
                  <a:schemeClr val="tx1"/>
                </a:solidFill>
              </a:rPr>
              <a:t>TLB: Social Media Strategy &amp; Process, Templates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7815958-053A-1AB9-79CB-DE1792518A8C}"/>
              </a:ext>
            </a:extLst>
          </p:cNvPr>
          <p:cNvSpPr/>
          <p:nvPr/>
        </p:nvSpPr>
        <p:spPr>
          <a:xfrm>
            <a:off x="10460497" y="3898911"/>
            <a:ext cx="182880" cy="182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74320" tIns="0" rIns="0" bIns="0" rtlCol="0" anchor="ctr"/>
          <a:lstStyle/>
          <a:p>
            <a:r>
              <a:rPr lang="en-US" sz="900" b="1" dirty="0">
                <a:solidFill>
                  <a:schemeClr val="tx1"/>
                </a:solidFill>
              </a:rPr>
              <a:t>LinkedIn Page LAUNCH</a:t>
            </a:r>
            <a:br>
              <a:rPr lang="en-US" sz="900" b="1" dirty="0">
                <a:solidFill>
                  <a:schemeClr val="tx1"/>
                </a:solidFill>
              </a:rPr>
            </a:br>
            <a:r>
              <a:rPr lang="en-US" sz="900" dirty="0">
                <a:solidFill>
                  <a:schemeClr val="tx1"/>
                </a:solidFill>
              </a:rPr>
              <a:t>TLB – Dec 2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FF58AE9-B021-8FB1-A972-D1ADDFE04E92}"/>
              </a:ext>
            </a:extLst>
          </p:cNvPr>
          <p:cNvSpPr/>
          <p:nvPr/>
        </p:nvSpPr>
        <p:spPr>
          <a:xfrm>
            <a:off x="8935874" y="3898911"/>
            <a:ext cx="1531998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274320" rIns="0" bIns="0" rtlCol="0" anchor="ctr"/>
          <a:lstStyle/>
          <a:p>
            <a:r>
              <a:rPr lang="en-US" sz="900" b="1" dirty="0">
                <a:solidFill>
                  <a:schemeClr val="tx1"/>
                </a:solidFill>
              </a:rPr>
              <a:t>TLB: LI Page </a:t>
            </a:r>
            <a:r>
              <a:rPr lang="en-US" sz="900" b="1" dirty="0" err="1">
                <a:solidFill>
                  <a:schemeClr val="tx1"/>
                </a:solidFill>
              </a:rPr>
              <a:t>SetUp</a:t>
            </a:r>
            <a:endParaRPr lang="en-US" sz="900" b="1" dirty="0">
              <a:solidFill>
                <a:schemeClr val="tx1"/>
              </a:solidFill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F25677CD-9E72-3048-E72E-36D0C891A982}"/>
              </a:ext>
            </a:extLst>
          </p:cNvPr>
          <p:cNvSpPr/>
          <p:nvPr/>
        </p:nvSpPr>
        <p:spPr>
          <a:xfrm>
            <a:off x="6023696" y="2973111"/>
            <a:ext cx="2144836" cy="5536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274320" rIns="0" bIns="0" rtlCol="0" anchor="ctr"/>
          <a:lstStyle/>
          <a:p>
            <a:r>
              <a:rPr lang="en-US" sz="900" b="1" dirty="0">
                <a:solidFill>
                  <a:schemeClr val="tx1"/>
                </a:solidFill>
              </a:rPr>
              <a:t>TLB + Sergio: Create Web Content for Splash Page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C7DB62E-426C-7F77-9555-01E0CF75A31B}"/>
              </a:ext>
            </a:extLst>
          </p:cNvPr>
          <p:cNvSpPr/>
          <p:nvPr/>
        </p:nvSpPr>
        <p:spPr>
          <a:xfrm>
            <a:off x="8994532" y="3347581"/>
            <a:ext cx="2854451" cy="5479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274320" rIns="0" bIns="0" rtlCol="0" anchor="ctr"/>
          <a:lstStyle/>
          <a:p>
            <a:r>
              <a:rPr lang="en-US" sz="900" b="1" dirty="0">
                <a:solidFill>
                  <a:schemeClr val="tx1"/>
                </a:solidFill>
              </a:rPr>
              <a:t>TLB: Create Web Content for Full Site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CB8C2067-F4BF-5D3A-EEA8-0E93653FBD98}"/>
              </a:ext>
            </a:extLst>
          </p:cNvPr>
          <p:cNvSpPr/>
          <p:nvPr/>
        </p:nvSpPr>
        <p:spPr>
          <a:xfrm>
            <a:off x="8216758" y="2707469"/>
            <a:ext cx="2251689" cy="8430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274320" rIns="0" bIns="0" rtlCol="0" anchor="ctr"/>
          <a:lstStyle/>
          <a:p>
            <a:r>
              <a:rPr lang="en-US" sz="900" b="1" dirty="0">
                <a:solidFill>
                  <a:schemeClr val="tx1"/>
                </a:solidFill>
              </a:rPr>
              <a:t>Found: Splash Page Dev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EB77EA56-74B9-CEF7-E061-FA39E082E5E3}"/>
              </a:ext>
            </a:extLst>
          </p:cNvPr>
          <p:cNvSpPr/>
          <p:nvPr/>
        </p:nvSpPr>
        <p:spPr>
          <a:xfrm>
            <a:off x="10451426" y="2609202"/>
            <a:ext cx="182880" cy="1828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74320" tIns="0" rIns="0" bIns="0" rtlCol="0" anchor="ctr"/>
          <a:lstStyle/>
          <a:p>
            <a:r>
              <a:rPr lang="en-US" sz="900" b="1" dirty="0">
                <a:solidFill>
                  <a:schemeClr val="tx1"/>
                </a:solidFill>
              </a:rPr>
              <a:t>Splash Page LAUNCH</a:t>
            </a:r>
            <a:br>
              <a:rPr lang="en-US" sz="900" b="1" dirty="0">
                <a:solidFill>
                  <a:schemeClr val="tx1"/>
                </a:solidFill>
              </a:rPr>
            </a:br>
            <a:r>
              <a:rPr lang="en-US" sz="900" dirty="0">
                <a:solidFill>
                  <a:schemeClr val="tx1"/>
                </a:solidFill>
              </a:rPr>
              <a:t>Found – Dec 2</a:t>
            </a:r>
          </a:p>
        </p:txBody>
      </p:sp>
      <p:sp>
        <p:nvSpPr>
          <p:cNvPr id="64" name="Isosceles Triangle 63">
            <a:extLst>
              <a:ext uri="{FF2B5EF4-FFF2-40B4-BE49-F238E27FC236}">
                <a16:creationId xmlns:a16="http://schemas.microsoft.com/office/drawing/2014/main" id="{60614F26-0717-476B-03D3-5814FF47ECBA}"/>
              </a:ext>
            </a:extLst>
          </p:cNvPr>
          <p:cNvSpPr/>
          <p:nvPr/>
        </p:nvSpPr>
        <p:spPr>
          <a:xfrm rot="5400000">
            <a:off x="11826563" y="3305837"/>
            <a:ext cx="128186" cy="13755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endParaRPr lang="en-US" sz="2000" dirty="0">
              <a:solidFill>
                <a:schemeClr val="accent1"/>
              </a:solidFill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DFAB4D5A-9E4B-AC7C-1F18-23FF51A7520E}"/>
              </a:ext>
            </a:extLst>
          </p:cNvPr>
          <p:cNvSpPr/>
          <p:nvPr/>
        </p:nvSpPr>
        <p:spPr>
          <a:xfrm>
            <a:off x="867489" y="5002197"/>
            <a:ext cx="5810158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274320" rIns="0" bIns="0" rtlCol="0" anchor="ctr"/>
          <a:lstStyle/>
          <a:p>
            <a:r>
              <a:rPr lang="en-US" sz="900" b="1" dirty="0">
                <a:solidFill>
                  <a:schemeClr val="tx1"/>
                </a:solidFill>
              </a:rPr>
              <a:t>TLB: Marketing Plan, Strategy, Function &amp; Budget Development, Calendar, Buyer Personas, Buyer’s Journey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8B1C39CD-ECE9-C74D-4179-E6030A477145}"/>
              </a:ext>
            </a:extLst>
          </p:cNvPr>
          <p:cNvSpPr/>
          <p:nvPr/>
        </p:nvSpPr>
        <p:spPr>
          <a:xfrm>
            <a:off x="6697079" y="5272187"/>
            <a:ext cx="2226239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274320" rIns="0" bIns="0" rtlCol="0" anchor="ctr"/>
          <a:lstStyle/>
          <a:p>
            <a:r>
              <a:rPr lang="en-US" sz="900" b="1" dirty="0">
                <a:solidFill>
                  <a:schemeClr val="tx1"/>
                </a:solidFill>
              </a:rPr>
              <a:t>TLB: Content Marketing Strategy Development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095DAEBD-DCD7-5977-C58A-B4786ACAF35C}"/>
              </a:ext>
            </a:extLst>
          </p:cNvPr>
          <p:cNvSpPr/>
          <p:nvPr/>
        </p:nvSpPr>
        <p:spPr>
          <a:xfrm>
            <a:off x="7436985" y="4536676"/>
            <a:ext cx="2173951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274320" rIns="0" bIns="0" rtlCol="0" anchor="ctr"/>
          <a:lstStyle/>
          <a:p>
            <a:r>
              <a:rPr lang="en-US" sz="900" b="1" dirty="0">
                <a:solidFill>
                  <a:schemeClr val="tx1"/>
                </a:solidFill>
              </a:rPr>
              <a:t>TLB: HubSpot Sign Up &amp; Setup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F5AFB4F-942D-8254-7E9B-DF8769DBAAE5}"/>
              </a:ext>
            </a:extLst>
          </p:cNvPr>
          <p:cNvSpPr/>
          <p:nvPr/>
        </p:nvSpPr>
        <p:spPr>
          <a:xfrm>
            <a:off x="7436985" y="4917346"/>
            <a:ext cx="2193383" cy="5662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274320" rIns="0" bIns="0" rtlCol="0" anchor="ctr"/>
          <a:lstStyle/>
          <a:p>
            <a:r>
              <a:rPr lang="en-US" sz="900" b="1" dirty="0">
                <a:solidFill>
                  <a:schemeClr val="tx1"/>
                </a:solidFill>
              </a:rPr>
              <a:t>TLB: ZoomInfo Target List Building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67A0C10A-C143-74B6-C99E-11F1C559D202}"/>
              </a:ext>
            </a:extLst>
          </p:cNvPr>
          <p:cNvSpPr/>
          <p:nvPr/>
        </p:nvSpPr>
        <p:spPr>
          <a:xfrm>
            <a:off x="9631428" y="1452428"/>
            <a:ext cx="215757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274320" rIns="0" bIns="0" rtlCol="0" anchor="ctr"/>
          <a:lstStyle/>
          <a:p>
            <a:r>
              <a:rPr lang="en-US" sz="900" b="1" dirty="0">
                <a:solidFill>
                  <a:schemeClr val="tx1"/>
                </a:solidFill>
              </a:rPr>
              <a:t>Found: Marketing / BD / Deliverable Templates, </a:t>
            </a:r>
            <a:br>
              <a:rPr lang="en-US" sz="900" b="1" dirty="0">
                <a:solidFill>
                  <a:schemeClr val="tx1"/>
                </a:solidFill>
              </a:rPr>
            </a:br>
            <a:r>
              <a:rPr lang="en-US" sz="900" b="1" dirty="0">
                <a:solidFill>
                  <a:schemeClr val="tx1"/>
                </a:solidFill>
              </a:rPr>
              <a:t>             Graphic Standards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6F9BE9C8-8F76-331D-0FE9-FEB61920503C}"/>
              </a:ext>
            </a:extLst>
          </p:cNvPr>
          <p:cNvSpPr/>
          <p:nvPr/>
        </p:nvSpPr>
        <p:spPr>
          <a:xfrm>
            <a:off x="3799455" y="2125015"/>
            <a:ext cx="6583686" cy="45719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274320" rIns="0" bIns="0" rtlCol="0" anchor="ctr"/>
          <a:lstStyle/>
          <a:p>
            <a:r>
              <a:rPr lang="en-US" sz="900" b="1" dirty="0">
                <a:solidFill>
                  <a:schemeClr val="tx1"/>
                </a:solidFill>
              </a:rPr>
              <a:t>TLB: Advise/Assist/Review On Visual Design, Website, Marketing / BD / Deliverable Templates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C89C07A0-86C3-4DA0-EB45-7C86626A6935}"/>
              </a:ext>
            </a:extLst>
          </p:cNvPr>
          <p:cNvSpPr/>
          <p:nvPr/>
        </p:nvSpPr>
        <p:spPr>
          <a:xfrm>
            <a:off x="9610936" y="5253845"/>
            <a:ext cx="2210940" cy="45719"/>
          </a:xfrm>
          <a:prstGeom prst="rect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lIns="0" tIns="274320" rIns="0" bIns="0" rtlCol="0" anchor="ctr"/>
          <a:lstStyle/>
          <a:p>
            <a:r>
              <a:rPr lang="en-US" sz="900" b="1" dirty="0">
                <a:solidFill>
                  <a:schemeClr val="tx1"/>
                </a:solidFill>
              </a:rPr>
              <a:t>TBD: Article/Content Development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BB0411EF-92C9-0210-D323-A76F037E11AD}"/>
              </a:ext>
            </a:extLst>
          </p:cNvPr>
          <p:cNvSpPr/>
          <p:nvPr/>
        </p:nvSpPr>
        <p:spPr>
          <a:xfrm>
            <a:off x="10628635" y="4184394"/>
            <a:ext cx="1193246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274320" rIns="0" bIns="0" rtlCol="0" anchor="ctr"/>
          <a:lstStyle/>
          <a:p>
            <a:r>
              <a:rPr lang="en-US" sz="900" b="1" dirty="0">
                <a:solidFill>
                  <a:schemeClr val="tx1"/>
                </a:solidFill>
              </a:rPr>
              <a:t>TLB: Efforts to Grow LI Followers</a:t>
            </a:r>
          </a:p>
        </p:txBody>
      </p:sp>
      <p:sp>
        <p:nvSpPr>
          <p:cNvPr id="74" name="Isosceles Triangle 73">
            <a:extLst>
              <a:ext uri="{FF2B5EF4-FFF2-40B4-BE49-F238E27FC236}">
                <a16:creationId xmlns:a16="http://schemas.microsoft.com/office/drawing/2014/main" id="{0929A2D6-B386-59BB-4BD1-7A887AC92EEB}"/>
              </a:ext>
            </a:extLst>
          </p:cNvPr>
          <p:cNvSpPr/>
          <p:nvPr/>
        </p:nvSpPr>
        <p:spPr>
          <a:xfrm rot="5400000">
            <a:off x="11826558" y="4124585"/>
            <a:ext cx="128186" cy="13755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endParaRPr lang="en-US" sz="2000" dirty="0">
              <a:solidFill>
                <a:schemeClr val="accent1"/>
              </a:solidFill>
            </a:endParaRPr>
          </a:p>
        </p:txBody>
      </p:sp>
      <p:sp>
        <p:nvSpPr>
          <p:cNvPr id="75" name="Isosceles Triangle 74">
            <a:extLst>
              <a:ext uri="{FF2B5EF4-FFF2-40B4-BE49-F238E27FC236}">
                <a16:creationId xmlns:a16="http://schemas.microsoft.com/office/drawing/2014/main" id="{9EDD58DE-8734-2E91-2E4B-C4EA3EF2182D}"/>
              </a:ext>
            </a:extLst>
          </p:cNvPr>
          <p:cNvSpPr/>
          <p:nvPr/>
        </p:nvSpPr>
        <p:spPr>
          <a:xfrm rot="5400000">
            <a:off x="11826558" y="5206573"/>
            <a:ext cx="128186" cy="137550"/>
          </a:xfrm>
          <a:prstGeom prst="triangle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endParaRPr lang="en-US" sz="2000" dirty="0">
              <a:solidFill>
                <a:schemeClr val="accent1"/>
              </a:solidFill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E7CE927B-6FC5-9DA2-3271-95B814A68711}"/>
              </a:ext>
            </a:extLst>
          </p:cNvPr>
          <p:cNvSpPr/>
          <p:nvPr/>
        </p:nvSpPr>
        <p:spPr>
          <a:xfrm>
            <a:off x="10458801" y="2883701"/>
            <a:ext cx="146867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274320" rIns="0" bIns="0" rtlCol="0" anchor="ctr"/>
          <a:lstStyle/>
          <a:p>
            <a:r>
              <a:rPr lang="en-US" sz="900" b="1" dirty="0">
                <a:solidFill>
                  <a:schemeClr val="tx1"/>
                </a:solidFill>
              </a:rPr>
              <a:t>Found: Full Website Dev</a:t>
            </a:r>
          </a:p>
        </p:txBody>
      </p:sp>
      <p:sp>
        <p:nvSpPr>
          <p:cNvPr id="77" name="Isosceles Triangle 76">
            <a:extLst>
              <a:ext uri="{FF2B5EF4-FFF2-40B4-BE49-F238E27FC236}">
                <a16:creationId xmlns:a16="http://schemas.microsoft.com/office/drawing/2014/main" id="{D9569FC7-2AB2-C554-DBDE-4F0D306A5DB4}"/>
              </a:ext>
            </a:extLst>
          </p:cNvPr>
          <p:cNvSpPr/>
          <p:nvPr/>
        </p:nvSpPr>
        <p:spPr>
          <a:xfrm rot="5400000">
            <a:off x="11841413" y="2835570"/>
            <a:ext cx="128186" cy="137550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endParaRPr lang="en-US" sz="2000" dirty="0">
              <a:solidFill>
                <a:schemeClr val="accent1"/>
              </a:solidFill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C4D73252-002D-A9B6-C709-CE994E810720}"/>
              </a:ext>
            </a:extLst>
          </p:cNvPr>
          <p:cNvSpPr/>
          <p:nvPr/>
        </p:nvSpPr>
        <p:spPr>
          <a:xfrm>
            <a:off x="9610936" y="4539524"/>
            <a:ext cx="2210945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274320" rIns="0" bIns="0" rtlCol="0" anchor="ctr"/>
          <a:lstStyle/>
          <a:p>
            <a:r>
              <a:rPr lang="en-US" sz="900" b="1" dirty="0">
                <a:solidFill>
                  <a:schemeClr val="tx1"/>
                </a:solidFill>
              </a:rPr>
              <a:t>TLB: Initial Campaign Planning 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38F82FA4-7587-E8C1-64EE-B7989E4F4F35}"/>
              </a:ext>
            </a:extLst>
          </p:cNvPr>
          <p:cNvSpPr/>
          <p:nvPr/>
        </p:nvSpPr>
        <p:spPr>
          <a:xfrm>
            <a:off x="10424840" y="5680386"/>
            <a:ext cx="1370455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274320" rIns="0" bIns="0" rtlCol="0" anchor="ctr"/>
          <a:lstStyle/>
          <a:p>
            <a:r>
              <a:rPr lang="en-US" sz="900" b="1" dirty="0">
                <a:solidFill>
                  <a:schemeClr val="tx1"/>
                </a:solidFill>
              </a:rPr>
              <a:t>TLB: Teaser messages?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17F56D9D-F900-AD03-51FE-29144946C4EE}"/>
              </a:ext>
            </a:extLst>
          </p:cNvPr>
          <p:cNvSpPr/>
          <p:nvPr/>
        </p:nvSpPr>
        <p:spPr>
          <a:xfrm>
            <a:off x="10421974" y="5942539"/>
            <a:ext cx="1370455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274320" rIns="0" bIns="0" rtlCol="0" anchor="ctr"/>
          <a:lstStyle/>
          <a:p>
            <a:r>
              <a:rPr lang="en-US" sz="900" b="1" dirty="0">
                <a:solidFill>
                  <a:schemeClr val="tx1"/>
                </a:solidFill>
              </a:rPr>
              <a:t>TLB: Social posts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5158F889-CE8E-B34B-01B2-0EEF206A1C77}"/>
              </a:ext>
            </a:extLst>
          </p:cNvPr>
          <p:cNvSpPr/>
          <p:nvPr/>
        </p:nvSpPr>
        <p:spPr>
          <a:xfrm>
            <a:off x="10451420" y="4923700"/>
            <a:ext cx="1370455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274320" rIns="0" bIns="0" rtlCol="0" anchor="ctr"/>
          <a:lstStyle/>
          <a:p>
            <a:r>
              <a:rPr lang="en-US" sz="900" b="1" dirty="0">
                <a:solidFill>
                  <a:schemeClr val="tx1"/>
                </a:solidFill>
              </a:rPr>
              <a:t>TLB: Direct Outreach &amp; Intros</a:t>
            </a:r>
          </a:p>
        </p:txBody>
      </p:sp>
      <p:sp>
        <p:nvSpPr>
          <p:cNvPr id="83" name="Isosceles Triangle 82">
            <a:extLst>
              <a:ext uri="{FF2B5EF4-FFF2-40B4-BE49-F238E27FC236}">
                <a16:creationId xmlns:a16="http://schemas.microsoft.com/office/drawing/2014/main" id="{1E29D886-0B34-BCCB-8092-42828C71769C}"/>
              </a:ext>
            </a:extLst>
          </p:cNvPr>
          <p:cNvSpPr/>
          <p:nvPr/>
        </p:nvSpPr>
        <p:spPr>
          <a:xfrm rot="5400000">
            <a:off x="11801694" y="4876284"/>
            <a:ext cx="128186" cy="13755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endParaRPr lang="en-US" sz="2000" dirty="0">
              <a:solidFill>
                <a:schemeClr val="accent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C0B28B-0F63-BCC5-5C94-DFC29B1B0635}"/>
              </a:ext>
            </a:extLst>
          </p:cNvPr>
          <p:cNvSpPr/>
          <p:nvPr/>
        </p:nvSpPr>
        <p:spPr>
          <a:xfrm>
            <a:off x="8962244" y="4172319"/>
            <a:ext cx="1531998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274320" rIns="0" bIns="0" rtlCol="0" anchor="ctr"/>
          <a:lstStyle/>
          <a:p>
            <a:r>
              <a:rPr lang="en-US" sz="900" b="1" dirty="0">
                <a:solidFill>
                  <a:schemeClr val="tx1"/>
                </a:solidFill>
              </a:rPr>
              <a:t>TLB: Personal LI Page Messaging</a:t>
            </a:r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D3523A03-B938-E2D8-32E1-BB5F6A62D688}"/>
              </a:ext>
            </a:extLst>
          </p:cNvPr>
          <p:cNvSpPr/>
          <p:nvPr/>
        </p:nvSpPr>
        <p:spPr>
          <a:xfrm rot="5400000">
            <a:off x="11801694" y="5629423"/>
            <a:ext cx="128186" cy="13755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endParaRPr lang="en-US" sz="2000" dirty="0">
              <a:solidFill>
                <a:schemeClr val="accent1"/>
              </a:solidFill>
            </a:endParaRPr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D00FCD64-80E6-9242-687A-29EF9574B4AB}"/>
              </a:ext>
            </a:extLst>
          </p:cNvPr>
          <p:cNvSpPr/>
          <p:nvPr/>
        </p:nvSpPr>
        <p:spPr>
          <a:xfrm rot="5400000">
            <a:off x="11801693" y="5895237"/>
            <a:ext cx="128186" cy="13755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endParaRPr lang="en-US" sz="20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96141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70BFA0C7-F9CE-457F-9C23-0703836EEFCE}"/>
              </a:ext>
            </a:extLst>
          </p:cNvPr>
          <p:cNvSpPr/>
          <p:nvPr/>
        </p:nvSpPr>
        <p:spPr>
          <a:xfrm>
            <a:off x="-1809" y="4562525"/>
            <a:ext cx="12195618" cy="16087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endParaRPr lang="en-US" sz="2000" dirty="0">
              <a:solidFill>
                <a:schemeClr val="accent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F822B58-B7E5-4C9E-BFCE-A3001B782A43}"/>
              </a:ext>
            </a:extLst>
          </p:cNvPr>
          <p:cNvSpPr/>
          <p:nvPr/>
        </p:nvSpPr>
        <p:spPr>
          <a:xfrm>
            <a:off x="0" y="1715313"/>
            <a:ext cx="12192000" cy="12585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endParaRPr lang="en-US" sz="2000" dirty="0">
              <a:solidFill>
                <a:schemeClr val="accen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19F171-2CD4-4093-AE8C-E2134A0E5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 Dev </a:t>
            </a:r>
            <a:r>
              <a:rPr lang="en-US" dirty="0" err="1"/>
              <a:t>NewCo</a:t>
            </a:r>
            <a:r>
              <a:rPr lang="en-US" dirty="0"/>
              <a:t> - LAUNCH timeline (</a:t>
            </a:r>
            <a:r>
              <a:rPr lang="en-US" dirty="0">
                <a:highlight>
                  <a:srgbClr val="FFFF00"/>
                </a:highlight>
              </a:rPr>
              <a:t>FULL launch 2023</a:t>
            </a:r>
            <a:r>
              <a:rPr lang="en-US" dirty="0"/>
              <a:t>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94F5CF-8A16-4B58-8992-A483EDDA1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467E5-96C8-4F49-8D65-1751A5E8BB3A}" type="datetime1">
              <a:rPr lang="en-US" smtClean="0"/>
              <a:t>12/5/2022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303131-3F44-467E-B8B1-3465284B0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2</a:t>
            </a:fld>
            <a:endParaRPr lang="en-US" dirty="0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CC0189AD-ECB7-4EDF-85D4-7CADBE2F11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7016335"/>
              </p:ext>
            </p:extLst>
          </p:nvPr>
        </p:nvGraphicFramePr>
        <p:xfrm>
          <a:off x="152404" y="596971"/>
          <a:ext cx="11669475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965">
                  <a:extLst>
                    <a:ext uri="{9D8B030D-6E8A-4147-A177-3AD203B41FA5}">
                      <a16:colId xmlns:a16="http://schemas.microsoft.com/office/drawing/2014/main" val="127742120"/>
                    </a:ext>
                  </a:extLst>
                </a:gridCol>
                <a:gridCol w="777965">
                  <a:extLst>
                    <a:ext uri="{9D8B030D-6E8A-4147-A177-3AD203B41FA5}">
                      <a16:colId xmlns:a16="http://schemas.microsoft.com/office/drawing/2014/main" val="2526978903"/>
                    </a:ext>
                  </a:extLst>
                </a:gridCol>
                <a:gridCol w="777965">
                  <a:extLst>
                    <a:ext uri="{9D8B030D-6E8A-4147-A177-3AD203B41FA5}">
                      <a16:colId xmlns:a16="http://schemas.microsoft.com/office/drawing/2014/main" val="2996607899"/>
                    </a:ext>
                  </a:extLst>
                </a:gridCol>
                <a:gridCol w="777965">
                  <a:extLst>
                    <a:ext uri="{9D8B030D-6E8A-4147-A177-3AD203B41FA5}">
                      <a16:colId xmlns:a16="http://schemas.microsoft.com/office/drawing/2014/main" val="4237270850"/>
                    </a:ext>
                  </a:extLst>
                </a:gridCol>
                <a:gridCol w="777965">
                  <a:extLst>
                    <a:ext uri="{9D8B030D-6E8A-4147-A177-3AD203B41FA5}">
                      <a16:colId xmlns:a16="http://schemas.microsoft.com/office/drawing/2014/main" val="82625684"/>
                    </a:ext>
                  </a:extLst>
                </a:gridCol>
                <a:gridCol w="777965">
                  <a:extLst>
                    <a:ext uri="{9D8B030D-6E8A-4147-A177-3AD203B41FA5}">
                      <a16:colId xmlns:a16="http://schemas.microsoft.com/office/drawing/2014/main" val="2419370094"/>
                    </a:ext>
                  </a:extLst>
                </a:gridCol>
                <a:gridCol w="777965">
                  <a:extLst>
                    <a:ext uri="{9D8B030D-6E8A-4147-A177-3AD203B41FA5}">
                      <a16:colId xmlns:a16="http://schemas.microsoft.com/office/drawing/2014/main" val="3838729751"/>
                    </a:ext>
                  </a:extLst>
                </a:gridCol>
                <a:gridCol w="777965">
                  <a:extLst>
                    <a:ext uri="{9D8B030D-6E8A-4147-A177-3AD203B41FA5}">
                      <a16:colId xmlns:a16="http://schemas.microsoft.com/office/drawing/2014/main" val="3519807517"/>
                    </a:ext>
                  </a:extLst>
                </a:gridCol>
                <a:gridCol w="777965">
                  <a:extLst>
                    <a:ext uri="{9D8B030D-6E8A-4147-A177-3AD203B41FA5}">
                      <a16:colId xmlns:a16="http://schemas.microsoft.com/office/drawing/2014/main" val="3450966095"/>
                    </a:ext>
                  </a:extLst>
                </a:gridCol>
                <a:gridCol w="777965">
                  <a:extLst>
                    <a:ext uri="{9D8B030D-6E8A-4147-A177-3AD203B41FA5}">
                      <a16:colId xmlns:a16="http://schemas.microsoft.com/office/drawing/2014/main" val="2115076341"/>
                    </a:ext>
                  </a:extLst>
                </a:gridCol>
                <a:gridCol w="777965">
                  <a:extLst>
                    <a:ext uri="{9D8B030D-6E8A-4147-A177-3AD203B41FA5}">
                      <a16:colId xmlns:a16="http://schemas.microsoft.com/office/drawing/2014/main" val="3658403074"/>
                    </a:ext>
                  </a:extLst>
                </a:gridCol>
                <a:gridCol w="777965">
                  <a:extLst>
                    <a:ext uri="{9D8B030D-6E8A-4147-A177-3AD203B41FA5}">
                      <a16:colId xmlns:a16="http://schemas.microsoft.com/office/drawing/2014/main" val="2082908942"/>
                    </a:ext>
                  </a:extLst>
                </a:gridCol>
                <a:gridCol w="777965">
                  <a:extLst>
                    <a:ext uri="{9D8B030D-6E8A-4147-A177-3AD203B41FA5}">
                      <a16:colId xmlns:a16="http://schemas.microsoft.com/office/drawing/2014/main" val="161834065"/>
                    </a:ext>
                  </a:extLst>
                </a:gridCol>
                <a:gridCol w="777965">
                  <a:extLst>
                    <a:ext uri="{9D8B030D-6E8A-4147-A177-3AD203B41FA5}">
                      <a16:colId xmlns:a16="http://schemas.microsoft.com/office/drawing/2014/main" val="79060739"/>
                    </a:ext>
                  </a:extLst>
                </a:gridCol>
                <a:gridCol w="777965">
                  <a:extLst>
                    <a:ext uri="{9D8B030D-6E8A-4147-A177-3AD203B41FA5}">
                      <a16:colId xmlns:a16="http://schemas.microsoft.com/office/drawing/2014/main" val="1051241876"/>
                    </a:ext>
                  </a:extLst>
                </a:gridCol>
              </a:tblGrid>
              <a:tr h="335263">
                <a:tc>
                  <a:txBody>
                    <a:bodyPr/>
                    <a:lstStyle/>
                    <a:p>
                      <a:r>
                        <a:rPr lang="en-US" sz="900" dirty="0"/>
                        <a:t>19 Dec</a:t>
                      </a:r>
                      <a:br>
                        <a:rPr lang="en-US" sz="700" b="0" dirty="0"/>
                      </a:br>
                      <a:r>
                        <a:rPr lang="en-US" sz="700" b="0" dirty="0"/>
                        <a:t>(partial holiday)</a:t>
                      </a:r>
                      <a:endParaRPr lang="en-US" sz="9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26 Dec</a:t>
                      </a:r>
                      <a:br>
                        <a:rPr lang="en-US" sz="700" b="0" dirty="0"/>
                      </a:br>
                      <a:r>
                        <a:rPr lang="en-US" sz="700" b="0" dirty="0"/>
                        <a:t>(Holiday Week)</a:t>
                      </a:r>
                      <a:endParaRPr lang="en-US" sz="9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2 Jan</a:t>
                      </a:r>
                      <a:br>
                        <a:rPr lang="en-US" sz="700" b="0" dirty="0"/>
                      </a:br>
                      <a:r>
                        <a:rPr lang="en-US" sz="700" b="0" dirty="0"/>
                        <a:t>(partial holiday)</a:t>
                      </a:r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9 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16 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23 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30 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6 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13 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20 Feb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27 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6 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 dirty="0"/>
                        <a:t>13 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20 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27 Mar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6008466"/>
                  </a:ext>
                </a:extLst>
              </a:tr>
              <a:tr h="33526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 dirty="0">
                          <a:latin typeface="Franklin Gothic Book"/>
                        </a:rPr>
                        <a:t>Sergio </a:t>
                      </a:r>
                      <a:br>
                        <a:rPr lang="en-US" sz="900" b="0" i="0" u="none" strike="noStrike" noProof="0" dirty="0">
                          <a:latin typeface="Franklin Gothic Book"/>
                        </a:rPr>
                      </a:br>
                      <a:r>
                        <a:rPr lang="en-US" sz="900" b="0" i="0" u="none" strike="noStrike" noProof="0" dirty="0">
                          <a:latin typeface="Franklin Gothic Book"/>
                        </a:rPr>
                        <a:t>Time: 4 </a:t>
                      </a:r>
                      <a:r>
                        <a:rPr lang="en-US" sz="900" b="0" i="0" u="none" strike="noStrike" noProof="0" dirty="0" err="1">
                          <a:latin typeface="Franklin Gothic Book"/>
                        </a:rPr>
                        <a:t>hrs</a:t>
                      </a:r>
                      <a:endParaRPr lang="en-US" sz="900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dirty="0"/>
                        <a:t>0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dirty="0"/>
                        <a:t>4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 dirty="0">
                          <a:latin typeface="Franklin Gothic Book"/>
                        </a:rPr>
                        <a:t>8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 dirty="0">
                          <a:latin typeface="Franklin Gothic Book"/>
                        </a:rPr>
                        <a:t>8 hours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 dirty="0">
                          <a:latin typeface="Franklin Gothic Book"/>
                        </a:rPr>
                        <a:t>8 hours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 dirty="0">
                          <a:latin typeface="Franklin Gothic Book"/>
                        </a:rPr>
                        <a:t>4 hours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 dirty="0">
                          <a:latin typeface="Franklin Gothic Book"/>
                        </a:rPr>
                        <a:t>4 hours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 dirty="0">
                          <a:latin typeface="Franklin Gothic Book"/>
                        </a:rPr>
                        <a:t>4 hours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 dirty="0">
                          <a:latin typeface="Franklin Gothic Book"/>
                        </a:rPr>
                        <a:t>4 hours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 dirty="0">
                          <a:latin typeface="Franklin Gothic Book"/>
                        </a:rPr>
                        <a:t>4 hours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 dirty="0">
                          <a:latin typeface="Franklin Gothic Book"/>
                        </a:rPr>
                        <a:t>4 hours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 dirty="0">
                          <a:latin typeface="Franklin Gothic Book"/>
                        </a:rPr>
                        <a:t>4 hours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 dirty="0">
                          <a:latin typeface="Franklin Gothic Book"/>
                        </a:rPr>
                        <a:t>4 hours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 dirty="0">
                          <a:latin typeface="Franklin Gothic Book"/>
                        </a:rPr>
                        <a:t>4 hours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6809390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BF74328E-6FEC-B8D5-F30B-D08B9BED1D08}"/>
              </a:ext>
            </a:extLst>
          </p:cNvPr>
          <p:cNvSpPr/>
          <p:nvPr/>
        </p:nvSpPr>
        <p:spPr>
          <a:xfrm>
            <a:off x="10876497" y="183655"/>
            <a:ext cx="182880" cy="1828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74320" tIns="0" rIns="0" bIns="0" rtlCol="0" anchor="ctr"/>
          <a:lstStyle/>
          <a:p>
            <a:r>
              <a:rPr lang="en-US" sz="900" b="1" dirty="0">
                <a:solidFill>
                  <a:schemeClr val="tx1"/>
                </a:solidFill>
              </a:rPr>
              <a:t>Brand Services</a:t>
            </a:r>
            <a:br>
              <a:rPr lang="en-US" sz="900" b="1" dirty="0">
                <a:solidFill>
                  <a:schemeClr val="tx1"/>
                </a:solidFill>
              </a:rPr>
            </a:br>
            <a:r>
              <a:rPr lang="en-US" sz="900" dirty="0">
                <a:solidFill>
                  <a:schemeClr val="tx1"/>
                </a:solidFill>
              </a:rPr>
              <a:t>Found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FD8E1E-0425-DE87-50A9-13F68A752B99}"/>
              </a:ext>
            </a:extLst>
          </p:cNvPr>
          <p:cNvSpPr/>
          <p:nvPr/>
        </p:nvSpPr>
        <p:spPr>
          <a:xfrm>
            <a:off x="9579659" y="181637"/>
            <a:ext cx="182880" cy="182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74320" tIns="0" rIns="0" bIns="0" rtlCol="0" anchor="ctr"/>
          <a:lstStyle/>
          <a:p>
            <a:r>
              <a:rPr lang="en-US" sz="900" b="1" dirty="0">
                <a:solidFill>
                  <a:schemeClr val="tx1"/>
                </a:solidFill>
              </a:rPr>
              <a:t>Marketing Services</a:t>
            </a:r>
            <a:br>
              <a:rPr lang="en-US" sz="900" b="1" dirty="0">
                <a:solidFill>
                  <a:schemeClr val="tx1"/>
                </a:solidFill>
              </a:rPr>
            </a:br>
            <a:r>
              <a:rPr lang="en-US" sz="900" dirty="0">
                <a:solidFill>
                  <a:schemeClr val="tx1"/>
                </a:solidFill>
              </a:rPr>
              <a:t>The Launch Box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12F29C-D01C-D396-4EFF-6FBBECA431F2}"/>
              </a:ext>
            </a:extLst>
          </p:cNvPr>
          <p:cNvSpPr/>
          <p:nvPr/>
        </p:nvSpPr>
        <p:spPr>
          <a:xfrm>
            <a:off x="8282821" y="177482"/>
            <a:ext cx="182880" cy="182880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74320" tIns="0" rIns="0" bIns="0" rtlCol="0" anchor="ctr"/>
          <a:lstStyle/>
          <a:p>
            <a:r>
              <a:rPr lang="en-US" sz="900" b="1" dirty="0">
                <a:solidFill>
                  <a:schemeClr val="tx1"/>
                </a:solidFill>
              </a:rPr>
              <a:t>Strategic Advisory</a:t>
            </a:r>
            <a:br>
              <a:rPr lang="en-US" sz="900" b="1" dirty="0">
                <a:solidFill>
                  <a:schemeClr val="tx1"/>
                </a:solidFill>
              </a:rPr>
            </a:br>
            <a:r>
              <a:rPr lang="en-US" sz="900" dirty="0">
                <a:solidFill>
                  <a:schemeClr val="tx1"/>
                </a:solidFill>
              </a:rPr>
              <a:t>The Launch Box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022DEF-2DBD-92F6-B2CF-0FDFD3E52562}"/>
              </a:ext>
            </a:extLst>
          </p:cNvPr>
          <p:cNvSpPr txBox="1"/>
          <p:nvPr/>
        </p:nvSpPr>
        <p:spPr>
          <a:xfrm>
            <a:off x="147036" y="1324890"/>
            <a:ext cx="274320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45720" tIns="45720" rIns="4572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1800"/>
              </a:spcBef>
            </a:pPr>
            <a:r>
              <a:rPr lang="en-US" sz="1200" dirty="0">
                <a:solidFill>
                  <a:schemeClr val="accent2"/>
                </a:solidFill>
              </a:rPr>
              <a:t>Brand Discovery &amp; Definition</a:t>
            </a:r>
            <a:endParaRPr lang="en-US" sz="1800" dirty="0">
              <a:solidFill>
                <a:schemeClr val="accent2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7B58F26-956C-87E1-8BC1-9A9C0FE3513F}"/>
              </a:ext>
            </a:extLst>
          </p:cNvPr>
          <p:cNvSpPr txBox="1"/>
          <p:nvPr/>
        </p:nvSpPr>
        <p:spPr>
          <a:xfrm>
            <a:off x="152405" y="1726439"/>
            <a:ext cx="274320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45720" tIns="45720" rIns="4572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1800"/>
              </a:spcBef>
            </a:pPr>
            <a:r>
              <a:rPr lang="en-US" sz="1200" dirty="0">
                <a:solidFill>
                  <a:schemeClr val="accent2"/>
                </a:solidFill>
              </a:rPr>
              <a:t>Website &amp; Social Media</a:t>
            </a:r>
            <a:endParaRPr lang="en-US" sz="1800" dirty="0">
              <a:solidFill>
                <a:schemeClr val="accent2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453E5D1-C28B-8A88-0564-385F701F7EBC}"/>
              </a:ext>
            </a:extLst>
          </p:cNvPr>
          <p:cNvSpPr txBox="1"/>
          <p:nvPr/>
        </p:nvSpPr>
        <p:spPr>
          <a:xfrm>
            <a:off x="151178" y="3066275"/>
            <a:ext cx="274320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45720" tIns="45720" rIns="4572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1800"/>
              </a:spcBef>
            </a:pPr>
            <a:r>
              <a:rPr lang="en-US" sz="1200" dirty="0">
                <a:solidFill>
                  <a:schemeClr val="accent2"/>
                </a:solidFill>
              </a:rPr>
              <a:t>Marketing Planning </a:t>
            </a:r>
            <a:endParaRPr lang="en-US" sz="1800" dirty="0">
              <a:solidFill>
                <a:schemeClr val="accent2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578F5DC-8063-8535-8D09-E1B78B179896}"/>
              </a:ext>
            </a:extLst>
          </p:cNvPr>
          <p:cNvSpPr txBox="1"/>
          <p:nvPr/>
        </p:nvSpPr>
        <p:spPr>
          <a:xfrm>
            <a:off x="152405" y="4594289"/>
            <a:ext cx="274320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45720" tIns="45720" rIns="4572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1800"/>
              </a:spcBef>
            </a:pPr>
            <a:r>
              <a:rPr lang="en-US" sz="1200" dirty="0">
                <a:solidFill>
                  <a:schemeClr val="accent2"/>
                </a:solidFill>
              </a:rPr>
              <a:t>Launch Activities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FD2EB57C-34BD-96A9-8FB5-10BA9F61BFB9}"/>
              </a:ext>
            </a:extLst>
          </p:cNvPr>
          <p:cNvCxnSpPr/>
          <p:nvPr/>
        </p:nvCxnSpPr>
        <p:spPr>
          <a:xfrm>
            <a:off x="1707420" y="864287"/>
            <a:ext cx="19432" cy="57324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angle 59">
            <a:extLst>
              <a:ext uri="{FF2B5EF4-FFF2-40B4-BE49-F238E27FC236}">
                <a16:creationId xmlns:a16="http://schemas.microsoft.com/office/drawing/2014/main" id="{9C7DB62E-426C-7F77-9555-01E0CF75A31B}"/>
              </a:ext>
            </a:extLst>
          </p:cNvPr>
          <p:cNvSpPr/>
          <p:nvPr/>
        </p:nvSpPr>
        <p:spPr>
          <a:xfrm>
            <a:off x="189211" y="2003438"/>
            <a:ext cx="4611185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274320" rIns="0" bIns="0" rtlCol="0" anchor="ctr"/>
          <a:lstStyle/>
          <a:p>
            <a:r>
              <a:rPr lang="en-US" sz="900" b="1" dirty="0">
                <a:solidFill>
                  <a:schemeClr val="tx1"/>
                </a:solidFill>
              </a:rPr>
              <a:t>TLB: Continue Creation of Web Content for Full Site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C89C07A0-86C3-4DA0-EB45-7C86626A6935}"/>
              </a:ext>
            </a:extLst>
          </p:cNvPr>
          <p:cNvSpPr/>
          <p:nvPr/>
        </p:nvSpPr>
        <p:spPr>
          <a:xfrm>
            <a:off x="189211" y="3382080"/>
            <a:ext cx="4591752" cy="65919"/>
          </a:xfrm>
          <a:prstGeom prst="rect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lIns="0" tIns="274320" rIns="0" bIns="0" rtlCol="0" anchor="ctr"/>
          <a:lstStyle/>
          <a:p>
            <a:r>
              <a:rPr lang="en-US" sz="900" b="1" dirty="0">
                <a:solidFill>
                  <a:schemeClr val="tx1"/>
                </a:solidFill>
              </a:rPr>
              <a:t>TBD: Continue Article/Content Development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BB0411EF-92C9-0210-D323-A76F037E11AD}"/>
              </a:ext>
            </a:extLst>
          </p:cNvPr>
          <p:cNvSpPr/>
          <p:nvPr/>
        </p:nvSpPr>
        <p:spPr>
          <a:xfrm>
            <a:off x="189211" y="2679063"/>
            <a:ext cx="1163267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274320" rIns="0" bIns="0" rtlCol="0" anchor="ctr"/>
          <a:lstStyle/>
          <a:p>
            <a:r>
              <a:rPr lang="en-US" sz="900" b="1" dirty="0">
                <a:solidFill>
                  <a:schemeClr val="tx1"/>
                </a:solidFill>
              </a:rPr>
              <a:t>TLB: Continued Efforts to Grow LI Followers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2F4442-66B3-0D82-7BA7-88F3BDD53212}"/>
              </a:ext>
            </a:extLst>
          </p:cNvPr>
          <p:cNvSpPr/>
          <p:nvPr/>
        </p:nvSpPr>
        <p:spPr>
          <a:xfrm>
            <a:off x="189211" y="2326156"/>
            <a:ext cx="459175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274320" rIns="0" bIns="0" rtlCol="0" anchor="ctr"/>
          <a:lstStyle/>
          <a:p>
            <a:r>
              <a:rPr lang="en-US" sz="900" b="1" dirty="0">
                <a:solidFill>
                  <a:schemeClr val="tx1"/>
                </a:solidFill>
              </a:rPr>
              <a:t>Found: Full Website Dev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DD2A93-F141-F601-8FB7-A38C2D5A47FE}"/>
              </a:ext>
            </a:extLst>
          </p:cNvPr>
          <p:cNvSpPr/>
          <p:nvPr/>
        </p:nvSpPr>
        <p:spPr>
          <a:xfrm>
            <a:off x="4636218" y="2320538"/>
            <a:ext cx="182880" cy="1828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74320" tIns="0" rIns="0" bIns="0" rtlCol="0" anchor="ctr"/>
          <a:lstStyle/>
          <a:p>
            <a:r>
              <a:rPr lang="en-US" sz="900" b="1" dirty="0">
                <a:solidFill>
                  <a:schemeClr val="tx1"/>
                </a:solidFill>
              </a:rPr>
              <a:t>Full Site LAUNCH</a:t>
            </a:r>
            <a:br>
              <a:rPr lang="en-US" sz="900" b="1" dirty="0">
                <a:solidFill>
                  <a:schemeClr val="tx1"/>
                </a:solidFill>
              </a:rPr>
            </a:br>
            <a:r>
              <a:rPr lang="en-US" sz="900" dirty="0">
                <a:solidFill>
                  <a:schemeClr val="tx1"/>
                </a:solidFill>
              </a:rPr>
              <a:t>Found – Jan 27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E2EBCEC-186F-98C8-9A5E-DBCD74ECAE37}"/>
              </a:ext>
            </a:extLst>
          </p:cNvPr>
          <p:cNvSpPr/>
          <p:nvPr/>
        </p:nvSpPr>
        <p:spPr>
          <a:xfrm>
            <a:off x="189211" y="3752740"/>
            <a:ext cx="2315308" cy="659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274320" rIns="0" bIns="0" rtlCol="0" anchor="ctr"/>
          <a:lstStyle/>
          <a:p>
            <a:r>
              <a:rPr lang="en-US" sz="900" b="1" dirty="0">
                <a:solidFill>
                  <a:schemeClr val="tx1"/>
                </a:solidFill>
              </a:rPr>
              <a:t>TLB: Continued Campaign Planning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74625AE-F1EF-02A4-7617-641FEBA964D2}"/>
              </a:ext>
            </a:extLst>
          </p:cNvPr>
          <p:cNvSpPr/>
          <p:nvPr/>
        </p:nvSpPr>
        <p:spPr>
          <a:xfrm>
            <a:off x="2504519" y="5485349"/>
            <a:ext cx="2675341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274320" rIns="0" bIns="0" rtlCol="0" anchor="ctr"/>
          <a:lstStyle/>
          <a:p>
            <a:r>
              <a:rPr lang="en-US" sz="900" b="1" dirty="0">
                <a:solidFill>
                  <a:schemeClr val="tx1"/>
                </a:solidFill>
              </a:rPr>
              <a:t>TLB: PR/Announcement Asset Development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E715AE-CD0B-0D78-F787-FE2097BBF57F}"/>
              </a:ext>
            </a:extLst>
          </p:cNvPr>
          <p:cNvSpPr/>
          <p:nvPr/>
        </p:nvSpPr>
        <p:spPr>
          <a:xfrm>
            <a:off x="5179861" y="5484600"/>
            <a:ext cx="182880" cy="182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74320" tIns="0" rIns="0" bIns="0" rtlCol="0" anchor="ctr"/>
          <a:lstStyle/>
          <a:p>
            <a:r>
              <a:rPr lang="en-US" sz="900" b="1" dirty="0">
                <a:solidFill>
                  <a:schemeClr val="tx1"/>
                </a:solidFill>
              </a:rPr>
              <a:t>Official Launch </a:t>
            </a:r>
            <a:br>
              <a:rPr lang="en-US" sz="900" b="1" dirty="0">
                <a:solidFill>
                  <a:schemeClr val="tx1"/>
                </a:solidFill>
              </a:rPr>
            </a:br>
            <a:r>
              <a:rPr lang="en-US" sz="900" b="1" dirty="0">
                <a:solidFill>
                  <a:schemeClr val="tx1"/>
                </a:solidFill>
              </a:rPr>
              <a:t>with PR, media </a:t>
            </a:r>
            <a:br>
              <a:rPr lang="en-US" sz="900" b="1" dirty="0">
                <a:solidFill>
                  <a:schemeClr val="tx1"/>
                </a:solidFill>
              </a:rPr>
            </a:br>
            <a:r>
              <a:rPr lang="en-US" sz="900" b="1" dirty="0">
                <a:solidFill>
                  <a:schemeClr val="tx1"/>
                </a:solidFill>
              </a:rPr>
              <a:t>outreach start</a:t>
            </a:r>
            <a:br>
              <a:rPr lang="en-US" sz="900" b="1" dirty="0">
                <a:solidFill>
                  <a:schemeClr val="tx1"/>
                </a:solidFill>
              </a:rPr>
            </a:br>
            <a:r>
              <a:rPr lang="en-US" sz="900" dirty="0">
                <a:solidFill>
                  <a:schemeClr val="tx1"/>
                </a:solidFill>
              </a:rPr>
              <a:t>TLB – Feb 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A4E1492-2464-7570-3269-749503B4D8CD}"/>
              </a:ext>
            </a:extLst>
          </p:cNvPr>
          <p:cNvSpPr/>
          <p:nvPr/>
        </p:nvSpPr>
        <p:spPr>
          <a:xfrm>
            <a:off x="2504519" y="4826911"/>
            <a:ext cx="3183575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274320" rIns="0" bIns="0" rtlCol="0" anchor="ctr"/>
          <a:lstStyle/>
          <a:p>
            <a:r>
              <a:rPr lang="en-US" sz="900" b="1" dirty="0">
                <a:solidFill>
                  <a:schemeClr val="tx1"/>
                </a:solidFill>
              </a:rPr>
              <a:t>TLB: Mission Matters Podcast Development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D8A4CD2-B4E1-D657-113F-20E7A0E78F09}"/>
              </a:ext>
            </a:extLst>
          </p:cNvPr>
          <p:cNvSpPr/>
          <p:nvPr/>
        </p:nvSpPr>
        <p:spPr>
          <a:xfrm>
            <a:off x="2504519" y="5180757"/>
            <a:ext cx="2583901" cy="562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274320" rIns="0" bIns="0" rtlCol="0" anchor="ctr"/>
          <a:lstStyle/>
          <a:p>
            <a:r>
              <a:rPr lang="en-US" sz="900" b="1" dirty="0">
                <a:solidFill>
                  <a:schemeClr val="tx1"/>
                </a:solidFill>
              </a:rPr>
              <a:t>TLB: Media/Influencer List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1159C13-8188-2D0F-9B4B-C37FEEC739C8}"/>
              </a:ext>
            </a:extLst>
          </p:cNvPr>
          <p:cNvSpPr/>
          <p:nvPr/>
        </p:nvSpPr>
        <p:spPr>
          <a:xfrm>
            <a:off x="5179861" y="5906701"/>
            <a:ext cx="2675341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274320" rIns="0" bIns="0" rtlCol="0" anchor="ctr"/>
          <a:lstStyle/>
          <a:p>
            <a:r>
              <a:rPr lang="en-US" sz="900" b="1" dirty="0">
                <a:solidFill>
                  <a:schemeClr val="tx1"/>
                </a:solidFill>
              </a:rPr>
              <a:t>TLB: Media Outreach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62681A4-F29C-1F2F-5BF8-12ED89A00DB9}"/>
              </a:ext>
            </a:extLst>
          </p:cNvPr>
          <p:cNvSpPr/>
          <p:nvPr/>
        </p:nvSpPr>
        <p:spPr>
          <a:xfrm>
            <a:off x="2494803" y="3759880"/>
            <a:ext cx="9327078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274320" rIns="0" bIns="0" rtlCol="0" anchor="ctr"/>
          <a:lstStyle/>
          <a:p>
            <a:r>
              <a:rPr lang="en-US" sz="900" b="1" dirty="0">
                <a:solidFill>
                  <a:schemeClr val="tx1"/>
                </a:solidFill>
              </a:rPr>
              <a:t>TLB: Campaigns Launch and Continue thru Q1</a:t>
            </a:r>
          </a:p>
        </p:txBody>
      </p:sp>
    </p:spTree>
    <p:extLst>
      <p:ext uri="{BB962C8B-B14F-4D97-AF65-F5344CB8AC3E}">
        <p14:creationId xmlns:p14="http://schemas.microsoft.com/office/powerpoint/2010/main" val="2008956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1EAD00-936F-4B4E-A131-879CCCC4F737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6419850"/>
            <a:ext cx="2154238" cy="274638"/>
          </a:xfrm>
        </p:spPr>
        <p:txBody>
          <a:bodyPr/>
          <a:lstStyle/>
          <a:p>
            <a:fld id="{D73F9AD4-3577-2D4A-9737-804159C52116}" type="datetime1">
              <a:rPr lang="en-US" smtClean="0"/>
              <a:t>12/5/2022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AE142E-8A0C-FC45-A49F-FB5923E779A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5" y="6419853"/>
            <a:ext cx="487363" cy="273051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330737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LB Template v1">
  <a:themeElements>
    <a:clrScheme name="The Launch Box 1">
      <a:dk1>
        <a:srgbClr val="000000"/>
      </a:dk1>
      <a:lt1>
        <a:srgbClr val="FFFFFF"/>
      </a:lt1>
      <a:dk2>
        <a:srgbClr val="6C808B"/>
      </a:dk2>
      <a:lt2>
        <a:srgbClr val="F2F2F2"/>
      </a:lt2>
      <a:accent1>
        <a:srgbClr val="FF0000"/>
      </a:accent1>
      <a:accent2>
        <a:srgbClr val="FF6600"/>
      </a:accent2>
      <a:accent3>
        <a:srgbClr val="33FFFF"/>
      </a:accent3>
      <a:accent4>
        <a:srgbClr val="33FF66"/>
      </a:accent4>
      <a:accent5>
        <a:srgbClr val="FFEB0D"/>
      </a:accent5>
      <a:accent6>
        <a:srgbClr val="FF1D1D"/>
      </a:accent6>
      <a:hlink>
        <a:srgbClr val="FF3300"/>
      </a:hlink>
      <a:folHlink>
        <a:srgbClr val="FF6600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>
    <a:spDef>
      <a:spPr>
        <a:solidFill>
          <a:schemeClr val="accent3"/>
        </a:solidFill>
        <a:ln>
          <a:noFill/>
        </a:ln>
      </a:spPr>
      <a:bodyPr lIns="91440" tIns="91440" rIns="91440" bIns="91440" rtlCol="0" anchor="ctr"/>
      <a:lstStyle>
        <a:defPPr algn="ctr">
          <a:defRPr sz="2000" dirty="0" smtClean="0">
            <a:solidFill>
              <a:schemeClr val="accent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lIns="45720" tIns="45720" rIns="45720" bIns="45720" rtlCol="0">
        <a:normAutofit/>
      </a:bodyPr>
      <a:lstStyle>
        <a:defPPr algn="l">
          <a:spcBef>
            <a:spcPts val="1800"/>
          </a:spcBef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Echelon PPT Template" id="{9D667EB7-86CB-0D48-8A57-B058E8A62183}" vid="{8150EB98-C9D5-5842-89DE-E73BA1F860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7da7bdb0-dc76-4f10-9703-507b55c992fc">
      <UserInfo>
        <DisplayName>Matthew Priest</DisplayName>
        <AccountId>12</AccountId>
        <AccountType/>
      </UserInfo>
    </SharedWithUsers>
    <lcf76f155ced4ddcb4097134ff3c332f xmlns="7c1b799b-9263-4874-b153-9fe32b96900c">
      <Terms xmlns="http://schemas.microsoft.com/office/infopath/2007/PartnerControls"/>
    </lcf76f155ced4ddcb4097134ff3c332f>
    <TaxCatchAll xmlns="7da7bdb0-dc76-4f10-9703-507b55c992fc" xsi:nil="true"/>
    <Files xmlns="7c1b799b-9263-4874-b153-9fe32b96900c">
      <Url xsi:nil="true"/>
      <Description xsi:nil="true"/>
    </Files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948C5FF7F42654E8BFD9C474085E8D3" ma:contentTypeVersion="19" ma:contentTypeDescription="Create a new document." ma:contentTypeScope="" ma:versionID="913a101e64e13edbacfac83c0f93c015">
  <xsd:schema xmlns:xsd="http://www.w3.org/2001/XMLSchema" xmlns:xs="http://www.w3.org/2001/XMLSchema" xmlns:p="http://schemas.microsoft.com/office/2006/metadata/properties" xmlns:ns2="7da7bdb0-dc76-4f10-9703-507b55c992fc" xmlns:ns3="7c1b799b-9263-4874-b153-9fe32b96900c" targetNamespace="http://schemas.microsoft.com/office/2006/metadata/properties" ma:root="true" ma:fieldsID="a0fa96b220b06b9aab417f097bb1b167" ns2:_="" ns3:_="">
    <xsd:import namespace="7da7bdb0-dc76-4f10-9703-507b55c992fc"/>
    <xsd:import namespace="7c1b799b-9263-4874-b153-9fe32b96900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File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a7bdb0-dc76-4f10-9703-507b55c992f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340be32b-3948-4603-be26-8bd62e0891cc}" ma:internalName="TaxCatchAll" ma:showField="CatchAllData" ma:web="7da7bdb0-dc76-4f10-9703-507b55c992f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c1b799b-9263-4874-b153-9fe32b96900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34efe893-eb4a-4167-8877-da8b418b888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Files" ma:index="24" nillable="true" ma:displayName="Files" ma:format="Hyperlink" ma:internalName="Files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8BCBC63-6785-478C-A274-57B40CD2A4C8}">
  <ds:schemaRefs>
    <ds:schemaRef ds:uri="http://purl.org/dc/elements/1.1/"/>
    <ds:schemaRef ds:uri="7da7bdb0-dc76-4f10-9703-507b55c992fc"/>
    <ds:schemaRef ds:uri="http://schemas.openxmlformats.org/package/2006/metadata/core-properties"/>
    <ds:schemaRef ds:uri="http://purl.org/dc/dcmitype/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7c1b799b-9263-4874-b153-9fe32b96900c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ADE81BD0-9A1F-457D-9757-B5CDADD89A55}"/>
</file>

<file path=customXml/itemProps3.xml><?xml version="1.0" encoding="utf-8"?>
<ds:datastoreItem xmlns:ds="http://schemas.openxmlformats.org/officeDocument/2006/customXml" ds:itemID="{93E30C51-6563-4520-9980-F16ACCB0156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Echelon Template v1</Template>
  <TotalTime>17701</TotalTime>
  <Words>1086</Words>
  <Application>Microsoft Office PowerPoint</Application>
  <PresentationFormat>Widescreen</PresentationFormat>
  <Paragraphs>194</Paragraphs>
  <Slides>3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TLB Template v1</vt:lpstr>
      <vt:lpstr>Tech Dev NewCo - LAUNCH timeline (soft launch 2022)</vt:lpstr>
      <vt:lpstr>Tech Dev NewCo - LAUNCH timeline (FULL launch 2023)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Notes</dc:title>
  <dc:creator>Steve Hurst</dc:creator>
  <cp:lastModifiedBy>Amy Kenly</cp:lastModifiedBy>
  <cp:revision>113</cp:revision>
  <cp:lastPrinted>2022-01-31T16:08:18Z</cp:lastPrinted>
  <dcterms:created xsi:type="dcterms:W3CDTF">2021-05-18T20:01:59Z</dcterms:created>
  <dcterms:modified xsi:type="dcterms:W3CDTF">2022-12-05T20:54:46Z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0x010100B948C5FF7F42654E8BFD9C474085E8D3</vt:lpwstr>
  </property>
  <property fmtid="{D5CDD505-2E9C-101B-9397-08002B2CF9AE}" pid="3" name="MediaServiceImageTags">
    <vt:lpwstr/>
  </property>
</Properties>
</file>
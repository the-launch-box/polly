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charts/colors1.xml" ContentType="application/vnd.ms-office.chartcolorstyle+xml"/>
  <Override PartName="/ppt/charts/style1.xml" ContentType="application/vnd.ms-office.chartstyle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5" r:id="rId1"/>
  </p:sldMasterIdLst>
  <p:notesMasterIdLst>
    <p:notesMasterId r:id="rId19"/>
  </p:notesMasterIdLst>
  <p:sldIdLst>
    <p:sldId id="264" r:id="rId2"/>
    <p:sldId id="924" r:id="rId3"/>
    <p:sldId id="257" r:id="rId4"/>
    <p:sldId id="923" r:id="rId5"/>
    <p:sldId id="258" r:id="rId6"/>
    <p:sldId id="259" r:id="rId7"/>
    <p:sldId id="261" r:id="rId8"/>
    <p:sldId id="263" r:id="rId9"/>
    <p:sldId id="898" r:id="rId10"/>
    <p:sldId id="266" r:id="rId11"/>
    <p:sldId id="912" r:id="rId12"/>
    <p:sldId id="913" r:id="rId13"/>
    <p:sldId id="901" r:id="rId14"/>
    <p:sldId id="911" r:id="rId15"/>
    <p:sldId id="902" r:id="rId16"/>
    <p:sldId id="909" r:id="rId17"/>
    <p:sldId id="262" r:id="rId18"/>
  </p:sldIdLst>
  <p:sldSz cx="12192000" cy="6858000"/>
  <p:notesSz cx="6858000" cy="9144000"/>
  <p:defaultTextStyle>
    <a:defPPr>
      <a:defRPr lang="en-US"/>
    </a:defPPr>
    <a:lvl1pPr marL="0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8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561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977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115" algn="l" defTabSz="45713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napToObjects="1">
      <p:cViewPr varScale="1">
        <p:scale>
          <a:sx n="107" d="100"/>
          <a:sy n="107" d="100"/>
        </p:scale>
        <p:origin x="16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699-8543-ABFB-75032C29C4E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699-8543-ABFB-75032C29C4E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699-8543-ABFB-75032C29C4E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699-8543-ABFB-75032C29C4EA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699-8543-ABFB-75032C29C4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6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gradFill>
                <a:gsLst>
                  <a:gs pos="7258">
                    <a:schemeClr val="tx1"/>
                  </a:gs>
                  <a:gs pos="20000">
                    <a:schemeClr val="tx1"/>
                  </a:gs>
                </a:gsLst>
                <a:lin ang="5400000" scaled="1"/>
              </a:gra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3C170-A009-4046-835C-5D7754DB02C5}" type="datetimeFigureOut">
              <a:rPr lang="en-US" smtClean="0"/>
              <a:t>12/21/22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397C3-CED0-9A45-8798-632767E5E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6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38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352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590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706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827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943" algn="l" defTabSz="914238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64FCC3-333E-5B40-AF34-5AB24ABC23B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661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5752" y="6200153"/>
            <a:ext cx="2402105" cy="274320"/>
          </a:xfrm>
        </p:spPr>
        <p:txBody>
          <a:bodyPr/>
          <a:lstStyle>
            <a:lvl1pPr algn="r">
              <a:defRPr sz="1103" b="1">
                <a:solidFill>
                  <a:schemeClr val="accent2"/>
                </a:solidFill>
              </a:defRPr>
            </a:lvl1pPr>
          </a:lstStyle>
          <a:p>
            <a:fld id="{8F952771-4B0A-D64B-927C-D25D84D14C37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5" y="6200153"/>
            <a:ext cx="5943600" cy="274320"/>
          </a:xfrm>
        </p:spPr>
        <p:txBody>
          <a:bodyPr/>
          <a:lstStyle>
            <a:lvl1pPr>
              <a:defRPr sz="1100" b="1" spc="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Document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0C3D38-DC09-2A42-9A06-A7C24D6397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0260" y="3632640"/>
            <a:ext cx="11511480" cy="895080"/>
          </a:xfrm>
        </p:spPr>
        <p:txBody>
          <a:bodyPr anchor="b">
            <a:noAutofit/>
          </a:bodyPr>
          <a:lstStyle>
            <a:lvl1pPr algn="l">
              <a:defRPr sz="4000" cap="all" spc="5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E5B16B8-349A-8D41-84DA-A8F8EFD0F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260" y="4572133"/>
            <a:ext cx="11511480" cy="89508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 spc="53" baseline="0">
                <a:solidFill>
                  <a:schemeClr val="tx2"/>
                </a:solidFill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7E4627-8387-DFF2-2CC7-5F35996B492C}"/>
              </a:ext>
            </a:extLst>
          </p:cNvPr>
          <p:cNvSpPr txBox="1"/>
          <p:nvPr userDrawn="1"/>
        </p:nvSpPr>
        <p:spPr>
          <a:xfrm>
            <a:off x="9972891" y="2577152"/>
            <a:ext cx="171110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b="1" i="1" spc="0" baseline="0" dirty="0">
                <a:solidFill>
                  <a:schemeClr val="accent2"/>
                </a:solidFill>
                <a:latin typeface="+mj-lt"/>
              </a:rPr>
              <a:t>VESCAPELABS</a:t>
            </a:r>
            <a:r>
              <a:rPr lang="en-US" sz="1400" b="1" i="1" spc="0" baseline="0" dirty="0">
                <a:solidFill>
                  <a:schemeClr val="accent2"/>
                </a:solidFill>
              </a:rPr>
              <a:t>.COM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B2D0EE7-A26C-403D-B5E8-ECCF66F0AE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217" y="2237433"/>
            <a:ext cx="5759641" cy="679438"/>
          </a:xfrm>
          <a:prstGeom prst="rect">
            <a:avLst/>
          </a:prstGeom>
        </p:spPr>
      </p:pic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699DFDF4-2D03-43AA-3273-8D580792E4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b="73414"/>
          <a:stretch/>
        </p:blipFill>
        <p:spPr>
          <a:xfrm>
            <a:off x="0" y="0"/>
            <a:ext cx="12192000" cy="9394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E6BAE95-AB19-9CF6-B157-4B7C8FBC7033}"/>
              </a:ext>
            </a:extLst>
          </p:cNvPr>
          <p:cNvSpPr txBox="1"/>
          <p:nvPr userDrawn="1"/>
        </p:nvSpPr>
        <p:spPr>
          <a:xfrm>
            <a:off x="12313085" y="5799551"/>
            <a:ext cx="0" cy="0"/>
          </a:xfrm>
          <a:prstGeom prst="rect">
            <a:avLst/>
          </a:prstGeom>
        </p:spPr>
        <p:txBody>
          <a:bodyPr vert="horz" wrap="none" lIns="45720" tIns="45720" rIns="45720" bIns="45720" rtlCol="0">
            <a:normAutofit fontScale="25000" lnSpcReduction="20000"/>
          </a:bodyPr>
          <a:lstStyle/>
          <a:p>
            <a:pPr algn="l">
              <a:spcBef>
                <a:spcPts val="18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6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87FD7136-0305-DCB9-0EEF-A208098D40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0" y="939452"/>
            <a:ext cx="12192000" cy="5918548"/>
          </a:xfrm>
          <a:prstGeom prst="rect">
            <a:avLst/>
          </a:prstGeom>
        </p:spPr>
      </p:pic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452FD173-F8BD-0B9C-C4B5-7960B9D002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73414"/>
          <a:stretch/>
        </p:blipFill>
        <p:spPr>
          <a:xfrm>
            <a:off x="0" y="0"/>
            <a:ext cx="12192000" cy="93945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508FF-F75F-3F2A-A2FA-EC6E232031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752" y="6200153"/>
            <a:ext cx="2402105" cy="274320"/>
          </a:xfrm>
        </p:spPr>
        <p:txBody>
          <a:bodyPr/>
          <a:lstStyle>
            <a:lvl1pPr algn="r">
              <a:defRPr sz="1103" b="1">
                <a:solidFill>
                  <a:schemeClr val="bg1"/>
                </a:solidFill>
              </a:defRPr>
            </a:lvl1pPr>
          </a:lstStyle>
          <a:p>
            <a:fld id="{F0C9706F-29B5-4845-AFA2-B82BCF0A7FAA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F1355-BC62-3DCD-E72C-7FCD88FEB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8325" y="6200153"/>
            <a:ext cx="5943600" cy="274320"/>
          </a:xfrm>
        </p:spPr>
        <p:txBody>
          <a:bodyPr/>
          <a:lstStyle>
            <a:lvl1pPr>
              <a:defRPr sz="1100" b="1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Document Title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861F34A-8EC1-F47B-4ADA-5765E8DF21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0260" y="3632640"/>
            <a:ext cx="11511480" cy="895080"/>
          </a:xfrm>
        </p:spPr>
        <p:txBody>
          <a:bodyPr anchor="b">
            <a:noAutofit/>
          </a:bodyPr>
          <a:lstStyle>
            <a:lvl1pPr algn="l">
              <a:defRPr sz="4000" cap="all" spc="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B2F3F7D-2A0A-DB09-EF7D-EADC19E4B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260" y="4572133"/>
            <a:ext cx="11511480" cy="89508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 spc="53" baseline="0">
                <a:solidFill>
                  <a:schemeClr val="bg1"/>
                </a:solidFill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C901B5-27BE-DD84-D9D6-30915F720D06}"/>
              </a:ext>
            </a:extLst>
          </p:cNvPr>
          <p:cNvSpPr txBox="1"/>
          <p:nvPr userDrawn="1"/>
        </p:nvSpPr>
        <p:spPr>
          <a:xfrm>
            <a:off x="9972891" y="2577152"/>
            <a:ext cx="171110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b="1" i="1" spc="0" baseline="0" dirty="0">
                <a:solidFill>
                  <a:schemeClr val="accent2"/>
                </a:solidFill>
                <a:latin typeface="+mj-lt"/>
              </a:rPr>
              <a:t>VESCAPELABS</a:t>
            </a:r>
            <a:r>
              <a:rPr lang="en-US" sz="1400" b="1" i="1" spc="0" baseline="0" dirty="0">
                <a:solidFill>
                  <a:schemeClr val="accent2"/>
                </a:solidFill>
              </a:rPr>
              <a:t>.COM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E4C8B95-2CC5-5F7B-9291-8EE906D3F13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28218" y="2237433"/>
            <a:ext cx="5759639" cy="67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4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Al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063C28-CCD2-FB00-129B-262C6B3AF6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t="2122"/>
          <a:stretch/>
        </p:blipFill>
        <p:spPr>
          <a:xfrm rot="10800000"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3131FC25-E17A-D02B-D0E9-18A2C104A5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73414"/>
          <a:stretch/>
        </p:blipFill>
        <p:spPr>
          <a:xfrm>
            <a:off x="0" y="0"/>
            <a:ext cx="12192000" cy="93945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D52F9-54CE-BFEC-9462-E2921239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752" y="6200153"/>
            <a:ext cx="2402105" cy="274320"/>
          </a:xfrm>
        </p:spPr>
        <p:txBody>
          <a:bodyPr/>
          <a:lstStyle>
            <a:lvl1pPr algn="r">
              <a:defRPr sz="1103" b="1">
                <a:solidFill>
                  <a:schemeClr val="bg1"/>
                </a:solidFill>
              </a:defRPr>
            </a:lvl1pPr>
          </a:lstStyle>
          <a:p>
            <a:fld id="{3BA9BF21-D6BB-494F-8957-6BB5D1B2FBE7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1186C-E02D-DCD6-A6EC-C1D976523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8325" y="6200153"/>
            <a:ext cx="5943600" cy="274320"/>
          </a:xfrm>
        </p:spPr>
        <p:txBody>
          <a:bodyPr/>
          <a:lstStyle>
            <a:lvl1pPr>
              <a:defRPr sz="1100" b="1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Document Title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A43FE0F-3DC6-D923-0A36-CA459221B7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0260" y="3632640"/>
            <a:ext cx="11511480" cy="895080"/>
          </a:xfrm>
        </p:spPr>
        <p:txBody>
          <a:bodyPr anchor="b">
            <a:noAutofit/>
          </a:bodyPr>
          <a:lstStyle>
            <a:lvl1pPr algn="l">
              <a:defRPr sz="4000" cap="all" spc="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067082E-11FA-F015-B004-B9BBE4E46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260" y="4572133"/>
            <a:ext cx="11511480" cy="89508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 spc="53" baseline="0">
                <a:solidFill>
                  <a:schemeClr val="bg1"/>
                </a:solidFill>
              </a:defRPr>
            </a:lvl1pPr>
            <a:lvl2pPr marL="456931" indent="0" algn="ctr">
              <a:buNone/>
              <a:defRPr sz="1800"/>
            </a:lvl2pPr>
            <a:lvl3pPr marL="913868" indent="0" algn="ctr">
              <a:buNone/>
              <a:defRPr sz="1800"/>
            </a:lvl3pPr>
            <a:lvl4pPr marL="1370786" indent="0" algn="ctr">
              <a:buNone/>
              <a:defRPr sz="1800"/>
            </a:lvl4pPr>
            <a:lvl5pPr marL="1827721" indent="0" algn="ctr">
              <a:buNone/>
              <a:defRPr sz="1800"/>
            </a:lvl5pPr>
            <a:lvl6pPr marL="2284658" indent="0" algn="ctr">
              <a:buNone/>
              <a:defRPr sz="1800"/>
            </a:lvl6pPr>
            <a:lvl7pPr marL="2741590" indent="0" algn="ctr">
              <a:buNone/>
              <a:defRPr sz="1800"/>
            </a:lvl7pPr>
            <a:lvl8pPr marL="3198504" indent="0" algn="ctr">
              <a:buNone/>
              <a:defRPr sz="1800"/>
            </a:lvl8pPr>
            <a:lvl9pPr marL="3655435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C48D8A-FD60-195C-430F-D908A9324CB5}"/>
              </a:ext>
            </a:extLst>
          </p:cNvPr>
          <p:cNvSpPr txBox="1"/>
          <p:nvPr userDrawn="1"/>
        </p:nvSpPr>
        <p:spPr>
          <a:xfrm>
            <a:off x="9972891" y="2577152"/>
            <a:ext cx="171110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b="1" i="1" spc="0" baseline="0" dirty="0">
                <a:solidFill>
                  <a:schemeClr val="accent2"/>
                </a:solidFill>
                <a:latin typeface="+mj-lt"/>
              </a:rPr>
              <a:t>VESCAPELABS</a:t>
            </a:r>
            <a:r>
              <a:rPr lang="en-US" sz="1400" b="1" i="1" spc="0" baseline="0" dirty="0">
                <a:solidFill>
                  <a:schemeClr val="accent2"/>
                </a:solidFill>
              </a:rPr>
              <a:t>.COM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99415F8-0FB0-E33C-6DB0-73A54BAB57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28218" y="2237433"/>
            <a:ext cx="5759639" cy="67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94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1129284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F49B-E47F-8549-916C-4D25E8F9C07B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1B1520D-6D96-4141-9ED7-D3EC26EB2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" y="234834"/>
            <a:ext cx="11887190" cy="2743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214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5B59-99CE-EB4F-B668-FDDAD438F42C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FA4DBD-E22C-AF7A-1905-11F5A8B45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69535"/>
            <a:ext cx="6035028" cy="1704705"/>
          </a:xfrm>
        </p:spPr>
        <p:txBody>
          <a:bodyPr anchor="b">
            <a:noAutofit/>
          </a:bodyPr>
          <a:lstStyle>
            <a:lvl1pPr algn="l">
              <a:defRPr sz="4000" b="1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2448402-E88B-5C56-EFE6-BB223D691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6277" y="2211200"/>
            <a:ext cx="4876812" cy="1463040"/>
          </a:xfrm>
        </p:spPr>
        <p:txBody>
          <a:bodyPr lIns="91440" rIns="9144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99" i="1" spc="0" baseline="0">
                <a:solidFill>
                  <a:schemeClr val="tx2"/>
                </a:solidFill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688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01409B5A-62E9-579F-516A-1940AA7171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0" y="46495"/>
            <a:ext cx="12192000" cy="620853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5E79-C9F2-0B47-984E-0C1FB4621A95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31B71B3-EC67-D03F-D2C0-A169BE92B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69535"/>
            <a:ext cx="6035028" cy="1704705"/>
          </a:xfrm>
        </p:spPr>
        <p:txBody>
          <a:bodyPr anchor="b">
            <a:noAutofit/>
          </a:bodyPr>
          <a:lstStyle>
            <a:lvl1pPr algn="l">
              <a:defRPr sz="4000" b="1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4FC9DCB-E48C-D50A-AC49-56F2B6CA2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6277" y="2211200"/>
            <a:ext cx="4876812" cy="1463040"/>
          </a:xfrm>
        </p:spPr>
        <p:txBody>
          <a:bodyPr lIns="91440" rIns="9144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99" i="1" spc="0" baseline="0">
                <a:solidFill>
                  <a:schemeClr val="bg1"/>
                </a:solidFill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567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02A91-E469-AC4A-9FAA-85DBF37F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397A5C30-9FF7-E54A-846F-30CFBCCDA1EC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4D714-B42B-7D4D-80CB-C941408E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0CA38-B6CB-B847-9DC3-A14F298C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1C98DE-E27F-2D87-827F-36F8DF28478F}"/>
              </a:ext>
            </a:extLst>
          </p:cNvPr>
          <p:cNvSpPr/>
          <p:nvPr userDrawn="1"/>
        </p:nvSpPr>
        <p:spPr>
          <a:xfrm>
            <a:off x="0" y="44450"/>
            <a:ext cx="12192000" cy="62105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7B8E0C-E993-CC6B-DFE0-47125C70B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69535"/>
            <a:ext cx="6035028" cy="1704705"/>
          </a:xfrm>
        </p:spPr>
        <p:txBody>
          <a:bodyPr anchor="b">
            <a:noAutofit/>
          </a:bodyPr>
          <a:lstStyle>
            <a:lvl1pPr algn="l">
              <a:defRPr sz="4000" b="1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86B40-B010-4893-E3D4-E44042EBF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6277" y="2211200"/>
            <a:ext cx="4876812" cy="1463040"/>
          </a:xfrm>
        </p:spPr>
        <p:txBody>
          <a:bodyPr lIns="91440" rIns="9144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99" i="1" spc="0" baseline="0">
                <a:solidFill>
                  <a:schemeClr val="bg1"/>
                </a:solidFill>
              </a:defRPr>
            </a:lvl1pPr>
            <a:lvl2pPr marL="4569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0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82772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2846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7415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319850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65543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995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14400"/>
            <a:ext cx="5486395" cy="47672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9360" y="914400"/>
            <a:ext cx="5486395" cy="47672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2D04-E0DA-0D40-934B-4ED2B425BB13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00F5549-3EFD-CA41-9DB0-887AECF3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91401"/>
            <a:ext cx="5487184" cy="822960"/>
          </a:xfrm>
        </p:spPr>
        <p:txBody>
          <a:bodyPr lIns="91440" rIns="9144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0" i="0" cap="none" baseline="0">
                <a:solidFill>
                  <a:schemeClr val="tx1"/>
                </a:solidFill>
                <a:latin typeface="+mj-lt"/>
                <a:ea typeface="Roboto" panose="02000000000000000000" pitchFamily="2" charset="0"/>
              </a:defRPr>
            </a:lvl1pPr>
            <a:lvl2pPr marL="456931" indent="0">
              <a:buNone/>
              <a:defRPr sz="2001" b="1"/>
            </a:lvl2pPr>
            <a:lvl3pPr marL="913868" indent="0">
              <a:buNone/>
              <a:defRPr sz="1800" b="1"/>
            </a:lvl3pPr>
            <a:lvl4pPr marL="1370786" indent="0">
              <a:buNone/>
              <a:defRPr sz="1599" b="1"/>
            </a:lvl4pPr>
            <a:lvl5pPr marL="1827721" indent="0">
              <a:buNone/>
              <a:defRPr sz="1599" b="1"/>
            </a:lvl5pPr>
            <a:lvl6pPr marL="2284658" indent="0">
              <a:buNone/>
              <a:defRPr sz="1599" b="1"/>
            </a:lvl6pPr>
            <a:lvl7pPr marL="2741590" indent="0">
              <a:buNone/>
              <a:defRPr sz="1599" b="1"/>
            </a:lvl7pPr>
            <a:lvl8pPr marL="3198504" indent="0">
              <a:buNone/>
              <a:defRPr sz="1599" b="1"/>
            </a:lvl8pPr>
            <a:lvl9pPr marL="3655435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9360" y="891401"/>
            <a:ext cx="5487185" cy="822960"/>
          </a:xfrm>
        </p:spPr>
        <p:txBody>
          <a:bodyPr lIns="91440" rIns="9144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400" b="0" i="0" kern="1200" cap="none" baseline="0" dirty="0">
                <a:solidFill>
                  <a:schemeClr val="tx1"/>
                </a:solidFill>
                <a:latin typeface="+mj-lt"/>
                <a:ea typeface="Roboto" panose="02000000000000000000" pitchFamily="2" charset="0"/>
                <a:cs typeface="+mn-cs"/>
              </a:defRPr>
            </a:lvl1pPr>
            <a:lvl2pPr marL="456931" indent="0">
              <a:buNone/>
              <a:defRPr sz="2001" b="1"/>
            </a:lvl2pPr>
            <a:lvl3pPr marL="913868" indent="0">
              <a:buNone/>
              <a:defRPr sz="1800" b="1"/>
            </a:lvl3pPr>
            <a:lvl4pPr marL="1370786" indent="0">
              <a:buNone/>
              <a:defRPr sz="1599" b="1"/>
            </a:lvl4pPr>
            <a:lvl5pPr marL="1827721" indent="0">
              <a:buNone/>
              <a:defRPr sz="1599" b="1"/>
            </a:lvl5pPr>
            <a:lvl6pPr marL="2284658" indent="0">
              <a:buNone/>
              <a:defRPr sz="1599" b="1"/>
            </a:lvl6pPr>
            <a:lvl7pPr marL="2741590" indent="0">
              <a:buNone/>
              <a:defRPr sz="1599" b="1"/>
            </a:lvl7pPr>
            <a:lvl8pPr marL="3198504" indent="0">
              <a:buNone/>
              <a:defRPr sz="1599" b="1"/>
            </a:lvl8pPr>
            <a:lvl9pPr marL="3655435" indent="0">
              <a:buNone/>
              <a:defRPr sz="1599" b="1"/>
            </a:lvl9pPr>
          </a:lstStyle>
          <a:p>
            <a:pPr marL="0" lvl="0" indent="0" algn="l" defTabSz="913868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09360" y="1908314"/>
            <a:ext cx="5487185" cy="3717046"/>
          </a:xfrm>
        </p:spPr>
        <p:txBody>
          <a:bodyPr/>
          <a:lstStyle>
            <a:lvl1pPr marL="409575" indent="-409575"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2000">
                <a:solidFill>
                  <a:schemeClr val="tx1"/>
                </a:solidFill>
              </a:defRPr>
            </a:lvl1pPr>
            <a:lvl2pPr marL="925513" indent="-463550">
              <a:buFont typeface="Lucida Grande" panose="020B0600040502020204" pitchFamily="34" charset="0"/>
              <a:buChar char="⇢"/>
              <a:tabLst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A221-17DA-F049-8396-587D76FC7585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770942C9-4D8A-C689-FD80-D5A2990E64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908314"/>
            <a:ext cx="5487185" cy="3717046"/>
          </a:xfrm>
        </p:spPr>
        <p:txBody>
          <a:bodyPr/>
          <a:lstStyle>
            <a:lvl1pPr marL="409575" indent="-409575"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 sz="2000">
                <a:solidFill>
                  <a:schemeClr val="tx1"/>
                </a:solidFill>
              </a:defRPr>
            </a:lvl1pPr>
            <a:lvl2pPr marL="925513" indent="-463550">
              <a:buFont typeface="Lucida Grande" panose="020B0600040502020204" pitchFamily="34" charset="0"/>
              <a:buChar char="⇢"/>
              <a:tabLst/>
              <a:defRPr sz="18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1002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57201" y="914406"/>
            <a:ext cx="4846320" cy="5381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5669280" y="914401"/>
            <a:ext cx="6126480" cy="4790364"/>
          </a:xfrm>
        </p:spPr>
        <p:txBody>
          <a:bodyPr/>
          <a:lstStyle>
            <a:lvl1pPr marL="461963" indent="-461963">
              <a:buClr>
                <a:schemeClr val="tx2"/>
              </a:buClr>
              <a:buFont typeface="+mj-lt"/>
              <a:buAutoNum type="arabicPeriod"/>
              <a:tabLst/>
              <a:defRPr sz="2400"/>
            </a:lvl1pPr>
            <a:lvl2pPr marL="858838" indent="-342900">
              <a:tabLst/>
              <a:defRPr sz="2001"/>
            </a:lvl2pPr>
            <a:lvl3pPr marL="1270000" indent="-411163">
              <a:tabLst/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BF4A5-D241-6743-8842-0080753D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9401494F-466A-6FB2-0443-00AAD11F82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94683" y="6419634"/>
            <a:ext cx="2154143" cy="274320"/>
          </a:xfrm>
        </p:spPr>
        <p:txBody>
          <a:bodyPr/>
          <a:lstStyle/>
          <a:p>
            <a:fld id="{D1443292-9926-454B-BE8B-8417B7CF5789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2099D5DF-819E-18CD-BDCC-DE083A6F4A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548953" y="6419634"/>
            <a:ext cx="5679113" cy="274320"/>
          </a:xfrm>
        </p:spPr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F0723322-1248-7980-D37E-5993E286E87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32442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9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C428-7BB8-BD46-B751-6A135B4D53EA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00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4FF58BD-94FD-4145-99DE-3D4A7FE3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0CE0-B92F-F249-9C24-E47C1435B99B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F8845C5-6F15-3D4F-8DFF-601DD428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D799134-C32D-AF49-8F06-9E3AC37A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57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i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914400"/>
            <a:ext cx="4846320" cy="1919695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A77FE-2ADE-1C47-B92F-5F8D8295056D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6E7116C-40C4-B641-902C-1EE8E0BCB11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197555"/>
            <a:ext cx="4846320" cy="208332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6931" indent="0">
              <a:buNone/>
              <a:defRPr sz="1200"/>
            </a:lvl2pPr>
            <a:lvl3pPr marL="913868" indent="0">
              <a:buNone/>
              <a:defRPr sz="999"/>
            </a:lvl3pPr>
            <a:lvl4pPr marL="1370786" indent="0">
              <a:buNone/>
              <a:defRPr sz="900"/>
            </a:lvl4pPr>
            <a:lvl5pPr marL="1827721" indent="0">
              <a:buNone/>
              <a:defRPr sz="900"/>
            </a:lvl5pPr>
            <a:lvl6pPr marL="2284658" indent="0">
              <a:buNone/>
              <a:defRPr sz="900"/>
            </a:lvl6pPr>
            <a:lvl7pPr marL="2741590" indent="0">
              <a:buNone/>
              <a:defRPr sz="900"/>
            </a:lvl7pPr>
            <a:lvl8pPr marL="3198504" indent="0">
              <a:buNone/>
              <a:defRPr sz="900"/>
            </a:lvl8pPr>
            <a:lvl9pPr marL="365543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A71304-1550-EFD1-B76F-19BD0850B7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9280" y="914400"/>
            <a:ext cx="6126480" cy="4864619"/>
          </a:xfrm>
        </p:spPr>
        <p:txBody>
          <a:bodyPr/>
          <a:lstStyle>
            <a:lvl1pPr marL="461963" indent="-461963">
              <a:buClr>
                <a:schemeClr val="tx2"/>
              </a:buClr>
              <a:buFont typeface="+mj-lt"/>
              <a:buAutoNum type="arabicPeriod"/>
              <a:tabLst/>
              <a:defRPr sz="2400"/>
            </a:lvl1pPr>
            <a:lvl2pPr marL="858838" indent="-342900">
              <a:tabLst/>
              <a:defRPr sz="2001"/>
            </a:lvl2pPr>
            <a:lvl3pPr marL="1270000" indent="-411163">
              <a:tabLst/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44179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3207E-6432-BF48-94AB-98FAA05DEDE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5C3A2DC-47F2-C348-8DE0-2E6F8ED7673E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C6E52-E3D3-F048-893B-E66A24ECA9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AD13E-C264-3C44-919D-FFC8D02515D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F08CD-6B47-505E-C69C-C9FC78804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060" y="2095304"/>
            <a:ext cx="9987880" cy="2667392"/>
          </a:xfrm>
        </p:spPr>
        <p:txBody>
          <a:bodyPr anchor="ctr"/>
          <a:lstStyle>
            <a:lvl1pPr algn="ctr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297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780713D-DF72-0D5A-4ACB-087333EF7191}"/>
              </a:ext>
            </a:extLst>
          </p:cNvPr>
          <p:cNvSpPr/>
          <p:nvPr userDrawn="1"/>
        </p:nvSpPr>
        <p:spPr>
          <a:xfrm>
            <a:off x="0" y="0"/>
            <a:ext cx="12192000" cy="62550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F9A81B10-58E7-6D29-C99E-5214B9ACF5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0" y="0"/>
            <a:ext cx="12192000" cy="625502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4CC67E6-FAA8-C0C5-0925-484654BD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060" y="2095304"/>
            <a:ext cx="9987880" cy="2667392"/>
          </a:xfrm>
        </p:spPr>
        <p:txBody>
          <a:bodyPr anchor="ctr"/>
          <a:lstStyle>
            <a:lvl1pPr algn="ct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F1530E96-AA28-2913-2BD2-56FE8C9F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94683" y="6419634"/>
            <a:ext cx="2154143" cy="274320"/>
          </a:xfrm>
        </p:spPr>
        <p:txBody>
          <a:bodyPr/>
          <a:lstStyle/>
          <a:p>
            <a:fld id="{B2254E3E-DE1C-124C-9A65-CEE719FBCED4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89A69433-AA81-653A-FCFC-3EEDB410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8953" y="6419634"/>
            <a:ext cx="5679113" cy="274320"/>
          </a:xfrm>
        </p:spPr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071BE9BF-525E-A856-AE56-D34B778A0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2442" y="6419086"/>
            <a:ext cx="486833" cy="27432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87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A5176845-8F33-8C43-1A05-D0F3F76ABB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235555-C7EC-7FD3-991C-FDD79193F549}"/>
              </a:ext>
            </a:extLst>
          </p:cNvPr>
          <p:cNvSpPr txBox="1"/>
          <p:nvPr userDrawn="1"/>
        </p:nvSpPr>
        <p:spPr>
          <a:xfrm>
            <a:off x="9972891" y="3592470"/>
            <a:ext cx="1711109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400" b="1" i="1" spc="0" baseline="0" dirty="0">
                <a:solidFill>
                  <a:schemeClr val="accent2"/>
                </a:solidFill>
                <a:latin typeface="+mj-lt"/>
              </a:rPr>
              <a:t>VESCAPELABS</a:t>
            </a:r>
            <a:r>
              <a:rPr lang="en-US" sz="1400" b="1" i="1" spc="0" baseline="0" dirty="0">
                <a:solidFill>
                  <a:schemeClr val="accent2"/>
                </a:solidFill>
              </a:rPr>
              <a:t>.COM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BB856F1-76E2-F529-5CA9-7A893A5786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60230" y="3029100"/>
            <a:ext cx="6968869" cy="822085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970BBF0-3AA3-BA4E-D2F0-B1A08B4DF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773" y="7000861"/>
            <a:ext cx="829235" cy="274320"/>
          </a:xfrm>
        </p:spPr>
        <p:txBody>
          <a:bodyPr/>
          <a:lstStyle>
            <a:lvl1pPr>
              <a:defRPr sz="1103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274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6" y="234834"/>
            <a:ext cx="11887190" cy="2743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11293522" cy="4851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94683" y="641963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1" spc="0" baseline="0">
                <a:solidFill>
                  <a:schemeClr val="accent2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fld id="{D6AE9B0D-5FF8-B748-A72B-6E796544276C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8953" y="6419634"/>
            <a:ext cx="56791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1" cap="all" spc="0" baseline="0">
                <a:solidFill>
                  <a:schemeClr val="accent2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Document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32442" y="6419086"/>
            <a:ext cx="4868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3" b="1" i="1">
                <a:solidFill>
                  <a:schemeClr val="tx2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0520E65-6C3C-6301-7B67-585DAB86D50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93045" y="6403150"/>
            <a:ext cx="1172292" cy="268650"/>
          </a:xfrm>
          <a:prstGeom prst="rect">
            <a:avLst/>
          </a:prstGeom>
        </p:spPr>
      </p:pic>
      <p:pic>
        <p:nvPicPr>
          <p:cNvPr id="15" name="Picture 14" descr="Background pattern&#10;&#10;Description automatically generated">
            <a:extLst>
              <a:ext uri="{FF2B5EF4-FFF2-40B4-BE49-F238E27FC236}">
                <a16:creationId xmlns:a16="http://schemas.microsoft.com/office/drawing/2014/main" id="{5DB7157B-6865-15A3-87EC-B208FFEEC7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/>
          <a:srcRect b="73414"/>
          <a:stretch/>
        </p:blipFill>
        <p:spPr>
          <a:xfrm>
            <a:off x="0" y="0"/>
            <a:ext cx="121920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4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8" r:id="rId2"/>
    <p:sldLayoutId id="2147483702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7" r:id="rId14"/>
    <p:sldLayoutId id="2147483698" r:id="rId15"/>
    <p:sldLayoutId id="2147483699" r:id="rId16"/>
  </p:sldLayoutIdLst>
  <p:hf hdr="0"/>
  <p:txStyles>
    <p:titleStyle>
      <a:lvl1pPr algn="l" defTabSz="913868" rtl="0" eaLnBrk="1" latinLnBrk="0" hangingPunct="1">
        <a:lnSpc>
          <a:spcPct val="80000"/>
        </a:lnSpc>
        <a:spcBef>
          <a:spcPct val="0"/>
        </a:spcBef>
        <a:buNone/>
        <a:defRPr sz="2000" b="1" i="1" kern="1200" cap="all" spc="50" baseline="0">
          <a:solidFill>
            <a:schemeClr val="tx2"/>
          </a:solidFill>
          <a:latin typeface="+mj-lt"/>
          <a:ea typeface="Roboto" panose="02000000000000000000" pitchFamily="2" charset="0"/>
          <a:cs typeface="+mj-cs"/>
        </a:defRPr>
      </a:lvl1pPr>
    </p:titleStyle>
    <p:bodyStyle>
      <a:lvl1pPr marL="0" indent="0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accent2"/>
        </a:buClr>
        <a:buSzPct val="100000"/>
        <a:buFont typeface="Tw Cen MT" panose="020B0602020104020603" pitchFamily="34" charset="0"/>
        <a:buNone/>
        <a:defRPr sz="2800" b="0" i="0" kern="120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1pPr>
      <a:lvl2pPr marL="639707" indent="-319847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tx2"/>
        </a:buClr>
        <a:buSzPct val="120000"/>
        <a:buFont typeface="Wingdings 3" pitchFamily="18" charset="2"/>
        <a:buChar char=""/>
        <a:defRPr sz="2400" b="0" i="0" kern="120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2pPr>
      <a:lvl3pPr marL="1085850" indent="-395288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tx2"/>
        </a:buClr>
        <a:buSzPct val="100000"/>
        <a:buFont typeface="Lucida Grande" panose="020B0600040502020204" pitchFamily="34" charset="0"/>
        <a:buChar char="⇢"/>
        <a:tabLst/>
        <a:defRPr sz="2001" b="0" i="0" kern="120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3pPr>
      <a:lvl4pPr marL="1381125" indent="-295275" algn="l" defTabSz="913868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chemeClr val="tx2"/>
        </a:buClr>
        <a:buSzPct val="120000"/>
        <a:buFont typeface="Wingdings" pitchFamily="2" charset="2"/>
        <a:buChar char="§"/>
        <a:tabLst/>
        <a:defRPr sz="1599" b="0" i="0" kern="120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4pPr>
      <a:lvl5pPr marL="776779" indent="-137071" algn="l" defTabSz="91386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5pPr>
      <a:lvl6pPr marL="913868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6pPr>
      <a:lvl7pPr marL="1060080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7pPr>
      <a:lvl8pPr marL="1215438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8pPr>
      <a:lvl9pPr marL="1361651" indent="-137071" algn="l" defTabSz="913868" rtl="0" eaLnBrk="1" latinLnBrk="0" hangingPunct="1">
        <a:lnSpc>
          <a:spcPct val="90000"/>
        </a:lnSpc>
        <a:spcBef>
          <a:spcPts val="203"/>
        </a:spcBef>
        <a:spcAft>
          <a:spcPts val="399"/>
        </a:spcAft>
        <a:buClr>
          <a:schemeClr val="accent1"/>
        </a:buClr>
        <a:buFont typeface="Wingdings 3" pitchFamily="18" charset="2"/>
        <a:buChar char=""/>
        <a:defRPr sz="14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31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868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786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721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658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590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504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435" algn="l" defTabSz="91386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047E7F-A06F-FB46-94F8-CE09B417D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This presentation template will work for detailed reports and presentations, as well as events and webinars</a:t>
            </a:r>
          </a:p>
          <a:p>
            <a:pPr lvl="1"/>
            <a:r>
              <a:rPr lang="en-US" dirty="0"/>
              <a:t>Check the [Layout] dropdown for alternative slide layouts and color options</a:t>
            </a:r>
          </a:p>
          <a:p>
            <a:pPr lvl="1"/>
            <a:r>
              <a:rPr lang="en-US" dirty="0"/>
              <a:t>Don’t use soft gradients or bubbly PowerPoint art shapes—keep designs minimal and punchy with our strong color palette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80CF5-5032-8241-B406-D7D08338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DEDB-A48B-4446-B28D-CB50AD841312}" type="datetime4">
              <a:rPr lang="en-US" smtClean="0"/>
              <a:pPr/>
              <a:t>December 21, 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2A78A7-4A1C-BF92-D1A8-E1E81540B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1D3FF-7324-5348-ABD9-D405A6ED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EE111B4D-9D16-2843-8C28-AFDAED1C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Notes</a:t>
            </a:r>
          </a:p>
        </p:txBody>
      </p:sp>
    </p:spTree>
    <p:extLst>
      <p:ext uri="{BB962C8B-B14F-4D97-AF65-F5344CB8AC3E}">
        <p14:creationId xmlns:p14="http://schemas.microsoft.com/office/powerpoint/2010/main" val="46963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5247C-D075-EB66-FCB6-07B04DBBD7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91EBE9-901D-A076-6D3E-1607EA9666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More detail on the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1309E-0D2F-F904-891B-EA93DDEFB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9DA5-9FDA-6343-B175-DEBBCCECA212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EABB6-7177-72FE-363D-CB3F88A22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425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C7165C-FEEF-A943-928B-3BF0874D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65570-36B4-8C46-9142-14AF6F0C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ED18F-02C1-0F4E-982C-BD9E9364B3CD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A8561-02BB-9896-0027-94A4BFF4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0077F-DCBA-B14D-9C45-669B926283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A1FB0A-AF8C-4F44-9EDC-E60115293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Oh look, a reversed, punchier option</a:t>
            </a:r>
          </a:p>
        </p:txBody>
      </p:sp>
    </p:spTree>
    <p:extLst>
      <p:ext uri="{BB962C8B-B14F-4D97-AF65-F5344CB8AC3E}">
        <p14:creationId xmlns:p14="http://schemas.microsoft.com/office/powerpoint/2010/main" val="683243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C7165C-FEEF-A943-928B-3BF0874D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65570-36B4-8C46-9142-14AF6F0C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8BDBA-A968-CE41-867B-F5F4FAEFA5C7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A8561-02BB-9896-0027-94A4BFF4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0077F-DCBA-B14D-9C45-669B926283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A1FB0A-AF8C-4F44-9EDC-E60115293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Oh look, a reversed, punchier option—with a photo!</a:t>
            </a:r>
          </a:p>
        </p:txBody>
      </p:sp>
    </p:spTree>
    <p:extLst>
      <p:ext uri="{BB962C8B-B14F-4D97-AF65-F5344CB8AC3E}">
        <p14:creationId xmlns:p14="http://schemas.microsoft.com/office/powerpoint/2010/main" val="480588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49115-7147-8E49-938D-7B25139FE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prominent opening point.</a:t>
            </a:r>
          </a:p>
          <a:p>
            <a:pPr lvl="1"/>
            <a:r>
              <a:rPr lang="en-US" dirty="0"/>
              <a:t>Some details in bulleted form</a:t>
            </a:r>
          </a:p>
          <a:p>
            <a:pPr lvl="1"/>
            <a:r>
              <a:rPr lang="en-US" dirty="0"/>
              <a:t>More details in bulleted form</a:t>
            </a:r>
          </a:p>
          <a:p>
            <a:pPr lvl="2"/>
            <a:r>
              <a:rPr lang="en-US" dirty="0"/>
              <a:t>In case you need to provide more clarity, a sub-bullet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9EC3-37E4-294C-BAE6-56E177C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7C5A4-E50B-D04F-BED7-A81E887AB2D2}" type="datetime4">
              <a:rPr lang="en-US" smtClean="0"/>
              <a:pPr/>
              <a:t>December 21,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E7697E-90B1-A37C-1561-915F716EC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Concise title labeling the type of content on the slide</a:t>
            </a:r>
          </a:p>
        </p:txBody>
      </p:sp>
    </p:spTree>
    <p:extLst>
      <p:ext uri="{BB962C8B-B14F-4D97-AF65-F5344CB8AC3E}">
        <p14:creationId xmlns:p14="http://schemas.microsoft.com/office/powerpoint/2010/main" val="1509752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when you really want to make a strong point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9EC3-37E4-294C-BAE6-56E177C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6D1CE-E91F-CA4B-966E-40B4C87F84A6}" type="datetime4">
              <a:rPr lang="en-US" smtClean="0"/>
              <a:pPr/>
              <a:t>December 21, 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90A1A-D1EF-2BE7-5B6C-B4DCDE9A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83528-5F70-794D-8B5A-41EA676CF826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US" dirty="0"/>
              <a:t>Some descriptive detail here, if needed.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49115-7147-8E49-938D-7B25139FECE8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A prominent supporting point.</a:t>
            </a:r>
          </a:p>
          <a:p>
            <a:pPr lvl="1"/>
            <a:r>
              <a:rPr lang="en-US" dirty="0"/>
              <a:t>Some details in bulleted form</a:t>
            </a:r>
          </a:p>
          <a:p>
            <a:pPr lvl="1"/>
            <a:r>
              <a:rPr lang="en-US" dirty="0"/>
              <a:t>More details in bulleted form</a:t>
            </a:r>
          </a:p>
          <a:p>
            <a:pPr lvl="2"/>
            <a:r>
              <a:rPr lang="en-US" dirty="0"/>
              <a:t>In case you need to provide more clarity, a sub-bullet</a:t>
            </a:r>
          </a:p>
          <a:p>
            <a:r>
              <a:rPr lang="en-US" dirty="0"/>
              <a:t>Another prominent supporting point.</a:t>
            </a:r>
          </a:p>
        </p:txBody>
      </p:sp>
    </p:spTree>
    <p:extLst>
      <p:ext uri="{BB962C8B-B14F-4D97-AF65-F5344CB8AC3E}">
        <p14:creationId xmlns:p14="http://schemas.microsoft.com/office/powerpoint/2010/main" val="1366012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80CF5-5032-8241-B406-D7D08338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FCC7-2093-684A-9A10-EFE88504B2C3}" type="datetime4">
              <a:rPr lang="en-US" smtClean="0"/>
              <a:pPr/>
              <a:t>December 21, 2022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279068-3C78-3C22-242A-1BCA7F864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1D3FF-7324-5348-ABD9-D405A6ED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9301C4F-2573-B84B-854E-7F803A399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Divider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047E7F-A06F-FB46-94F8-CE09B417D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section dividers are cool and break up the monotony.</a:t>
            </a:r>
          </a:p>
        </p:txBody>
      </p:sp>
    </p:spTree>
    <p:extLst>
      <p:ext uri="{BB962C8B-B14F-4D97-AF65-F5344CB8AC3E}">
        <p14:creationId xmlns:p14="http://schemas.microsoft.com/office/powerpoint/2010/main" val="411529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49115-7147-8E49-938D-7B25139FEC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One point of two.</a:t>
            </a:r>
          </a:p>
          <a:p>
            <a:pPr lvl="1"/>
            <a:r>
              <a:rPr lang="en-US" dirty="0"/>
              <a:t>Some details in bulleted form</a:t>
            </a:r>
          </a:p>
          <a:p>
            <a:pPr lvl="1"/>
            <a:r>
              <a:rPr lang="en-US" dirty="0"/>
              <a:t>More details in bulleted form</a:t>
            </a:r>
          </a:p>
          <a:p>
            <a:pPr lvl="2"/>
            <a:r>
              <a:rPr lang="en-US" dirty="0"/>
              <a:t>In case you need to provide more clarity, a sub-bullet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21C42-FFF4-0B4A-B1CD-85B2D35155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Two points of two.</a:t>
            </a:r>
          </a:p>
          <a:p>
            <a:pPr lvl="1"/>
            <a:r>
              <a:rPr lang="en-US" dirty="0"/>
              <a:t>Some details in bulleted form</a:t>
            </a:r>
          </a:p>
          <a:p>
            <a:pPr lvl="1"/>
            <a:r>
              <a:rPr lang="en-US" dirty="0"/>
              <a:t>More details in bulleted form</a:t>
            </a:r>
          </a:p>
          <a:p>
            <a:pPr lvl="2"/>
            <a:r>
              <a:rPr lang="en-US" dirty="0"/>
              <a:t>In case you need to provide more clarity, a sub-bullet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9EC3-37E4-294C-BAE6-56E177C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DC7EB-1562-BF47-B203-83FCAFD57D94}" type="datetime4">
              <a:rPr lang="en-US" smtClean="0"/>
              <a:pPr/>
              <a:t>December 21, 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7BEE3-13AB-451C-4205-FED3E7A2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258C5-6523-1948-A7B6-335B4E2F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EA1002-7B5B-2D43-B030-CE317EDE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title</a:t>
            </a:r>
          </a:p>
        </p:txBody>
      </p:sp>
    </p:spTree>
    <p:extLst>
      <p:ext uri="{BB962C8B-B14F-4D97-AF65-F5344CB8AC3E}">
        <p14:creationId xmlns:p14="http://schemas.microsoft.com/office/powerpoint/2010/main" val="1883314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this slide for background, perspectives, and introductions. Remember less is more.</a:t>
            </a:r>
          </a:p>
          <a:p>
            <a:pPr lvl="1"/>
            <a:r>
              <a:rPr lang="en-US" dirty="0"/>
              <a:t>Bullet-points short and pointed</a:t>
            </a:r>
          </a:p>
          <a:p>
            <a:pPr lvl="1"/>
            <a:r>
              <a:rPr lang="en-US" dirty="0"/>
              <a:t>All items are aligned to the summary title</a:t>
            </a:r>
          </a:p>
          <a:p>
            <a:pPr lvl="1"/>
            <a:r>
              <a:rPr lang="en-US" dirty="0"/>
              <a:t>Overall number of bullets under eight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2965D8-FE39-A41A-1D0C-722B18A9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8B47-71AC-4F45-96BC-C1320E35E30B}" type="datetime4">
              <a:rPr lang="en-US" smtClean="0"/>
              <a:pPr/>
              <a:t>December 21,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110BD4-213F-5BBB-EB39-25EE3224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D22A5-1632-FAA4-5D39-9CC2A6428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Title</a:t>
            </a:r>
          </a:p>
        </p:txBody>
      </p:sp>
    </p:spTree>
    <p:extLst>
      <p:ext uri="{BB962C8B-B14F-4D97-AF65-F5344CB8AC3E}">
        <p14:creationId xmlns:p14="http://schemas.microsoft.com/office/powerpoint/2010/main" val="3867880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6B85EEC-6E49-3E5C-92DF-BF86D602C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this slide design for single statements with bold ideas.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A3B91E-84E0-C8B3-920E-957F16470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93478-8170-A44B-B6E9-700450395CC4}" type="datetime4">
              <a:rPr lang="en-US" smtClean="0"/>
              <a:pPr/>
              <a:t>December 21,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8B2CA9-E6AA-3CDC-B8D1-6A610759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E755D-328E-EAB6-FE41-FDE5ECE4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688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this slide for summaries with icons. Remember less is more.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A479D4-5B03-7554-A691-DD4B0540E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BF597-6C97-E94F-BAEE-6CD1A8553C0A}" type="datetime4">
              <a:rPr lang="en-US" smtClean="0"/>
              <a:pPr/>
              <a:t>December 21,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FF5EC-E4AC-AE81-6936-8855182A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24505-375F-9194-96C8-178AC47B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ED07A3-33F4-5442-9C1F-C4FE833FB634}"/>
              </a:ext>
            </a:extLst>
          </p:cNvPr>
          <p:cNvSpPr/>
          <p:nvPr/>
        </p:nvSpPr>
        <p:spPr>
          <a:xfrm>
            <a:off x="1019431" y="1916859"/>
            <a:ext cx="800100" cy="800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 dirty="0">
                <a:solidFill>
                  <a:schemeClr val="accent2"/>
                </a:solidFill>
                <a:latin typeface="Franklin Gothic Book" panose="020B0503020102020204"/>
              </a:rPr>
              <a:t>Icon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B59B40-943A-7444-BC4A-AA5794D3EB2F}"/>
              </a:ext>
            </a:extLst>
          </p:cNvPr>
          <p:cNvSpPr/>
          <p:nvPr/>
        </p:nvSpPr>
        <p:spPr>
          <a:xfrm>
            <a:off x="1019431" y="3201227"/>
            <a:ext cx="800100" cy="800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 dirty="0">
                <a:solidFill>
                  <a:schemeClr val="accent2"/>
                </a:solidFill>
                <a:latin typeface="Franklin Gothic Book" panose="020B0503020102020204"/>
              </a:rPr>
              <a:t>Icon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2E6D76-F33C-1F42-A9A1-536CBDACE929}"/>
              </a:ext>
            </a:extLst>
          </p:cNvPr>
          <p:cNvSpPr/>
          <p:nvPr/>
        </p:nvSpPr>
        <p:spPr>
          <a:xfrm>
            <a:off x="1019431" y="4614579"/>
            <a:ext cx="800100" cy="800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 dirty="0">
                <a:solidFill>
                  <a:schemeClr val="accent2"/>
                </a:solidFill>
                <a:latin typeface="Franklin Gothic Book" panose="020B0503020102020204"/>
              </a:rPr>
              <a:t>Icon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6E748-5A76-7F45-90CF-91F19C47C2C7}"/>
              </a:ext>
            </a:extLst>
          </p:cNvPr>
          <p:cNvSpPr txBox="1"/>
          <p:nvPr/>
        </p:nvSpPr>
        <p:spPr>
          <a:xfrm>
            <a:off x="2146861" y="2086409"/>
            <a:ext cx="6855707" cy="461019"/>
          </a:xfrm>
          <a:prstGeom prst="rect">
            <a:avLst/>
          </a:prstGeom>
        </p:spPr>
        <p:txBody>
          <a:bodyPr vert="horz" wrap="square" lIns="45720" tIns="45720" rIns="45720" bIns="45720" rtlCol="0">
            <a:normAutofit fontScale="92500" lnSpcReduction="10000"/>
          </a:bodyPr>
          <a:lstStyle/>
          <a:p>
            <a:pPr>
              <a:spcBef>
                <a:spcPts val="1800"/>
              </a:spcBef>
            </a:pPr>
            <a:r>
              <a:rPr lang="en-US" sz="2799" dirty="0"/>
              <a:t>Bullet-points short and pointed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1312D6-80C9-264B-B13D-D9C69F7A7FA1}"/>
              </a:ext>
            </a:extLst>
          </p:cNvPr>
          <p:cNvSpPr txBox="1"/>
          <p:nvPr/>
        </p:nvSpPr>
        <p:spPr>
          <a:xfrm>
            <a:off x="2146861" y="3358621"/>
            <a:ext cx="6855707" cy="461019"/>
          </a:xfrm>
          <a:prstGeom prst="rect">
            <a:avLst/>
          </a:prstGeom>
        </p:spPr>
        <p:txBody>
          <a:bodyPr vert="horz" wrap="square" lIns="45720" tIns="45720" rIns="45720" bIns="45720" rtlCol="0">
            <a:normAutofit fontScale="92500" lnSpcReduction="10000"/>
          </a:bodyPr>
          <a:lstStyle/>
          <a:p>
            <a:pPr indent="-228462">
              <a:spcBef>
                <a:spcPts val="1800"/>
              </a:spcBef>
            </a:pPr>
            <a:r>
              <a:rPr lang="en-US" sz="2799" dirty="0"/>
              <a:t>All items are aligned to the summary title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F32A91-1FFA-634B-9EDF-48406C52066B}"/>
              </a:ext>
            </a:extLst>
          </p:cNvPr>
          <p:cNvSpPr txBox="1"/>
          <p:nvPr/>
        </p:nvSpPr>
        <p:spPr>
          <a:xfrm>
            <a:off x="2146861" y="4803105"/>
            <a:ext cx="6855707" cy="461019"/>
          </a:xfrm>
          <a:prstGeom prst="rect">
            <a:avLst/>
          </a:prstGeom>
        </p:spPr>
        <p:txBody>
          <a:bodyPr vert="horz" wrap="square" lIns="45720" tIns="45720" rIns="45720" bIns="45720" rtlCol="0">
            <a:normAutofit fontScale="92500" lnSpcReduction="10000"/>
          </a:bodyPr>
          <a:lstStyle/>
          <a:p>
            <a:pPr indent="-228462">
              <a:spcBef>
                <a:spcPts val="1800"/>
              </a:spcBef>
            </a:pPr>
            <a:r>
              <a:rPr lang="en-US" sz="2799" dirty="0"/>
              <a:t>Overall number of bullets under eight</a:t>
            </a:r>
          </a:p>
        </p:txBody>
      </p:sp>
    </p:spTree>
    <p:extLst>
      <p:ext uri="{BB962C8B-B14F-4D97-AF65-F5344CB8AC3E}">
        <p14:creationId xmlns:p14="http://schemas.microsoft.com/office/powerpoint/2010/main" val="2474945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Use this slide for background, perspectives, and introductions. Remember less is more.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BAE4A34D-E5DC-334E-AF2E-D15F485FB2F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Bullet-points short and pointed</a:t>
            </a:r>
          </a:p>
          <a:p>
            <a:r>
              <a:rPr lang="en-US" dirty="0"/>
              <a:t>All items are aligned to the summary title</a:t>
            </a:r>
          </a:p>
          <a:p>
            <a:r>
              <a:rPr lang="en-US" dirty="0"/>
              <a:t>Overall number of bullets under eight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94ACDA-3217-A820-F187-4DE709B9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8BB57-2BCA-B94E-A8A7-662DFB5C3FAE}" type="datetime4">
              <a:rPr lang="en-US" smtClean="0"/>
              <a:pPr/>
              <a:t>December 21,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6AFA7-9C42-6CEA-C771-025910CB6AD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DE591-6543-BF4A-1CE9-66A10A22544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732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FA0CA-5918-0DD8-B3BD-B2A822F44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DCDF6-F7E6-6847-A27A-BD5C92500A00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69E546-FAD9-1E1D-762F-1E384F85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82FB3-1E43-EF5A-4A0E-E552BE64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1453B4-7DB2-CB01-C7EE-9C1A7E1F7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97280"/>
            <a:ext cx="11292840" cy="806676"/>
          </a:xfrm>
        </p:spPr>
        <p:txBody>
          <a:bodyPr/>
          <a:lstStyle/>
          <a:p>
            <a:r>
              <a:rPr lang="en-US" dirty="0"/>
              <a:t>Use this slide to present offerings or a series of content.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7497E369-D3E4-5E7D-5862-6C0A03B239CE}"/>
              </a:ext>
            </a:extLst>
          </p:cNvPr>
          <p:cNvSpPr txBox="1">
            <a:spLocks/>
          </p:cNvSpPr>
          <p:nvPr/>
        </p:nvSpPr>
        <p:spPr>
          <a:xfrm>
            <a:off x="523067" y="2750352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BA36E781-7D75-8415-5D7A-5DE3281A4A3A}"/>
              </a:ext>
            </a:extLst>
          </p:cNvPr>
          <p:cNvSpPr txBox="1">
            <a:spLocks/>
          </p:cNvSpPr>
          <p:nvPr/>
        </p:nvSpPr>
        <p:spPr>
          <a:xfrm>
            <a:off x="3452860" y="2750352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1A9190D4-3469-A51C-9E53-617C48406967}"/>
              </a:ext>
            </a:extLst>
          </p:cNvPr>
          <p:cNvSpPr txBox="1">
            <a:spLocks/>
          </p:cNvSpPr>
          <p:nvPr/>
        </p:nvSpPr>
        <p:spPr>
          <a:xfrm>
            <a:off x="6382653" y="2750352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FD95E2A5-9980-BB1D-E113-A6B9D51330D9}"/>
              </a:ext>
            </a:extLst>
          </p:cNvPr>
          <p:cNvSpPr txBox="1">
            <a:spLocks/>
          </p:cNvSpPr>
          <p:nvPr/>
        </p:nvSpPr>
        <p:spPr>
          <a:xfrm>
            <a:off x="9312446" y="2750352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</p:spTree>
    <p:extLst>
      <p:ext uri="{BB962C8B-B14F-4D97-AF65-F5344CB8AC3E}">
        <p14:creationId xmlns:p14="http://schemas.microsoft.com/office/powerpoint/2010/main" val="3664526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A127B7A-FF92-6041-A54E-21FD38EC1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this slide to present offerings or a series of content.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F4E476-8BE7-CDAF-972D-8BB3ACD60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87256-7F71-4345-A23E-916070F007F6}" type="datetime4">
              <a:rPr lang="en-US" smtClean="0"/>
              <a:pPr/>
              <a:t>December 21, 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0743B-7EC7-90A8-7D4E-F1F1E494B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7370A-331C-96AC-5DE2-D61FB7E2F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B700A9-E353-0041-9EA0-682FDA6A1530}"/>
              </a:ext>
            </a:extLst>
          </p:cNvPr>
          <p:cNvSpPr/>
          <p:nvPr/>
        </p:nvSpPr>
        <p:spPr>
          <a:xfrm>
            <a:off x="631895" y="2000627"/>
            <a:ext cx="1776707" cy="16737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chemeClr val="accent2"/>
                </a:solidFill>
                <a:latin typeface="Franklin Gothic Book" panose="020B0503020102020204"/>
              </a:rPr>
              <a:t>Image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E40A4A-9A19-F549-80D9-8B9D291ACA53}"/>
              </a:ext>
            </a:extLst>
          </p:cNvPr>
          <p:cNvSpPr/>
          <p:nvPr/>
        </p:nvSpPr>
        <p:spPr>
          <a:xfrm>
            <a:off x="3559268" y="1989744"/>
            <a:ext cx="1776707" cy="16737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chemeClr val="accent2"/>
                </a:solidFill>
                <a:latin typeface="Franklin Gothic Book" panose="020B0503020102020204"/>
              </a:rPr>
              <a:t>Image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AB8A33-A91A-3546-A43F-359F4C8A99F9}"/>
              </a:ext>
            </a:extLst>
          </p:cNvPr>
          <p:cNvSpPr/>
          <p:nvPr/>
        </p:nvSpPr>
        <p:spPr>
          <a:xfrm>
            <a:off x="6486641" y="2000630"/>
            <a:ext cx="1776707" cy="16737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chemeClr val="accent2"/>
                </a:solidFill>
                <a:latin typeface="Franklin Gothic Book" panose="020B0503020102020204"/>
              </a:rPr>
              <a:t>Image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63F938-6044-FF4E-968D-E05D40BB1D55}"/>
              </a:ext>
            </a:extLst>
          </p:cNvPr>
          <p:cNvSpPr/>
          <p:nvPr/>
        </p:nvSpPr>
        <p:spPr>
          <a:xfrm>
            <a:off x="9414013" y="2000630"/>
            <a:ext cx="1776707" cy="16737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137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693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800">
                <a:solidFill>
                  <a:schemeClr val="accent2"/>
                </a:solidFill>
                <a:latin typeface="Franklin Gothic Book" panose="020B0503020102020204"/>
              </a:rPr>
              <a:t>Image</a:t>
            </a:r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F760D82A-1098-2989-65CA-CEFF028D1E5C}"/>
              </a:ext>
            </a:extLst>
          </p:cNvPr>
          <p:cNvSpPr txBox="1">
            <a:spLocks/>
          </p:cNvSpPr>
          <p:nvPr/>
        </p:nvSpPr>
        <p:spPr>
          <a:xfrm>
            <a:off x="523067" y="3794123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5DA1DCB4-6F27-08AA-8DEB-3B8767A0319F}"/>
              </a:ext>
            </a:extLst>
          </p:cNvPr>
          <p:cNvSpPr txBox="1">
            <a:spLocks/>
          </p:cNvSpPr>
          <p:nvPr/>
        </p:nvSpPr>
        <p:spPr>
          <a:xfrm>
            <a:off x="3452860" y="3794123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9348D5AF-4CB5-9D15-2E87-4336E71C0D85}"/>
              </a:ext>
            </a:extLst>
          </p:cNvPr>
          <p:cNvSpPr txBox="1">
            <a:spLocks/>
          </p:cNvSpPr>
          <p:nvPr/>
        </p:nvSpPr>
        <p:spPr>
          <a:xfrm>
            <a:off x="6382653" y="3794123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  <p:sp>
        <p:nvSpPr>
          <p:cNvPr id="29" name="Content Placeholder 9">
            <a:extLst>
              <a:ext uri="{FF2B5EF4-FFF2-40B4-BE49-F238E27FC236}">
                <a16:creationId xmlns:a16="http://schemas.microsoft.com/office/drawing/2014/main" id="{D0A4B8B4-9274-5E0B-0314-AA60999CBB17}"/>
              </a:ext>
            </a:extLst>
          </p:cNvPr>
          <p:cNvSpPr txBox="1">
            <a:spLocks/>
          </p:cNvSpPr>
          <p:nvPr/>
        </p:nvSpPr>
        <p:spPr>
          <a:xfrm>
            <a:off x="9312446" y="3794123"/>
            <a:ext cx="2356487" cy="1357295"/>
          </a:xfrm>
          <a:prstGeom prst="rect">
            <a:avLst/>
          </a:prstGeom>
        </p:spPr>
        <p:txBody>
          <a:bodyPr lIns="91440" tIns="91440" rIns="91440" bIns="91440">
            <a:spAutoFit/>
          </a:bodyPr>
          <a:lstStyle>
            <a:lvl1pPr marL="0" indent="0" algn="l" defTabSz="457189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Font typeface="Arial" charset="0"/>
              <a:buNone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35" indent="-311143" algn="l" defTabSz="457189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Wingdings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876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+mj-lt"/>
              <a:buAutoNum type="arabicParenR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1232" indent="-233357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75000"/>
              <a:buFont typeface="Wingdings" charset="2"/>
              <a:buChar char="§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9361" indent="-292093" algn="l" defTabSz="457189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+mj-lt"/>
              <a:buAutoNum type="romanUcPeriod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6915">
              <a:defRPr/>
            </a:pPr>
            <a:r>
              <a:rPr lang="en-US" sz="2000" b="1" dirty="0">
                <a:solidFill>
                  <a:srgbClr val="000000"/>
                </a:solidFill>
                <a:ea typeface="Roboto" panose="02000000000000000000" pitchFamily="2" charset="0"/>
              </a:rPr>
              <a:t>A Short Title</a:t>
            </a:r>
          </a:p>
          <a:p>
            <a:pPr defTabSz="456915">
              <a:defRPr/>
            </a:pPr>
            <a:r>
              <a:rPr lang="en-US" sz="1600" dirty="0">
                <a:solidFill>
                  <a:srgbClr val="000000"/>
                </a:solidFill>
                <a:ea typeface="Roboto" panose="02000000000000000000" pitchFamily="2" charset="0"/>
              </a:rPr>
              <a:t>Content that describes the item. Remember less is more.</a:t>
            </a:r>
          </a:p>
        </p:txBody>
      </p:sp>
    </p:spTree>
    <p:extLst>
      <p:ext uri="{BB962C8B-B14F-4D97-AF65-F5344CB8AC3E}">
        <p14:creationId xmlns:p14="http://schemas.microsoft.com/office/powerpoint/2010/main" val="2282106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E9B695-7DC8-7F46-875A-60AEB0F3A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8175" y="1187618"/>
            <a:ext cx="5016493" cy="4755982"/>
          </a:xfrm>
        </p:spPr>
        <p:txBody>
          <a:bodyPr/>
          <a:lstStyle/>
          <a:p>
            <a:r>
              <a:rPr lang="en-US" dirty="0"/>
              <a:t>Use this slide for data summaries.</a:t>
            </a:r>
          </a:p>
          <a:p>
            <a:r>
              <a:rPr lang="en-US" dirty="0"/>
              <a:t>Convert the chart to the left to another type of chart if needed.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46ADB3-06B3-E95D-EF4B-A2426B89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7D42-E059-A443-BD42-6F1B35212534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32640-28D0-0C60-B46D-92D8F01B7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253A8-A793-AD89-D09F-A757B2FD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DF6855-92B0-C94C-A001-0A952A63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E5942A-492C-2249-9A7C-C45FBC6C373F}"/>
              </a:ext>
            </a:extLst>
          </p:cNvPr>
          <p:cNvGrpSpPr/>
          <p:nvPr/>
        </p:nvGrpSpPr>
        <p:grpSpPr>
          <a:xfrm>
            <a:off x="492715" y="1187618"/>
            <a:ext cx="5316632" cy="5186687"/>
            <a:chOff x="1247362" y="1888031"/>
            <a:chExt cx="3912424" cy="3816803"/>
          </a:xfrm>
        </p:grpSpPr>
        <p:graphicFrame>
          <p:nvGraphicFramePr>
            <p:cNvPr id="17" name="Chart 16">
              <a:extLst>
                <a:ext uri="{FF2B5EF4-FFF2-40B4-BE49-F238E27FC236}">
                  <a16:creationId xmlns:a16="http://schemas.microsoft.com/office/drawing/2014/main" id="{8D11E8BF-1511-E744-8315-60F5FEEC147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36089652"/>
                </p:ext>
              </p:extLst>
            </p:nvPr>
          </p:nvGraphicFramePr>
          <p:xfrm>
            <a:off x="1247362" y="1888031"/>
            <a:ext cx="3912424" cy="381680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0787F4C-9D3F-324F-A4BF-051AB19B4E8F}"/>
                </a:ext>
              </a:extLst>
            </p:cNvPr>
            <p:cNvSpPr txBox="1"/>
            <p:nvPr/>
          </p:nvSpPr>
          <p:spPr>
            <a:xfrm>
              <a:off x="2764461" y="3406719"/>
              <a:ext cx="889138" cy="45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456931">
                <a:defRPr/>
              </a:pPr>
              <a:r>
                <a:rPr lang="en-US" sz="2001">
                  <a:solidFill>
                    <a:srgbClr val="000000"/>
                  </a:solidFill>
                  <a:latin typeface="Franklin Gothic Book" panose="020B0503020102020204"/>
                </a:rPr>
                <a:t>Data Analysis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76A4FE-2100-B646-90D6-7838F1FBA7EC}"/>
                </a:ext>
              </a:extLst>
            </p:cNvPr>
            <p:cNvSpPr txBox="1"/>
            <p:nvPr/>
          </p:nvSpPr>
          <p:spPr>
            <a:xfrm>
              <a:off x="4179845" y="3787608"/>
              <a:ext cx="459110" cy="384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456931">
                <a:defRPr/>
              </a:pPr>
              <a:r>
                <a:rPr lang="en-US" sz="999" b="1" dirty="0">
                  <a:solidFill>
                    <a:schemeClr val="bg1"/>
                  </a:solidFill>
                  <a:latin typeface="Franklin Gothic Book" panose="020B0503020102020204"/>
                </a:rPr>
                <a:t>Type A</a:t>
              </a:r>
            </a:p>
            <a:p>
              <a:pPr algn="ctr" defTabSz="456931">
                <a:defRPr/>
              </a:pPr>
              <a:r>
                <a:rPr lang="en-US" sz="1800" b="1" dirty="0">
                  <a:solidFill>
                    <a:schemeClr val="bg1"/>
                  </a:solidFill>
                  <a:latin typeface="Franklin Gothic Book" panose="020B0503020102020204"/>
                </a:rPr>
                <a:t>63%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97202B-9F71-EC46-AD7E-766F87EA701E}"/>
                </a:ext>
              </a:extLst>
            </p:cNvPr>
            <p:cNvSpPr txBox="1"/>
            <p:nvPr/>
          </p:nvSpPr>
          <p:spPr>
            <a:xfrm>
              <a:off x="1743673" y="3795892"/>
              <a:ext cx="459110" cy="384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456931">
                <a:defRPr/>
              </a:pPr>
              <a:r>
                <a:rPr lang="en-US" sz="999" b="1" dirty="0">
                  <a:latin typeface="Franklin Gothic Book" panose="020B0503020102020204"/>
                </a:rPr>
                <a:t>Type B</a:t>
              </a:r>
            </a:p>
            <a:p>
              <a:pPr algn="ctr" defTabSz="456931">
                <a:defRPr/>
              </a:pPr>
              <a:r>
                <a:rPr lang="en-US" sz="1800" b="1" dirty="0">
                  <a:latin typeface="Franklin Gothic Book" panose="020B0503020102020204"/>
                </a:rPr>
                <a:t>22%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FF650A8-678E-A34E-9806-225BBD35D430}"/>
                </a:ext>
              </a:extLst>
            </p:cNvPr>
            <p:cNvSpPr txBox="1"/>
            <p:nvPr/>
          </p:nvSpPr>
          <p:spPr>
            <a:xfrm>
              <a:off x="2004693" y="2588145"/>
              <a:ext cx="457600" cy="384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456931">
                <a:defRPr/>
              </a:pPr>
              <a:r>
                <a:rPr lang="en-US" sz="999" b="1" dirty="0">
                  <a:latin typeface="Franklin Gothic Book" panose="020B0503020102020204"/>
                </a:rPr>
                <a:t>Type D</a:t>
              </a:r>
            </a:p>
            <a:p>
              <a:pPr algn="ctr" defTabSz="456931">
                <a:defRPr/>
              </a:pPr>
              <a:r>
                <a:rPr lang="en-US" sz="1800" b="1" dirty="0">
                  <a:latin typeface="Franklin Gothic Book" panose="020B0503020102020204"/>
                </a:rPr>
                <a:t>13%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37194A1-2F08-3D46-BFA3-2EB5427C8B21}"/>
                </a:ext>
              </a:extLst>
            </p:cNvPr>
            <p:cNvSpPr txBox="1"/>
            <p:nvPr/>
          </p:nvSpPr>
          <p:spPr>
            <a:xfrm>
              <a:off x="2663251" y="2177548"/>
              <a:ext cx="406026" cy="384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456931">
                <a:defRPr/>
              </a:pPr>
              <a:r>
                <a:rPr lang="en-US" sz="999" b="1" dirty="0">
                  <a:solidFill>
                    <a:schemeClr val="bg1"/>
                  </a:solidFill>
                  <a:latin typeface="Franklin Gothic Book" panose="020B0503020102020204"/>
                </a:rPr>
                <a:t>Type D</a:t>
              </a:r>
            </a:p>
            <a:p>
              <a:pPr algn="ctr" defTabSz="456931">
                <a:defRPr/>
              </a:pPr>
              <a:r>
                <a:rPr lang="en-US" sz="1800" b="1" dirty="0">
                  <a:solidFill>
                    <a:schemeClr val="bg1"/>
                  </a:solidFill>
                  <a:latin typeface="Franklin Gothic Book" panose="020B0503020102020204"/>
                </a:rPr>
                <a:t>9%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3659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CB4631-DB86-CA49-A242-9FEDB9D5B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931146"/>
              </p:ext>
            </p:extLst>
          </p:nvPr>
        </p:nvGraphicFramePr>
        <p:xfrm>
          <a:off x="0" y="854975"/>
          <a:ext cx="12192000" cy="4865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39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500" b="0" kern="1200" dirty="0">
                        <a:gradFill>
                          <a:gsLst>
                            <a:gs pos="24583">
                              <a:schemeClr val="bg1"/>
                            </a:gs>
                            <a:gs pos="41000">
                              <a:schemeClr val="bg1"/>
                            </a:gs>
                          </a:gsLst>
                          <a:lin ang="5400000" scaled="0"/>
                        </a:gra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500" b="0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Option 1</a:t>
                      </a: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500" b="0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Option 2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500" b="0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Option 3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5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Option 4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5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A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50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5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B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500" b="1" kern="120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C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500" b="1" kern="120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D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8327">
                <a:tc>
                  <a:txBody>
                    <a:bodyPr/>
                    <a:lstStyle/>
                    <a:p>
                      <a:pPr algn="r"/>
                      <a:r>
                        <a:rPr lang="en-US" sz="1500" b="1" kern="120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Feature E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6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1D6E1BA-8B44-5945-9522-BAE65A839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C01BC-A931-CE09-CD56-4E45368D1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ED09C-5F6B-7D49-98C9-96C0C3A16B09}" type="datetime4">
              <a:rPr lang="en-US" smtClean="0"/>
              <a:t>December 21, 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40ECB-49EB-DED2-D098-068B419B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Document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AAA63-317D-09E9-F143-A7D70941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3D1E973-4DE1-4342-8CCE-F6783AA093FD}"/>
              </a:ext>
            </a:extLst>
          </p:cNvPr>
          <p:cNvGrpSpPr/>
          <p:nvPr/>
        </p:nvGrpSpPr>
        <p:grpSpPr>
          <a:xfrm>
            <a:off x="10678340" y="1726181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24" name="Freeform 509">
              <a:extLst>
                <a:ext uri="{FF2B5EF4-FFF2-40B4-BE49-F238E27FC236}">
                  <a16:creationId xmlns:a16="http://schemas.microsoft.com/office/drawing/2014/main" id="{BABBF76E-37AF-4E4D-942B-6F15E062FE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25" name="Freeform 510">
              <a:extLst>
                <a:ext uri="{FF2B5EF4-FFF2-40B4-BE49-F238E27FC236}">
                  <a16:creationId xmlns:a16="http://schemas.microsoft.com/office/drawing/2014/main" id="{9C613D68-0B00-3F4A-BA78-68C1380B7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19EAC63-7BF5-DE4D-9CA2-428CD60FB576}"/>
              </a:ext>
            </a:extLst>
          </p:cNvPr>
          <p:cNvGrpSpPr/>
          <p:nvPr/>
        </p:nvGrpSpPr>
        <p:grpSpPr>
          <a:xfrm>
            <a:off x="10678340" y="2576702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27" name="Freeform 509">
              <a:extLst>
                <a:ext uri="{FF2B5EF4-FFF2-40B4-BE49-F238E27FC236}">
                  <a16:creationId xmlns:a16="http://schemas.microsoft.com/office/drawing/2014/main" id="{44E555C9-F4B8-C241-ACA6-8894AAA401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28" name="Freeform 510">
              <a:extLst>
                <a:ext uri="{FF2B5EF4-FFF2-40B4-BE49-F238E27FC236}">
                  <a16:creationId xmlns:a16="http://schemas.microsoft.com/office/drawing/2014/main" id="{AA51D9F0-774F-F746-92BB-5F061571B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298A335-BA9B-2D45-ACBD-1531AB81DFF2}"/>
              </a:ext>
            </a:extLst>
          </p:cNvPr>
          <p:cNvGrpSpPr/>
          <p:nvPr/>
        </p:nvGrpSpPr>
        <p:grpSpPr>
          <a:xfrm>
            <a:off x="10678340" y="3427218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30" name="Freeform 509">
              <a:extLst>
                <a:ext uri="{FF2B5EF4-FFF2-40B4-BE49-F238E27FC236}">
                  <a16:creationId xmlns:a16="http://schemas.microsoft.com/office/drawing/2014/main" id="{9F531396-21C7-2C45-B685-A30DB88730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31" name="Freeform 510">
              <a:extLst>
                <a:ext uri="{FF2B5EF4-FFF2-40B4-BE49-F238E27FC236}">
                  <a16:creationId xmlns:a16="http://schemas.microsoft.com/office/drawing/2014/main" id="{D29C0930-5F87-F949-9422-5728657A3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C6E166A-4D31-014F-9D42-6376987A7A7B}"/>
              </a:ext>
            </a:extLst>
          </p:cNvPr>
          <p:cNvGrpSpPr/>
          <p:nvPr/>
        </p:nvGrpSpPr>
        <p:grpSpPr>
          <a:xfrm>
            <a:off x="10678340" y="4277734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33" name="Freeform 509">
              <a:extLst>
                <a:ext uri="{FF2B5EF4-FFF2-40B4-BE49-F238E27FC236}">
                  <a16:creationId xmlns:a16="http://schemas.microsoft.com/office/drawing/2014/main" id="{0757A674-F2FB-DC4D-8E34-8E4A2D6948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34" name="Freeform 510">
              <a:extLst>
                <a:ext uri="{FF2B5EF4-FFF2-40B4-BE49-F238E27FC236}">
                  <a16:creationId xmlns:a16="http://schemas.microsoft.com/office/drawing/2014/main" id="{5FC9526F-6798-9D47-B12F-46E4F4C35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16D22DE-328D-644E-B38F-59514E06A372}"/>
              </a:ext>
            </a:extLst>
          </p:cNvPr>
          <p:cNvGrpSpPr/>
          <p:nvPr/>
        </p:nvGrpSpPr>
        <p:grpSpPr>
          <a:xfrm>
            <a:off x="10680621" y="5128250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36" name="Freeform 509">
              <a:extLst>
                <a:ext uri="{FF2B5EF4-FFF2-40B4-BE49-F238E27FC236}">
                  <a16:creationId xmlns:a16="http://schemas.microsoft.com/office/drawing/2014/main" id="{268550A2-D63A-964A-9772-426F4D660B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37" name="Freeform 510">
              <a:extLst>
                <a:ext uri="{FF2B5EF4-FFF2-40B4-BE49-F238E27FC236}">
                  <a16:creationId xmlns:a16="http://schemas.microsoft.com/office/drawing/2014/main" id="{C248DE2F-705D-4642-AAD4-CF54E8C6C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BB1474F-B564-5243-B7A8-5CFDF40E1A08}"/>
              </a:ext>
            </a:extLst>
          </p:cNvPr>
          <p:cNvGrpSpPr/>
          <p:nvPr/>
        </p:nvGrpSpPr>
        <p:grpSpPr>
          <a:xfrm>
            <a:off x="7914948" y="1726181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40" name="Freeform 509">
              <a:extLst>
                <a:ext uri="{FF2B5EF4-FFF2-40B4-BE49-F238E27FC236}">
                  <a16:creationId xmlns:a16="http://schemas.microsoft.com/office/drawing/2014/main" id="{6DB0B9A5-79BA-584A-927C-899118E9CF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41" name="Freeform 510">
              <a:extLst>
                <a:ext uri="{FF2B5EF4-FFF2-40B4-BE49-F238E27FC236}">
                  <a16:creationId xmlns:a16="http://schemas.microsoft.com/office/drawing/2014/main" id="{BB580A32-51AC-ED42-9F90-88C5F04F1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A6AA72A-DA6E-EC4A-B4F4-6E145599EC49}"/>
              </a:ext>
            </a:extLst>
          </p:cNvPr>
          <p:cNvGrpSpPr/>
          <p:nvPr/>
        </p:nvGrpSpPr>
        <p:grpSpPr>
          <a:xfrm>
            <a:off x="7914948" y="2576702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43" name="Freeform 509">
              <a:extLst>
                <a:ext uri="{FF2B5EF4-FFF2-40B4-BE49-F238E27FC236}">
                  <a16:creationId xmlns:a16="http://schemas.microsoft.com/office/drawing/2014/main" id="{F466CC74-1685-964F-8B36-F82A540739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44" name="Freeform 510">
              <a:extLst>
                <a:ext uri="{FF2B5EF4-FFF2-40B4-BE49-F238E27FC236}">
                  <a16:creationId xmlns:a16="http://schemas.microsoft.com/office/drawing/2014/main" id="{938A0BFD-D65B-6D47-83CB-509107458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572518B-C3B9-5741-85A8-8D7012C2AD01}"/>
              </a:ext>
            </a:extLst>
          </p:cNvPr>
          <p:cNvGrpSpPr/>
          <p:nvPr/>
        </p:nvGrpSpPr>
        <p:grpSpPr>
          <a:xfrm>
            <a:off x="7914948" y="3427218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46" name="Freeform 509">
              <a:extLst>
                <a:ext uri="{FF2B5EF4-FFF2-40B4-BE49-F238E27FC236}">
                  <a16:creationId xmlns:a16="http://schemas.microsoft.com/office/drawing/2014/main" id="{776864C3-678A-8B4D-B222-6ABF2DB5F3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47" name="Freeform 510">
              <a:extLst>
                <a:ext uri="{FF2B5EF4-FFF2-40B4-BE49-F238E27FC236}">
                  <a16:creationId xmlns:a16="http://schemas.microsoft.com/office/drawing/2014/main" id="{591848D7-E0D1-774D-A4BF-CE589EDAD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863E55E-E5B1-5C4E-9348-3858B25F8ED3}"/>
              </a:ext>
            </a:extLst>
          </p:cNvPr>
          <p:cNvGrpSpPr/>
          <p:nvPr/>
        </p:nvGrpSpPr>
        <p:grpSpPr>
          <a:xfrm>
            <a:off x="7914948" y="4277734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49" name="Freeform 509">
              <a:extLst>
                <a:ext uri="{FF2B5EF4-FFF2-40B4-BE49-F238E27FC236}">
                  <a16:creationId xmlns:a16="http://schemas.microsoft.com/office/drawing/2014/main" id="{E70185C9-B9CD-6E47-A93A-3645E5584B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50" name="Freeform 510">
              <a:extLst>
                <a:ext uri="{FF2B5EF4-FFF2-40B4-BE49-F238E27FC236}">
                  <a16:creationId xmlns:a16="http://schemas.microsoft.com/office/drawing/2014/main" id="{A69A7AF4-49F1-F048-9141-6120ABCB6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4CAECC3-D052-7D47-8A83-63C07BCCB71A}"/>
              </a:ext>
            </a:extLst>
          </p:cNvPr>
          <p:cNvGrpSpPr/>
          <p:nvPr/>
        </p:nvGrpSpPr>
        <p:grpSpPr>
          <a:xfrm>
            <a:off x="5149275" y="1726181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52" name="Freeform 509">
              <a:extLst>
                <a:ext uri="{FF2B5EF4-FFF2-40B4-BE49-F238E27FC236}">
                  <a16:creationId xmlns:a16="http://schemas.microsoft.com/office/drawing/2014/main" id="{843422A9-AB0C-914B-8F9F-2ECD0215BE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53" name="Freeform 510">
              <a:extLst>
                <a:ext uri="{FF2B5EF4-FFF2-40B4-BE49-F238E27FC236}">
                  <a16:creationId xmlns:a16="http://schemas.microsoft.com/office/drawing/2014/main" id="{19A3355A-BCDA-2841-90C9-C97A02C4A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94EAAFD-4E16-EE4A-916A-E9C37A3A237A}"/>
              </a:ext>
            </a:extLst>
          </p:cNvPr>
          <p:cNvGrpSpPr/>
          <p:nvPr/>
        </p:nvGrpSpPr>
        <p:grpSpPr>
          <a:xfrm>
            <a:off x="5149275" y="3427218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58" name="Freeform 509">
              <a:extLst>
                <a:ext uri="{FF2B5EF4-FFF2-40B4-BE49-F238E27FC236}">
                  <a16:creationId xmlns:a16="http://schemas.microsoft.com/office/drawing/2014/main" id="{460DD794-F8D9-D946-B116-0D4FCE5B9D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59" name="Freeform 510">
              <a:extLst>
                <a:ext uri="{FF2B5EF4-FFF2-40B4-BE49-F238E27FC236}">
                  <a16:creationId xmlns:a16="http://schemas.microsoft.com/office/drawing/2014/main" id="{AC7958BB-08A1-A84D-9155-BD4EE8C12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A09D2D3-3178-2E4C-B080-2BB56D503759}"/>
              </a:ext>
            </a:extLst>
          </p:cNvPr>
          <p:cNvGrpSpPr/>
          <p:nvPr/>
        </p:nvGrpSpPr>
        <p:grpSpPr>
          <a:xfrm>
            <a:off x="2322338" y="1726181"/>
            <a:ext cx="327271" cy="327271"/>
            <a:chOff x="6766685" y="7662953"/>
            <a:chExt cx="540406" cy="540406"/>
          </a:xfrm>
          <a:solidFill>
            <a:schemeClr val="accent1"/>
          </a:solidFill>
        </p:grpSpPr>
        <p:sp>
          <p:nvSpPr>
            <p:cNvPr id="64" name="Freeform 509">
              <a:extLst>
                <a:ext uri="{FF2B5EF4-FFF2-40B4-BE49-F238E27FC236}">
                  <a16:creationId xmlns:a16="http://schemas.microsoft.com/office/drawing/2014/main" id="{EE5CAFB3-40CB-2741-A3DF-05AB4B78B0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66685" y="7662953"/>
              <a:ext cx="540406" cy="540406"/>
            </a:xfrm>
            <a:custGeom>
              <a:avLst/>
              <a:gdLst>
                <a:gd name="T0" fmla="*/ 335 w 791"/>
                <a:gd name="T1" fmla="*/ 785 h 790"/>
                <a:gd name="T2" fmla="*/ 242 w 791"/>
                <a:gd name="T3" fmla="*/ 759 h 790"/>
                <a:gd name="T4" fmla="*/ 159 w 791"/>
                <a:gd name="T5" fmla="*/ 711 h 790"/>
                <a:gd name="T6" fmla="*/ 90 w 791"/>
                <a:gd name="T7" fmla="*/ 645 h 790"/>
                <a:gd name="T8" fmla="*/ 39 w 791"/>
                <a:gd name="T9" fmla="*/ 566 h 790"/>
                <a:gd name="T10" fmla="*/ 9 w 791"/>
                <a:gd name="T11" fmla="*/ 474 h 790"/>
                <a:gd name="T12" fmla="*/ 0 w 791"/>
                <a:gd name="T13" fmla="*/ 395 h 790"/>
                <a:gd name="T14" fmla="*/ 13 w 791"/>
                <a:gd name="T15" fmla="*/ 296 h 790"/>
                <a:gd name="T16" fmla="*/ 48 w 791"/>
                <a:gd name="T17" fmla="*/ 206 h 790"/>
                <a:gd name="T18" fmla="*/ 103 w 791"/>
                <a:gd name="T19" fmla="*/ 129 h 790"/>
                <a:gd name="T20" fmla="*/ 175 w 791"/>
                <a:gd name="T21" fmla="*/ 67 h 790"/>
                <a:gd name="T22" fmla="*/ 260 w 791"/>
                <a:gd name="T23" fmla="*/ 23 h 790"/>
                <a:gd name="T24" fmla="*/ 355 w 791"/>
                <a:gd name="T25" fmla="*/ 1 h 790"/>
                <a:gd name="T26" fmla="*/ 436 w 791"/>
                <a:gd name="T27" fmla="*/ 1 h 790"/>
                <a:gd name="T28" fmla="*/ 531 w 791"/>
                <a:gd name="T29" fmla="*/ 23 h 790"/>
                <a:gd name="T30" fmla="*/ 616 w 791"/>
                <a:gd name="T31" fmla="*/ 67 h 790"/>
                <a:gd name="T32" fmla="*/ 688 w 791"/>
                <a:gd name="T33" fmla="*/ 129 h 790"/>
                <a:gd name="T34" fmla="*/ 743 w 791"/>
                <a:gd name="T35" fmla="*/ 206 h 790"/>
                <a:gd name="T36" fmla="*/ 779 w 791"/>
                <a:gd name="T37" fmla="*/ 296 h 790"/>
                <a:gd name="T38" fmla="*/ 791 w 791"/>
                <a:gd name="T39" fmla="*/ 395 h 790"/>
                <a:gd name="T40" fmla="*/ 783 w 791"/>
                <a:gd name="T41" fmla="*/ 474 h 790"/>
                <a:gd name="T42" fmla="*/ 751 w 791"/>
                <a:gd name="T43" fmla="*/ 566 h 790"/>
                <a:gd name="T44" fmla="*/ 700 w 791"/>
                <a:gd name="T45" fmla="*/ 645 h 790"/>
                <a:gd name="T46" fmla="*/ 632 w 791"/>
                <a:gd name="T47" fmla="*/ 711 h 790"/>
                <a:gd name="T48" fmla="*/ 549 w 791"/>
                <a:gd name="T49" fmla="*/ 759 h 790"/>
                <a:gd name="T50" fmla="*/ 456 w 791"/>
                <a:gd name="T51" fmla="*/ 785 h 790"/>
                <a:gd name="T52" fmla="*/ 395 w 791"/>
                <a:gd name="T53" fmla="*/ 52 h 790"/>
                <a:gd name="T54" fmla="*/ 327 w 791"/>
                <a:gd name="T55" fmla="*/ 59 h 790"/>
                <a:gd name="T56" fmla="*/ 247 w 791"/>
                <a:gd name="T57" fmla="*/ 86 h 790"/>
                <a:gd name="T58" fmla="*/ 178 w 791"/>
                <a:gd name="T59" fmla="*/ 130 h 790"/>
                <a:gd name="T60" fmla="*/ 122 w 791"/>
                <a:gd name="T61" fmla="*/ 190 h 790"/>
                <a:gd name="T62" fmla="*/ 80 w 791"/>
                <a:gd name="T63" fmla="*/ 261 h 790"/>
                <a:gd name="T64" fmla="*/ 58 w 791"/>
                <a:gd name="T65" fmla="*/ 343 h 790"/>
                <a:gd name="T66" fmla="*/ 54 w 791"/>
                <a:gd name="T67" fmla="*/ 412 h 790"/>
                <a:gd name="T68" fmla="*/ 68 w 791"/>
                <a:gd name="T69" fmla="*/ 496 h 790"/>
                <a:gd name="T70" fmla="*/ 103 w 791"/>
                <a:gd name="T71" fmla="*/ 571 h 790"/>
                <a:gd name="T72" fmla="*/ 153 w 791"/>
                <a:gd name="T73" fmla="*/ 637 h 790"/>
                <a:gd name="T74" fmla="*/ 219 w 791"/>
                <a:gd name="T75" fmla="*/ 687 h 790"/>
                <a:gd name="T76" fmla="*/ 294 w 791"/>
                <a:gd name="T77" fmla="*/ 722 h 790"/>
                <a:gd name="T78" fmla="*/ 378 w 791"/>
                <a:gd name="T79" fmla="*/ 736 h 790"/>
                <a:gd name="T80" fmla="*/ 448 w 791"/>
                <a:gd name="T81" fmla="*/ 732 h 790"/>
                <a:gd name="T82" fmla="*/ 529 w 791"/>
                <a:gd name="T83" fmla="*/ 710 h 790"/>
                <a:gd name="T84" fmla="*/ 600 w 791"/>
                <a:gd name="T85" fmla="*/ 668 h 790"/>
                <a:gd name="T86" fmla="*/ 660 w 791"/>
                <a:gd name="T87" fmla="*/ 612 h 790"/>
                <a:gd name="T88" fmla="*/ 704 w 791"/>
                <a:gd name="T89" fmla="*/ 543 h 790"/>
                <a:gd name="T90" fmla="*/ 731 w 791"/>
                <a:gd name="T91" fmla="*/ 463 h 790"/>
                <a:gd name="T92" fmla="*/ 738 w 791"/>
                <a:gd name="T93" fmla="*/ 395 h 790"/>
                <a:gd name="T94" fmla="*/ 728 w 791"/>
                <a:gd name="T95" fmla="*/ 309 h 790"/>
                <a:gd name="T96" fmla="*/ 697 w 791"/>
                <a:gd name="T97" fmla="*/ 232 h 790"/>
                <a:gd name="T98" fmla="*/ 649 w 791"/>
                <a:gd name="T99" fmla="*/ 164 h 790"/>
                <a:gd name="T100" fmla="*/ 587 w 791"/>
                <a:gd name="T101" fmla="*/ 111 h 790"/>
                <a:gd name="T102" fmla="*/ 513 w 791"/>
                <a:gd name="T103" fmla="*/ 72 h 790"/>
                <a:gd name="T104" fmla="*/ 430 w 791"/>
                <a:gd name="T105" fmla="*/ 54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1" h="790">
                  <a:moveTo>
                    <a:pt x="395" y="790"/>
                  </a:moveTo>
                  <a:lnTo>
                    <a:pt x="395" y="790"/>
                  </a:lnTo>
                  <a:lnTo>
                    <a:pt x="376" y="789"/>
                  </a:lnTo>
                  <a:lnTo>
                    <a:pt x="355" y="788"/>
                  </a:lnTo>
                  <a:lnTo>
                    <a:pt x="335" y="785"/>
                  </a:lnTo>
                  <a:lnTo>
                    <a:pt x="316" y="782"/>
                  </a:lnTo>
                  <a:lnTo>
                    <a:pt x="297" y="777"/>
                  </a:lnTo>
                  <a:lnTo>
                    <a:pt x="278" y="772"/>
                  </a:lnTo>
                  <a:lnTo>
                    <a:pt x="260" y="766"/>
                  </a:lnTo>
                  <a:lnTo>
                    <a:pt x="242" y="759"/>
                  </a:lnTo>
                  <a:lnTo>
                    <a:pt x="224" y="751"/>
                  </a:lnTo>
                  <a:lnTo>
                    <a:pt x="207" y="742"/>
                  </a:lnTo>
                  <a:lnTo>
                    <a:pt x="190" y="732"/>
                  </a:lnTo>
                  <a:lnTo>
                    <a:pt x="175" y="722"/>
                  </a:lnTo>
                  <a:lnTo>
                    <a:pt x="159" y="711"/>
                  </a:lnTo>
                  <a:lnTo>
                    <a:pt x="145" y="700"/>
                  </a:lnTo>
                  <a:lnTo>
                    <a:pt x="129" y="687"/>
                  </a:lnTo>
                  <a:lnTo>
                    <a:pt x="116" y="674"/>
                  </a:lnTo>
                  <a:lnTo>
                    <a:pt x="103" y="661"/>
                  </a:lnTo>
                  <a:lnTo>
                    <a:pt x="90" y="645"/>
                  </a:lnTo>
                  <a:lnTo>
                    <a:pt x="79" y="631"/>
                  </a:lnTo>
                  <a:lnTo>
                    <a:pt x="67" y="615"/>
                  </a:lnTo>
                  <a:lnTo>
                    <a:pt x="58" y="600"/>
                  </a:lnTo>
                  <a:lnTo>
                    <a:pt x="48" y="582"/>
                  </a:lnTo>
                  <a:lnTo>
                    <a:pt x="39" y="566"/>
                  </a:lnTo>
                  <a:lnTo>
                    <a:pt x="31" y="548"/>
                  </a:lnTo>
                  <a:lnTo>
                    <a:pt x="24" y="530"/>
                  </a:lnTo>
                  <a:lnTo>
                    <a:pt x="18" y="511"/>
                  </a:lnTo>
                  <a:lnTo>
                    <a:pt x="13" y="493"/>
                  </a:lnTo>
                  <a:lnTo>
                    <a:pt x="9" y="474"/>
                  </a:lnTo>
                  <a:lnTo>
                    <a:pt x="5" y="455"/>
                  </a:lnTo>
                  <a:lnTo>
                    <a:pt x="2" y="435"/>
                  </a:lnTo>
                  <a:lnTo>
                    <a:pt x="1" y="414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1" y="374"/>
                  </a:lnTo>
                  <a:lnTo>
                    <a:pt x="2" y="355"/>
                  </a:lnTo>
                  <a:lnTo>
                    <a:pt x="5" y="334"/>
                  </a:lnTo>
                  <a:lnTo>
                    <a:pt x="9" y="315"/>
                  </a:lnTo>
                  <a:lnTo>
                    <a:pt x="13" y="296"/>
                  </a:lnTo>
                  <a:lnTo>
                    <a:pt x="18" y="277"/>
                  </a:lnTo>
                  <a:lnTo>
                    <a:pt x="24" y="259"/>
                  </a:lnTo>
                  <a:lnTo>
                    <a:pt x="31" y="240"/>
                  </a:lnTo>
                  <a:lnTo>
                    <a:pt x="39" y="223"/>
                  </a:lnTo>
                  <a:lnTo>
                    <a:pt x="48" y="206"/>
                  </a:lnTo>
                  <a:lnTo>
                    <a:pt x="58" y="189"/>
                  </a:lnTo>
                  <a:lnTo>
                    <a:pt x="67" y="174"/>
                  </a:lnTo>
                  <a:lnTo>
                    <a:pt x="79" y="159"/>
                  </a:lnTo>
                  <a:lnTo>
                    <a:pt x="90" y="143"/>
                  </a:lnTo>
                  <a:lnTo>
                    <a:pt x="103" y="129"/>
                  </a:lnTo>
                  <a:lnTo>
                    <a:pt x="116" y="115"/>
                  </a:lnTo>
                  <a:lnTo>
                    <a:pt x="129" y="102"/>
                  </a:lnTo>
                  <a:lnTo>
                    <a:pt x="145" y="90"/>
                  </a:lnTo>
                  <a:lnTo>
                    <a:pt x="159" y="78"/>
                  </a:lnTo>
                  <a:lnTo>
                    <a:pt x="175" y="67"/>
                  </a:lnTo>
                  <a:lnTo>
                    <a:pt x="190" y="56"/>
                  </a:lnTo>
                  <a:lnTo>
                    <a:pt x="207" y="46"/>
                  </a:lnTo>
                  <a:lnTo>
                    <a:pt x="224" y="38"/>
                  </a:lnTo>
                  <a:lnTo>
                    <a:pt x="242" y="30"/>
                  </a:lnTo>
                  <a:lnTo>
                    <a:pt x="260" y="23"/>
                  </a:lnTo>
                  <a:lnTo>
                    <a:pt x="278" y="17"/>
                  </a:lnTo>
                  <a:lnTo>
                    <a:pt x="297" y="12"/>
                  </a:lnTo>
                  <a:lnTo>
                    <a:pt x="316" y="7"/>
                  </a:lnTo>
                  <a:lnTo>
                    <a:pt x="335" y="4"/>
                  </a:lnTo>
                  <a:lnTo>
                    <a:pt x="355" y="1"/>
                  </a:lnTo>
                  <a:lnTo>
                    <a:pt x="376" y="0"/>
                  </a:lnTo>
                  <a:lnTo>
                    <a:pt x="395" y="0"/>
                  </a:lnTo>
                  <a:lnTo>
                    <a:pt x="395" y="0"/>
                  </a:lnTo>
                  <a:lnTo>
                    <a:pt x="416" y="0"/>
                  </a:lnTo>
                  <a:lnTo>
                    <a:pt x="436" y="1"/>
                  </a:lnTo>
                  <a:lnTo>
                    <a:pt x="456" y="4"/>
                  </a:lnTo>
                  <a:lnTo>
                    <a:pt x="475" y="7"/>
                  </a:lnTo>
                  <a:lnTo>
                    <a:pt x="494" y="12"/>
                  </a:lnTo>
                  <a:lnTo>
                    <a:pt x="513" y="17"/>
                  </a:lnTo>
                  <a:lnTo>
                    <a:pt x="531" y="23"/>
                  </a:lnTo>
                  <a:lnTo>
                    <a:pt x="549" y="30"/>
                  </a:lnTo>
                  <a:lnTo>
                    <a:pt x="567" y="38"/>
                  </a:lnTo>
                  <a:lnTo>
                    <a:pt x="584" y="46"/>
                  </a:lnTo>
                  <a:lnTo>
                    <a:pt x="600" y="56"/>
                  </a:lnTo>
                  <a:lnTo>
                    <a:pt x="616" y="67"/>
                  </a:lnTo>
                  <a:lnTo>
                    <a:pt x="632" y="78"/>
                  </a:lnTo>
                  <a:lnTo>
                    <a:pt x="647" y="90"/>
                  </a:lnTo>
                  <a:lnTo>
                    <a:pt x="661" y="102"/>
                  </a:lnTo>
                  <a:lnTo>
                    <a:pt x="675" y="115"/>
                  </a:lnTo>
                  <a:lnTo>
                    <a:pt x="688" y="129"/>
                  </a:lnTo>
                  <a:lnTo>
                    <a:pt x="700" y="143"/>
                  </a:lnTo>
                  <a:lnTo>
                    <a:pt x="712" y="159"/>
                  </a:lnTo>
                  <a:lnTo>
                    <a:pt x="723" y="174"/>
                  </a:lnTo>
                  <a:lnTo>
                    <a:pt x="734" y="189"/>
                  </a:lnTo>
                  <a:lnTo>
                    <a:pt x="743" y="206"/>
                  </a:lnTo>
                  <a:lnTo>
                    <a:pt x="751" y="223"/>
                  </a:lnTo>
                  <a:lnTo>
                    <a:pt x="760" y="240"/>
                  </a:lnTo>
                  <a:lnTo>
                    <a:pt x="767" y="259"/>
                  </a:lnTo>
                  <a:lnTo>
                    <a:pt x="773" y="277"/>
                  </a:lnTo>
                  <a:lnTo>
                    <a:pt x="779" y="296"/>
                  </a:lnTo>
                  <a:lnTo>
                    <a:pt x="783" y="315"/>
                  </a:lnTo>
                  <a:lnTo>
                    <a:pt x="786" y="334"/>
                  </a:lnTo>
                  <a:lnTo>
                    <a:pt x="789" y="355"/>
                  </a:lnTo>
                  <a:lnTo>
                    <a:pt x="791" y="374"/>
                  </a:lnTo>
                  <a:lnTo>
                    <a:pt x="791" y="395"/>
                  </a:lnTo>
                  <a:lnTo>
                    <a:pt x="791" y="395"/>
                  </a:lnTo>
                  <a:lnTo>
                    <a:pt x="791" y="414"/>
                  </a:lnTo>
                  <a:lnTo>
                    <a:pt x="789" y="435"/>
                  </a:lnTo>
                  <a:lnTo>
                    <a:pt x="786" y="455"/>
                  </a:lnTo>
                  <a:lnTo>
                    <a:pt x="783" y="474"/>
                  </a:lnTo>
                  <a:lnTo>
                    <a:pt x="779" y="493"/>
                  </a:lnTo>
                  <a:lnTo>
                    <a:pt x="773" y="511"/>
                  </a:lnTo>
                  <a:lnTo>
                    <a:pt x="767" y="530"/>
                  </a:lnTo>
                  <a:lnTo>
                    <a:pt x="760" y="548"/>
                  </a:lnTo>
                  <a:lnTo>
                    <a:pt x="751" y="566"/>
                  </a:lnTo>
                  <a:lnTo>
                    <a:pt x="743" y="582"/>
                  </a:lnTo>
                  <a:lnTo>
                    <a:pt x="734" y="600"/>
                  </a:lnTo>
                  <a:lnTo>
                    <a:pt x="723" y="615"/>
                  </a:lnTo>
                  <a:lnTo>
                    <a:pt x="712" y="631"/>
                  </a:lnTo>
                  <a:lnTo>
                    <a:pt x="700" y="645"/>
                  </a:lnTo>
                  <a:lnTo>
                    <a:pt x="688" y="661"/>
                  </a:lnTo>
                  <a:lnTo>
                    <a:pt x="675" y="674"/>
                  </a:lnTo>
                  <a:lnTo>
                    <a:pt x="661" y="687"/>
                  </a:lnTo>
                  <a:lnTo>
                    <a:pt x="647" y="700"/>
                  </a:lnTo>
                  <a:lnTo>
                    <a:pt x="632" y="711"/>
                  </a:lnTo>
                  <a:lnTo>
                    <a:pt x="616" y="722"/>
                  </a:lnTo>
                  <a:lnTo>
                    <a:pt x="600" y="732"/>
                  </a:lnTo>
                  <a:lnTo>
                    <a:pt x="584" y="742"/>
                  </a:lnTo>
                  <a:lnTo>
                    <a:pt x="567" y="751"/>
                  </a:lnTo>
                  <a:lnTo>
                    <a:pt x="549" y="759"/>
                  </a:lnTo>
                  <a:lnTo>
                    <a:pt x="531" y="766"/>
                  </a:lnTo>
                  <a:lnTo>
                    <a:pt x="513" y="772"/>
                  </a:lnTo>
                  <a:lnTo>
                    <a:pt x="494" y="777"/>
                  </a:lnTo>
                  <a:lnTo>
                    <a:pt x="475" y="782"/>
                  </a:lnTo>
                  <a:lnTo>
                    <a:pt x="456" y="785"/>
                  </a:lnTo>
                  <a:lnTo>
                    <a:pt x="436" y="788"/>
                  </a:lnTo>
                  <a:lnTo>
                    <a:pt x="416" y="789"/>
                  </a:lnTo>
                  <a:lnTo>
                    <a:pt x="395" y="790"/>
                  </a:lnTo>
                  <a:lnTo>
                    <a:pt x="395" y="790"/>
                  </a:lnTo>
                  <a:close/>
                  <a:moveTo>
                    <a:pt x="395" y="52"/>
                  </a:moveTo>
                  <a:lnTo>
                    <a:pt x="395" y="52"/>
                  </a:lnTo>
                  <a:lnTo>
                    <a:pt x="378" y="53"/>
                  </a:lnTo>
                  <a:lnTo>
                    <a:pt x="360" y="54"/>
                  </a:lnTo>
                  <a:lnTo>
                    <a:pt x="344" y="56"/>
                  </a:lnTo>
                  <a:lnTo>
                    <a:pt x="327" y="59"/>
                  </a:lnTo>
                  <a:lnTo>
                    <a:pt x="310" y="63"/>
                  </a:lnTo>
                  <a:lnTo>
                    <a:pt x="294" y="68"/>
                  </a:lnTo>
                  <a:lnTo>
                    <a:pt x="278" y="72"/>
                  </a:lnTo>
                  <a:lnTo>
                    <a:pt x="262" y="79"/>
                  </a:lnTo>
                  <a:lnTo>
                    <a:pt x="247" y="86"/>
                  </a:lnTo>
                  <a:lnTo>
                    <a:pt x="233" y="93"/>
                  </a:lnTo>
                  <a:lnTo>
                    <a:pt x="219" y="102"/>
                  </a:lnTo>
                  <a:lnTo>
                    <a:pt x="205" y="111"/>
                  </a:lnTo>
                  <a:lnTo>
                    <a:pt x="190" y="120"/>
                  </a:lnTo>
                  <a:lnTo>
                    <a:pt x="178" y="130"/>
                  </a:lnTo>
                  <a:lnTo>
                    <a:pt x="165" y="141"/>
                  </a:lnTo>
                  <a:lnTo>
                    <a:pt x="153" y="153"/>
                  </a:lnTo>
                  <a:lnTo>
                    <a:pt x="143" y="164"/>
                  </a:lnTo>
                  <a:lnTo>
                    <a:pt x="132" y="177"/>
                  </a:lnTo>
                  <a:lnTo>
                    <a:pt x="122" y="190"/>
                  </a:lnTo>
                  <a:lnTo>
                    <a:pt x="112" y="203"/>
                  </a:lnTo>
                  <a:lnTo>
                    <a:pt x="103" y="217"/>
                  </a:lnTo>
                  <a:lnTo>
                    <a:pt x="95" y="232"/>
                  </a:lnTo>
                  <a:lnTo>
                    <a:pt x="87" y="246"/>
                  </a:lnTo>
                  <a:lnTo>
                    <a:pt x="80" y="261"/>
                  </a:lnTo>
                  <a:lnTo>
                    <a:pt x="74" y="277"/>
                  </a:lnTo>
                  <a:lnTo>
                    <a:pt x="68" y="292"/>
                  </a:lnTo>
                  <a:lnTo>
                    <a:pt x="64" y="309"/>
                  </a:lnTo>
                  <a:lnTo>
                    <a:pt x="61" y="325"/>
                  </a:lnTo>
                  <a:lnTo>
                    <a:pt x="58" y="343"/>
                  </a:lnTo>
                  <a:lnTo>
                    <a:pt x="55" y="359"/>
                  </a:lnTo>
                  <a:lnTo>
                    <a:pt x="54" y="376"/>
                  </a:lnTo>
                  <a:lnTo>
                    <a:pt x="53" y="395"/>
                  </a:lnTo>
                  <a:lnTo>
                    <a:pt x="53" y="395"/>
                  </a:lnTo>
                  <a:lnTo>
                    <a:pt x="54" y="412"/>
                  </a:lnTo>
                  <a:lnTo>
                    <a:pt x="55" y="430"/>
                  </a:lnTo>
                  <a:lnTo>
                    <a:pt x="58" y="446"/>
                  </a:lnTo>
                  <a:lnTo>
                    <a:pt x="61" y="463"/>
                  </a:lnTo>
                  <a:lnTo>
                    <a:pt x="64" y="480"/>
                  </a:lnTo>
                  <a:lnTo>
                    <a:pt x="68" y="496"/>
                  </a:lnTo>
                  <a:lnTo>
                    <a:pt x="74" y="511"/>
                  </a:lnTo>
                  <a:lnTo>
                    <a:pt x="80" y="528"/>
                  </a:lnTo>
                  <a:lnTo>
                    <a:pt x="87" y="543"/>
                  </a:lnTo>
                  <a:lnTo>
                    <a:pt x="95" y="557"/>
                  </a:lnTo>
                  <a:lnTo>
                    <a:pt x="103" y="571"/>
                  </a:lnTo>
                  <a:lnTo>
                    <a:pt x="112" y="585"/>
                  </a:lnTo>
                  <a:lnTo>
                    <a:pt x="122" y="599"/>
                  </a:lnTo>
                  <a:lnTo>
                    <a:pt x="132" y="612"/>
                  </a:lnTo>
                  <a:lnTo>
                    <a:pt x="143" y="625"/>
                  </a:lnTo>
                  <a:lnTo>
                    <a:pt x="153" y="637"/>
                  </a:lnTo>
                  <a:lnTo>
                    <a:pt x="165" y="648"/>
                  </a:lnTo>
                  <a:lnTo>
                    <a:pt x="178" y="658"/>
                  </a:lnTo>
                  <a:lnTo>
                    <a:pt x="190" y="668"/>
                  </a:lnTo>
                  <a:lnTo>
                    <a:pt x="205" y="678"/>
                  </a:lnTo>
                  <a:lnTo>
                    <a:pt x="219" y="687"/>
                  </a:lnTo>
                  <a:lnTo>
                    <a:pt x="233" y="695"/>
                  </a:lnTo>
                  <a:lnTo>
                    <a:pt x="247" y="703"/>
                  </a:lnTo>
                  <a:lnTo>
                    <a:pt x="262" y="710"/>
                  </a:lnTo>
                  <a:lnTo>
                    <a:pt x="278" y="716"/>
                  </a:lnTo>
                  <a:lnTo>
                    <a:pt x="294" y="722"/>
                  </a:lnTo>
                  <a:lnTo>
                    <a:pt x="310" y="726"/>
                  </a:lnTo>
                  <a:lnTo>
                    <a:pt x="327" y="729"/>
                  </a:lnTo>
                  <a:lnTo>
                    <a:pt x="344" y="732"/>
                  </a:lnTo>
                  <a:lnTo>
                    <a:pt x="360" y="735"/>
                  </a:lnTo>
                  <a:lnTo>
                    <a:pt x="378" y="736"/>
                  </a:lnTo>
                  <a:lnTo>
                    <a:pt x="395" y="737"/>
                  </a:lnTo>
                  <a:lnTo>
                    <a:pt x="395" y="737"/>
                  </a:lnTo>
                  <a:lnTo>
                    <a:pt x="413" y="736"/>
                  </a:lnTo>
                  <a:lnTo>
                    <a:pt x="430" y="735"/>
                  </a:lnTo>
                  <a:lnTo>
                    <a:pt x="448" y="732"/>
                  </a:lnTo>
                  <a:lnTo>
                    <a:pt x="465" y="729"/>
                  </a:lnTo>
                  <a:lnTo>
                    <a:pt x="481" y="726"/>
                  </a:lnTo>
                  <a:lnTo>
                    <a:pt x="498" y="722"/>
                  </a:lnTo>
                  <a:lnTo>
                    <a:pt x="513" y="716"/>
                  </a:lnTo>
                  <a:lnTo>
                    <a:pt x="529" y="710"/>
                  </a:lnTo>
                  <a:lnTo>
                    <a:pt x="543" y="703"/>
                  </a:lnTo>
                  <a:lnTo>
                    <a:pt x="559" y="695"/>
                  </a:lnTo>
                  <a:lnTo>
                    <a:pt x="573" y="687"/>
                  </a:lnTo>
                  <a:lnTo>
                    <a:pt x="587" y="678"/>
                  </a:lnTo>
                  <a:lnTo>
                    <a:pt x="600" y="668"/>
                  </a:lnTo>
                  <a:lnTo>
                    <a:pt x="613" y="658"/>
                  </a:lnTo>
                  <a:lnTo>
                    <a:pt x="625" y="648"/>
                  </a:lnTo>
                  <a:lnTo>
                    <a:pt x="637" y="637"/>
                  </a:lnTo>
                  <a:lnTo>
                    <a:pt x="649" y="625"/>
                  </a:lnTo>
                  <a:lnTo>
                    <a:pt x="660" y="612"/>
                  </a:lnTo>
                  <a:lnTo>
                    <a:pt x="670" y="599"/>
                  </a:lnTo>
                  <a:lnTo>
                    <a:pt x="680" y="585"/>
                  </a:lnTo>
                  <a:lnTo>
                    <a:pt x="688" y="571"/>
                  </a:lnTo>
                  <a:lnTo>
                    <a:pt x="697" y="557"/>
                  </a:lnTo>
                  <a:lnTo>
                    <a:pt x="704" y="543"/>
                  </a:lnTo>
                  <a:lnTo>
                    <a:pt x="711" y="528"/>
                  </a:lnTo>
                  <a:lnTo>
                    <a:pt x="717" y="511"/>
                  </a:lnTo>
                  <a:lnTo>
                    <a:pt x="722" y="496"/>
                  </a:lnTo>
                  <a:lnTo>
                    <a:pt x="728" y="480"/>
                  </a:lnTo>
                  <a:lnTo>
                    <a:pt x="731" y="463"/>
                  </a:lnTo>
                  <a:lnTo>
                    <a:pt x="734" y="446"/>
                  </a:lnTo>
                  <a:lnTo>
                    <a:pt x="736" y="430"/>
                  </a:lnTo>
                  <a:lnTo>
                    <a:pt x="737" y="412"/>
                  </a:lnTo>
                  <a:lnTo>
                    <a:pt x="738" y="395"/>
                  </a:lnTo>
                  <a:lnTo>
                    <a:pt x="738" y="395"/>
                  </a:lnTo>
                  <a:lnTo>
                    <a:pt x="737" y="376"/>
                  </a:lnTo>
                  <a:lnTo>
                    <a:pt x="736" y="359"/>
                  </a:lnTo>
                  <a:lnTo>
                    <a:pt x="734" y="343"/>
                  </a:lnTo>
                  <a:lnTo>
                    <a:pt x="731" y="325"/>
                  </a:lnTo>
                  <a:lnTo>
                    <a:pt x="728" y="309"/>
                  </a:lnTo>
                  <a:lnTo>
                    <a:pt x="722" y="292"/>
                  </a:lnTo>
                  <a:lnTo>
                    <a:pt x="717" y="277"/>
                  </a:lnTo>
                  <a:lnTo>
                    <a:pt x="711" y="261"/>
                  </a:lnTo>
                  <a:lnTo>
                    <a:pt x="704" y="246"/>
                  </a:lnTo>
                  <a:lnTo>
                    <a:pt x="697" y="232"/>
                  </a:lnTo>
                  <a:lnTo>
                    <a:pt x="688" y="217"/>
                  </a:lnTo>
                  <a:lnTo>
                    <a:pt x="680" y="203"/>
                  </a:lnTo>
                  <a:lnTo>
                    <a:pt x="670" y="190"/>
                  </a:lnTo>
                  <a:lnTo>
                    <a:pt x="660" y="177"/>
                  </a:lnTo>
                  <a:lnTo>
                    <a:pt x="649" y="164"/>
                  </a:lnTo>
                  <a:lnTo>
                    <a:pt x="637" y="153"/>
                  </a:lnTo>
                  <a:lnTo>
                    <a:pt x="625" y="141"/>
                  </a:lnTo>
                  <a:lnTo>
                    <a:pt x="613" y="130"/>
                  </a:lnTo>
                  <a:lnTo>
                    <a:pt x="600" y="120"/>
                  </a:lnTo>
                  <a:lnTo>
                    <a:pt x="587" y="111"/>
                  </a:lnTo>
                  <a:lnTo>
                    <a:pt x="573" y="102"/>
                  </a:lnTo>
                  <a:lnTo>
                    <a:pt x="559" y="93"/>
                  </a:lnTo>
                  <a:lnTo>
                    <a:pt x="543" y="86"/>
                  </a:lnTo>
                  <a:lnTo>
                    <a:pt x="529" y="79"/>
                  </a:lnTo>
                  <a:lnTo>
                    <a:pt x="513" y="72"/>
                  </a:lnTo>
                  <a:lnTo>
                    <a:pt x="498" y="68"/>
                  </a:lnTo>
                  <a:lnTo>
                    <a:pt x="481" y="63"/>
                  </a:lnTo>
                  <a:lnTo>
                    <a:pt x="465" y="59"/>
                  </a:lnTo>
                  <a:lnTo>
                    <a:pt x="448" y="56"/>
                  </a:lnTo>
                  <a:lnTo>
                    <a:pt x="430" y="54"/>
                  </a:lnTo>
                  <a:lnTo>
                    <a:pt x="413" y="53"/>
                  </a:lnTo>
                  <a:lnTo>
                    <a:pt x="395" y="52"/>
                  </a:lnTo>
                  <a:lnTo>
                    <a:pt x="39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  <p:sp>
          <p:nvSpPr>
            <p:cNvPr id="65" name="Freeform 510">
              <a:extLst>
                <a:ext uri="{FF2B5EF4-FFF2-40B4-BE49-F238E27FC236}">
                  <a16:creationId xmlns:a16="http://schemas.microsoft.com/office/drawing/2014/main" id="{49EA4385-E16F-D34E-AB61-66A432964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497" y="7814814"/>
              <a:ext cx="268151" cy="231212"/>
            </a:xfrm>
            <a:custGeom>
              <a:avLst/>
              <a:gdLst>
                <a:gd name="T0" fmla="*/ 180 w 391"/>
                <a:gd name="T1" fmla="*/ 337 h 337"/>
                <a:gd name="T2" fmla="*/ 0 w 391"/>
                <a:gd name="T3" fmla="*/ 214 h 337"/>
                <a:gd name="T4" fmla="*/ 38 w 391"/>
                <a:gd name="T5" fmla="*/ 160 h 337"/>
                <a:gd name="T6" fmla="*/ 164 w 391"/>
                <a:gd name="T7" fmla="*/ 246 h 337"/>
                <a:gd name="T8" fmla="*/ 337 w 391"/>
                <a:gd name="T9" fmla="*/ 0 h 337"/>
                <a:gd name="T10" fmla="*/ 391 w 391"/>
                <a:gd name="T11" fmla="*/ 38 h 337"/>
                <a:gd name="T12" fmla="*/ 180 w 391"/>
                <a:gd name="T13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1" h="337">
                  <a:moveTo>
                    <a:pt x="180" y="337"/>
                  </a:moveTo>
                  <a:lnTo>
                    <a:pt x="0" y="214"/>
                  </a:lnTo>
                  <a:lnTo>
                    <a:pt x="38" y="160"/>
                  </a:lnTo>
                  <a:lnTo>
                    <a:pt x="164" y="246"/>
                  </a:lnTo>
                  <a:lnTo>
                    <a:pt x="337" y="0"/>
                  </a:lnTo>
                  <a:lnTo>
                    <a:pt x="391" y="38"/>
                  </a:lnTo>
                  <a:lnTo>
                    <a:pt x="180" y="3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6931">
                <a:defRPr/>
              </a:pPr>
              <a:endParaRPr lang="en-US" sz="1800">
                <a:solidFill>
                  <a:srgbClr val="000000"/>
                </a:solidFill>
                <a:latin typeface="Franklin Gothic Book" panose="020B05030201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3124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71F2FD-C04F-F306-816C-C8F2A450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3073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scape Template v1">
  <a:themeElements>
    <a:clrScheme name="VEscape Labs">
      <a:dk1>
        <a:srgbClr val="000000"/>
      </a:dk1>
      <a:lt1>
        <a:srgbClr val="FFFFFF"/>
      </a:lt1>
      <a:dk2>
        <a:srgbClr val="330066"/>
      </a:dk2>
      <a:lt2>
        <a:srgbClr val="E8E8E8"/>
      </a:lt2>
      <a:accent1>
        <a:srgbClr val="660099"/>
      </a:accent1>
      <a:accent2>
        <a:srgbClr val="FF0066"/>
      </a:accent2>
      <a:accent3>
        <a:srgbClr val="FFFF00"/>
      </a:accent3>
      <a:accent4>
        <a:srgbClr val="33EA00"/>
      </a:accent4>
      <a:accent5>
        <a:srgbClr val="FFCC00"/>
      </a:accent5>
      <a:accent6>
        <a:srgbClr val="FF3300"/>
      </a:accent6>
      <a:hlink>
        <a:srgbClr val="660099"/>
      </a:hlink>
      <a:folHlink>
        <a:srgbClr val="330066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91440" tIns="91440" rIns="91440" bIns="91440" rtlCol="0" anchor="ctr"/>
      <a:lstStyle>
        <a:defPPr algn="ctr">
          <a:defRPr sz="1400" dirty="0" smtClean="0">
            <a:solidFill>
              <a:schemeClr val="bg1"/>
            </a:solidFill>
            <a:latin typeface="Roboto" panose="02000000000000000000" pitchFamily="2" charset="0"/>
            <a:ea typeface="Roboto" panose="02000000000000000000" pitchFamily="2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/>
      <a:bodyPr vert="horz" lIns="45720" tIns="45720" rIns="45720" bIns="45720" rtlCol="0">
        <a:normAutofit/>
      </a:bodyPr>
      <a:lstStyle>
        <a:defPPr algn="l">
          <a:spcBef>
            <a:spcPts val="1800"/>
          </a:spcBef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scape Intro Deck v0" id="{7993DF4C-4AB1-F545-9BB1-20227042398C}" vid="{EBD94003-45B6-0E48-B398-02F80C7ECC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48C5FF7F42654E8BFD9C474085E8D3" ma:contentTypeVersion="16" ma:contentTypeDescription="Create a new document." ma:contentTypeScope="" ma:versionID="1331bd5b8aa4cc11cd07de26fd42d726">
  <xsd:schema xmlns:xsd="http://www.w3.org/2001/XMLSchema" xmlns:xs="http://www.w3.org/2001/XMLSchema" xmlns:p="http://schemas.microsoft.com/office/2006/metadata/properties" xmlns:ns2="7da7bdb0-dc76-4f10-9703-507b55c992fc" xmlns:ns3="7c1b799b-9263-4874-b153-9fe32b96900c" targetNamespace="http://schemas.microsoft.com/office/2006/metadata/properties" ma:root="true" ma:fieldsID="046147d1a98afeba4fdf879657198d0f" ns2:_="" ns3:_="">
    <xsd:import namespace="7da7bdb0-dc76-4f10-9703-507b55c992fc"/>
    <xsd:import namespace="7c1b799b-9263-4874-b153-9fe32b96900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7bdb0-dc76-4f10-9703-507b55c992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40be32b-3948-4603-be26-8bd62e0891cc}" ma:internalName="TaxCatchAll" ma:showField="CatchAllData" ma:web="7da7bdb0-dc76-4f10-9703-507b55c992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1b799b-9263-4874-b153-9fe32b9690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4efe893-eb4a-4167-8877-da8b418b88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62299A-E301-42E5-8B6E-12CBF8B0A695}"/>
</file>

<file path=customXml/itemProps2.xml><?xml version="1.0" encoding="utf-8"?>
<ds:datastoreItem xmlns:ds="http://schemas.openxmlformats.org/officeDocument/2006/customXml" ds:itemID="{37A4B2DE-39C5-469E-BD89-DE31F24029D9}"/>
</file>

<file path=docProps/app.xml><?xml version="1.0" encoding="utf-8"?>
<Properties xmlns="http://schemas.openxmlformats.org/officeDocument/2006/extended-properties" xmlns:vt="http://schemas.openxmlformats.org/officeDocument/2006/docPropsVTypes">
  <Template>VEscape Template v1</Template>
  <TotalTime>1</TotalTime>
  <Words>625</Words>
  <Application>Microsoft Macintosh PowerPoint</Application>
  <PresentationFormat>Widescreen</PresentationFormat>
  <Paragraphs>147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Franklin Gothic Book</vt:lpstr>
      <vt:lpstr>Franklin Gothic Medium</vt:lpstr>
      <vt:lpstr>Lucida Grande</vt:lpstr>
      <vt:lpstr>Tw Cen MT</vt:lpstr>
      <vt:lpstr>Wingdings</vt:lpstr>
      <vt:lpstr>Wingdings 3</vt:lpstr>
      <vt:lpstr>VEscape Template v1</vt:lpstr>
      <vt:lpstr>Template Notes</vt:lpstr>
      <vt:lpstr>Presentation Title</vt:lpstr>
      <vt:lpstr>Presentation Title</vt:lpstr>
      <vt:lpstr>Presentation Title</vt:lpstr>
      <vt:lpstr>Concise title labeling the type of content on the slide</vt:lpstr>
      <vt:lpstr>For when you really want to make a strong point</vt:lpstr>
      <vt:lpstr>Section Divider</vt:lpstr>
      <vt:lpstr>Summary title</vt:lpstr>
      <vt:lpstr>Summary Title</vt:lpstr>
      <vt:lpstr>Use this slide design for single statements with bold ideas. </vt:lpstr>
      <vt:lpstr>Summary Title</vt:lpstr>
      <vt:lpstr>Summary Title</vt:lpstr>
      <vt:lpstr>Summary Title</vt:lpstr>
      <vt:lpstr>Summary Title</vt:lpstr>
      <vt:lpstr>Summary Title</vt:lpstr>
      <vt:lpstr>Summary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Notes</dc:title>
  <dc:creator>Steve Hurst</dc:creator>
  <cp:lastModifiedBy>Steve Hurst</cp:lastModifiedBy>
  <cp:revision>3</cp:revision>
  <dcterms:created xsi:type="dcterms:W3CDTF">2022-12-20T22:23:20Z</dcterms:created>
  <dcterms:modified xsi:type="dcterms:W3CDTF">2022-12-21T17:32:27Z</dcterms:modified>
</cp:coreProperties>
</file>
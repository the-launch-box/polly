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4"/>
  </p:sldMasterIdLst>
  <p:notesMasterIdLst>
    <p:notesMasterId r:id="rId24"/>
  </p:notesMasterIdLst>
  <p:sldIdLst>
    <p:sldId id="264" r:id="rId5"/>
    <p:sldId id="256" r:id="rId6"/>
    <p:sldId id="914" r:id="rId7"/>
    <p:sldId id="257" r:id="rId8"/>
    <p:sldId id="258" r:id="rId9"/>
    <p:sldId id="259" r:id="rId10"/>
    <p:sldId id="260" r:id="rId11"/>
    <p:sldId id="261" r:id="rId12"/>
    <p:sldId id="263" r:id="rId13"/>
    <p:sldId id="898" r:id="rId14"/>
    <p:sldId id="266" r:id="rId15"/>
    <p:sldId id="912" r:id="rId16"/>
    <p:sldId id="913" r:id="rId17"/>
    <p:sldId id="268" r:id="rId18"/>
    <p:sldId id="901" r:id="rId19"/>
    <p:sldId id="911" r:id="rId20"/>
    <p:sldId id="902" r:id="rId21"/>
    <p:sldId id="909" r:id="rId22"/>
    <p:sldId id="262" r:id="rId23"/>
  </p:sldIdLst>
  <p:sldSz cx="12192000" cy="6858000"/>
  <p:notesSz cx="6858000" cy="9144000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6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D0D02-A744-B465-4189-04CE766857C4}" v="463" dt="2024-10-16T22:02:14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6327"/>
  </p:normalViewPr>
  <p:slideViewPr>
    <p:cSldViewPr snapToGrid="0" snapToObjects="1">
      <p:cViewPr varScale="1">
        <p:scale>
          <a:sx n="92" d="100"/>
          <a:sy n="92" d="100"/>
        </p:scale>
        <p:origin x="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99-8543-ABFB-75032C29C4E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99-8543-ABFB-75032C29C4EA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699-8543-ABFB-75032C29C4EA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699-8543-ABFB-75032C29C4E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699-8543-ABFB-75032C29C4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gradFill>
                <a:gsLst>
                  <a:gs pos="7258">
                    <a:schemeClr val="tx1"/>
                  </a:gs>
                  <a:gs pos="20000">
                    <a:schemeClr val="tx1"/>
                  </a:gs>
                </a:gsLst>
                <a:lin ang="5400000" scaled="1"/>
              </a:gra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C170-A009-4046-835C-5D7754DB02C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38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9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82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943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64FCC3-333E-5B40-AF34-5AB24ABC23B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661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16991C2-4FF0-114C-B7CF-D3F8D697D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76FCC-B8BB-F84C-A20F-7CAB31E0BBA6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9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F36402-A79A-BF42-9091-3F6D5D41C1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318FBA-5946-7A42-86F3-8924C892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728406F-4C65-284D-95B7-9D3B8CF3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9D30F3-9144-AB4D-A616-541ABA059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6B18EFE-24F0-6443-910A-0D80DE042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BCA87-EC7F-8A4B-BF12-591102263522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02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C6D8ADD-52AB-CA44-B4C6-97A9E9C80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333" y="3283440"/>
            <a:ext cx="2931215" cy="2931215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0E0B908-F439-1E45-AA05-9A49EC8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3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45C9175-6256-3643-9AA2-DEB68AFC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35382E9-D5D5-4142-86D8-DDA9DB0F3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161A220-C376-B140-9ED9-C150679D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1F6B2F-E4D0-4B4F-A55F-A118ABC534B1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2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04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45D6C41-F879-7B49-A81E-E945C51C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1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1322F-7C1C-8D41-BA42-73A90B3995D9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9AD4-3577-2D4A-9737-804159C52116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B45955-040F-5B4F-B215-8B007E3F5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8D9009-6ACA-2243-BBC0-1C4FE9FD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567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542966D-F481-5B45-9AEF-3DAD617D7000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90A482C-6289-D54C-8D98-9E271CD841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9A8F1DF-26D0-CE44-AFA3-23C5A4C8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3432940"/>
            <a:ext cx="11049003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bg1"/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5C5791-934F-E042-9502-F4DF7860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9001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914400"/>
            <a:ext cx="53035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6980" y="914400"/>
            <a:ext cx="5303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5383-D5A8-CB4D-B221-8D1B4A1CDC9E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99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1" b="0" cap="none" baseline="0">
                <a:solidFill>
                  <a:schemeClr val="tx1"/>
                </a:solidFill>
                <a:latin typeface="+mj-lt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498" y="1737360"/>
            <a:ext cx="5303520" cy="3887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6106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001" b="0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marL="0" lvl="0" indent="0" algn="l" defTabSz="913868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6105" y="1737360"/>
            <a:ext cx="5303520" cy="3887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9839-7139-0445-8DA4-CE99F11AD909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71501" y="914407"/>
            <a:ext cx="5303520" cy="53814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6316980" y="914401"/>
            <a:ext cx="5303520" cy="5372100"/>
          </a:xfrm>
        </p:spPr>
        <p:txBody>
          <a:bodyPr/>
          <a:lstStyle>
            <a:lvl1pPr marL="514054" indent="-514054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F4A5-D241-6743-8842-0080753D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92D5B-1CE0-944B-9527-24FC3B12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7B9B9839-7139-0445-8DA4-CE99F11AD909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46896D0-4CD5-8647-8C43-D07F7CA581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63596" y="6419634"/>
            <a:ext cx="5679113" cy="274320"/>
          </a:xfrm>
        </p:spPr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70F220A4-A661-C941-8411-A06C9DC851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7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4D61-0EC8-F34A-AAF0-46B5848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417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0EDF5659-A4FE-0D42-8483-B874501A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E78A9-65B1-4245-8BC6-19381441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55CE7-BADB-8F40-A51A-66835C7246A4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810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2F885-FA0C-5C49-A259-7073DDB35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315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29B5F230-D09D-DD42-8B4A-E8CB61E5C2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704FE58-29E9-BA4C-A500-0653CA90F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5B254B-1D81-454C-8C20-173E564331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6277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B931038-146F-DF4E-82E9-DFB28338A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C36FDA55-B43F-EB45-86A3-51877ABA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B8EDED-FF60-FE43-9FA1-82F96A2C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30F219-45B3-804C-B627-47C7774570C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661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47961E-1BE5-2440-97DB-D065A7882E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D7CEC201-BD8B-2040-A660-AC6853BDB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9456ED8-631E-AC45-81CB-42D9D153E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E6F607B-E1F8-6D4D-B193-11E73CA40BF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67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126DA48-CBCD-0E4D-BFAA-6037B26753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EE3B8CD3-06E9-3D4B-B9BC-8C1A4863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0A48ABE-3B7F-FB40-BE4C-935F69C5E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98BCE4-FFEB-C949-BC63-F5C5321433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87807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50E2B03-E35D-7E46-A0F6-6A5DBBF376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453F15AD-3076-3949-8F2D-D6E142F4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0CA09B5-6D76-9142-9AB6-D6FB4291D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B955B17-8ED0-3340-A5DC-849AED4FC3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19978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/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29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671A-7315-6E41-AC9A-F5B5B54B74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2F66B414-0BAA-254F-A54B-9A4CBE4CF7B4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8205E-93AF-7949-8B64-C4EBA6D05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A31D-E13C-5741-BAA2-AB9DABBF29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778A37E-23BC-0344-9DB3-4124A59FC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E26A7-9EAF-F149-8AB0-E32BB4217E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7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48A36-789B-7B41-8EDC-4773C78C8615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DD245C8-5B15-A649-9958-ECD44CCE31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2963" y="1438487"/>
            <a:ext cx="3509072" cy="35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74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8227FDA-5080-CC45-B12A-A26DABE797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2962" y="1438487"/>
            <a:ext cx="3509072" cy="3509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4E75D-E6DE-4D4D-9737-80B131AB1896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914400"/>
            <a:ext cx="11049000" cy="5029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6104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F66B414-0BAA-254F-A54B-9A4CBE4CF7B4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3596" y="6419634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cap="all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6519" y="6419086"/>
            <a:ext cx="4868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>
                <a:solidFill>
                  <a:schemeClr val="accent1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D0DA7A-2DB9-7C40-BABD-C94E5F9133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21711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</p:sldLayoutIdLst>
  <p:hf hdr="0" ftr="0"/>
  <p:txStyles>
    <p:titleStyle>
      <a:lvl1pPr algn="l" defTabSz="913868" rtl="0" eaLnBrk="1" latinLnBrk="0" hangingPunct="1">
        <a:lnSpc>
          <a:spcPct val="80000"/>
        </a:lnSpc>
        <a:spcBef>
          <a:spcPct val="0"/>
        </a:spcBef>
        <a:buNone/>
        <a:defRPr sz="2000" b="0" i="1" kern="1200" cap="all" spc="99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388" indent="-91388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39707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59555" indent="-319847" algn="l" defTabSz="913868" rtl="0" eaLnBrk="1" latinLnBrk="0" hangingPunct="1">
        <a:lnSpc>
          <a:spcPct val="100000"/>
        </a:lnSpc>
        <a:spcBef>
          <a:spcPts val="1200"/>
        </a:spcBef>
        <a:spcAft>
          <a:spcPts val="1800"/>
        </a:spcAft>
        <a:buClr>
          <a:schemeClr val="accent2"/>
        </a:buClr>
        <a:buSzPct val="100000"/>
        <a:buFont typeface="System Font Regular"/>
        <a:buChar char="➔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1"/>
        </a:buClr>
        <a:buFont typeface="Wingdings" pitchFamily="2" charset="2"/>
        <a:buChar char="§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776779" indent="-137071" algn="l" defTabSz="91386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5pPr>
      <a:lvl6pPr marL="91386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6pPr>
      <a:lvl7pPr marL="1060080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7pPr>
      <a:lvl8pPr marL="121543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8pPr>
      <a:lvl9pPr marL="1361651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3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6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86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2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5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504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35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pos="3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47E7F-A06F-FB46-94F8-CE09B417DA6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71500" y="-2465"/>
            <a:ext cx="11193433" cy="5725194"/>
          </a:xfrm>
        </p:spPr>
        <p:txBody>
          <a:bodyPr anchor="ctr">
            <a:normAutofit/>
          </a:bodyPr>
          <a:lstStyle/>
          <a:p>
            <a:pPr marL="514054" indent="-514054">
              <a:buFont typeface="+mj-lt"/>
              <a:buAutoNum type="arabicPeriod"/>
            </a:pPr>
            <a:r>
              <a:rPr lang="en-US" dirty="0"/>
              <a:t>This presentation template will work for more detailed reports and presentations, as well as events and webinars</a:t>
            </a:r>
          </a:p>
          <a:p>
            <a:pPr marL="514054" indent="-514054">
              <a:buFont typeface="+mj-lt"/>
              <a:buAutoNum type="arabicPeriod"/>
            </a:pPr>
            <a:r>
              <a:rPr lang="en-US" dirty="0"/>
              <a:t>Check the [Layout] dropdown for alternative slide layouts and color options</a:t>
            </a:r>
          </a:p>
          <a:p>
            <a:pPr marL="514054" indent="-514054">
              <a:buFont typeface="+mj-lt"/>
              <a:buAutoNum type="arabicPeriod"/>
            </a:pPr>
            <a:r>
              <a:rPr lang="en-US" dirty="0"/>
              <a:t>Don’t use soft gradients or bubbly PowerPoint art shapes—keep designs minimal and punchy with our strong color palette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E111B4D-9D16-2843-8C28-AFDAED1C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95" y="164058"/>
            <a:ext cx="11777076" cy="890616"/>
          </a:xfrm>
        </p:spPr>
        <p:txBody>
          <a:bodyPr/>
          <a:lstStyle/>
          <a:p>
            <a:r>
              <a:rPr lang="en-US" dirty="0"/>
              <a:t>Template 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63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/>
          <a:lstStyle/>
          <a:p>
            <a:r>
              <a:rPr lang="en-US" dirty="0"/>
              <a:t>More detail on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6624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/>
          <a:lstStyle/>
          <a:p>
            <a:r>
              <a:rPr lang="en-US" dirty="0"/>
              <a:t>More detail on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5348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7400" y="4875213"/>
            <a:ext cx="6986588" cy="990600"/>
          </a:xfrm>
        </p:spPr>
        <p:txBody>
          <a:bodyPr/>
          <a:lstStyle/>
          <a:p>
            <a:r>
              <a:rPr lang="en-US" dirty="0"/>
              <a:t>Oh look, a reversed, punchier option</a:t>
            </a:r>
          </a:p>
        </p:txBody>
      </p:sp>
    </p:spTree>
    <p:extLst>
      <p:ext uri="{BB962C8B-B14F-4D97-AF65-F5344CB8AC3E}">
        <p14:creationId xmlns:p14="http://schemas.microsoft.com/office/powerpoint/2010/main" val="683243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r>
              <a:rPr lang="en-US" dirty="0"/>
              <a:t>A prominent opening point.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 dirty="0"/>
              <a:t>Concise title labeling the type of content on the slide</a:t>
            </a:r>
          </a:p>
        </p:txBody>
      </p:sp>
    </p:spTree>
    <p:extLst>
      <p:ext uri="{BB962C8B-B14F-4D97-AF65-F5344CB8AC3E}">
        <p14:creationId xmlns:p14="http://schemas.microsoft.com/office/powerpoint/2010/main" val="150975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>
            <a:normAutofit/>
          </a:bodyPr>
          <a:lstStyle/>
          <a:p>
            <a:r>
              <a:rPr lang="en-US" dirty="0"/>
              <a:t>For when you really want to make a strong point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/>
          <a:p>
            <a:r>
              <a:rPr lang="en-US" dirty="0"/>
              <a:t>A prominent supporting point.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  <a:p>
            <a:r>
              <a:rPr lang="en-US" dirty="0"/>
              <a:t>Another prominent supporting point.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83528-5F70-794D-8B5A-41EA676CF826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/>
          <a:lstStyle/>
          <a:p>
            <a:r>
              <a:rPr lang="en-US" dirty="0"/>
              <a:t>Some descriptive detail here, if needed.</a:t>
            </a:r>
          </a:p>
        </p:txBody>
      </p:sp>
    </p:spTree>
    <p:extLst>
      <p:ext uri="{BB962C8B-B14F-4D97-AF65-F5344CB8AC3E}">
        <p14:creationId xmlns:p14="http://schemas.microsoft.com/office/powerpoint/2010/main" val="136601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>
            <a:normAutofit/>
          </a:bodyPr>
          <a:lstStyle/>
          <a:p>
            <a:r>
              <a:rPr lang="en-US" dirty="0"/>
              <a:t>For when you want to make a more subtle, but still strong point.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/>
          <a:p>
            <a:r>
              <a:rPr lang="en-US" dirty="0"/>
              <a:t>A prominent supporting point.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  <a:p>
            <a:r>
              <a:rPr lang="en-US" dirty="0"/>
              <a:t>Another prominent supporting point.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83528-5F70-794D-8B5A-41EA676CF826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/>
          <a:lstStyle/>
          <a:p>
            <a:r>
              <a:rPr lang="en-US" dirty="0"/>
              <a:t>Some descriptive detail here, if needed.</a:t>
            </a:r>
          </a:p>
        </p:txBody>
      </p:sp>
    </p:spTree>
    <p:extLst>
      <p:ext uri="{BB962C8B-B14F-4D97-AF65-F5344CB8AC3E}">
        <p14:creationId xmlns:p14="http://schemas.microsoft.com/office/powerpoint/2010/main" val="327774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A7E6AF12-EC90-614F-8CEA-7B42F207F2B7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47E7F-A06F-FB46-94F8-CE09B417D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32175"/>
            <a:ext cx="11049000" cy="1697038"/>
          </a:xfrm>
        </p:spPr>
        <p:txBody>
          <a:bodyPr/>
          <a:lstStyle/>
          <a:p>
            <a:r>
              <a:rPr lang="en-US" dirty="0"/>
              <a:t>Because section dividers are cool and break up the monotony.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301C4F-2573-B84B-854E-7F803A39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/>
          <a:lstStyle/>
          <a:p>
            <a:r>
              <a:rPr lang="en-US" dirty="0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411529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914400"/>
            <a:ext cx="5303520" cy="4572000"/>
          </a:xfrm>
        </p:spPr>
        <p:txBody>
          <a:bodyPr/>
          <a:lstStyle/>
          <a:p>
            <a:r>
              <a:rPr lang="en-US" dirty="0"/>
              <a:t>One point of two.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21C42-FFF4-0B4A-B1CD-85B2D3515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6980" y="914400"/>
            <a:ext cx="5303520" cy="4572000"/>
          </a:xfrm>
        </p:spPr>
        <p:txBody>
          <a:bodyPr/>
          <a:lstStyle/>
          <a:p>
            <a:r>
              <a:rPr lang="en-US" dirty="0"/>
              <a:t>Two points of two.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title</a:t>
            </a:r>
          </a:p>
        </p:txBody>
      </p:sp>
    </p:spTree>
    <p:extLst>
      <p:ext uri="{BB962C8B-B14F-4D97-AF65-F5344CB8AC3E}">
        <p14:creationId xmlns:p14="http://schemas.microsoft.com/office/powerpoint/2010/main" val="1883314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r>
              <a:rPr lang="en-US" dirty="0"/>
              <a:t>Use this slide for background, perspectives, and introductions. Remember less is more.</a:t>
            </a:r>
          </a:p>
          <a:p>
            <a:pPr lvl="1"/>
            <a:r>
              <a:rPr lang="en-US" dirty="0"/>
              <a:t>Bullet-points short and pointed</a:t>
            </a:r>
          </a:p>
          <a:p>
            <a:pPr lvl="1"/>
            <a:r>
              <a:rPr lang="en-US" dirty="0"/>
              <a:t>All items are aligned to the summary title</a:t>
            </a:r>
          </a:p>
          <a:p>
            <a:pPr lvl="1"/>
            <a:r>
              <a:rPr lang="en-US" dirty="0"/>
              <a:t>Overall number of bullets under eight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/>
              <a:t>Summary Title</a:t>
            </a:r>
          </a:p>
        </p:txBody>
      </p:sp>
    </p:spTree>
    <p:extLst>
      <p:ext uri="{BB962C8B-B14F-4D97-AF65-F5344CB8AC3E}">
        <p14:creationId xmlns:p14="http://schemas.microsoft.com/office/powerpoint/2010/main" val="386788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BC4196-1132-7746-AF85-40E4ACA56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</p:spPr>
        <p:txBody>
          <a:bodyPr/>
          <a:lstStyle/>
          <a:p>
            <a:r>
              <a:rPr lang="en-US" dirty="0"/>
              <a:t>Use this slide design for single statements with bold ideas. </a:t>
            </a:r>
          </a:p>
        </p:txBody>
      </p:sp>
    </p:spTree>
    <p:extLst>
      <p:ext uri="{BB962C8B-B14F-4D97-AF65-F5344CB8AC3E}">
        <p14:creationId xmlns:p14="http://schemas.microsoft.com/office/powerpoint/2010/main" val="1028688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r>
              <a:rPr lang="en-US" dirty="0"/>
              <a:t>Use this slide for summaries with icons. Remember less is more.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/>
              <a:t>Summary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ED07A3-33F4-5442-9C1F-C4FE833FB634}"/>
              </a:ext>
            </a:extLst>
          </p:cNvPr>
          <p:cNvSpPr/>
          <p:nvPr/>
        </p:nvSpPr>
        <p:spPr>
          <a:xfrm>
            <a:off x="1019431" y="1916859"/>
            <a:ext cx="800100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B59B40-943A-7444-BC4A-AA5794D3EB2F}"/>
              </a:ext>
            </a:extLst>
          </p:cNvPr>
          <p:cNvSpPr/>
          <p:nvPr/>
        </p:nvSpPr>
        <p:spPr>
          <a:xfrm>
            <a:off x="1019431" y="3201227"/>
            <a:ext cx="800100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 dirty="0">
                <a:solidFill>
                  <a:srgbClr val="FFFFFF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2E6D76-F33C-1F42-A9A1-536CBDACE929}"/>
              </a:ext>
            </a:extLst>
          </p:cNvPr>
          <p:cNvSpPr/>
          <p:nvPr/>
        </p:nvSpPr>
        <p:spPr>
          <a:xfrm>
            <a:off x="1019431" y="4614579"/>
            <a:ext cx="800100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6E748-5A76-7F45-90CF-91F19C47C2C7}"/>
              </a:ext>
            </a:extLst>
          </p:cNvPr>
          <p:cNvSpPr txBox="1"/>
          <p:nvPr/>
        </p:nvSpPr>
        <p:spPr>
          <a:xfrm>
            <a:off x="2146861" y="2086409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>
              <a:spcBef>
                <a:spcPts val="1800"/>
              </a:spcBef>
            </a:pPr>
            <a:r>
              <a:rPr lang="en-US" sz="2799" dirty="0"/>
              <a:t>Bullet-points short and pointed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312D6-80C9-264B-B13D-D9C69F7A7FA1}"/>
              </a:ext>
            </a:extLst>
          </p:cNvPr>
          <p:cNvSpPr txBox="1"/>
          <p:nvPr/>
        </p:nvSpPr>
        <p:spPr>
          <a:xfrm>
            <a:off x="2146861" y="3358621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 indent="-228462">
              <a:spcBef>
                <a:spcPts val="1800"/>
              </a:spcBef>
            </a:pPr>
            <a:r>
              <a:rPr lang="en-US" sz="2799" dirty="0"/>
              <a:t>All items are aligned to the summary title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F32A91-1FFA-634B-9EDF-48406C52066B}"/>
              </a:ext>
            </a:extLst>
          </p:cNvPr>
          <p:cNvSpPr txBox="1"/>
          <p:nvPr/>
        </p:nvSpPr>
        <p:spPr>
          <a:xfrm>
            <a:off x="2146861" y="4803105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 indent="-228462">
              <a:spcBef>
                <a:spcPts val="1800"/>
              </a:spcBef>
            </a:pPr>
            <a:r>
              <a:rPr lang="en-US" sz="2799" dirty="0"/>
              <a:t>Overall number of bullets under eight</a:t>
            </a:r>
          </a:p>
        </p:txBody>
      </p:sp>
    </p:spTree>
    <p:extLst>
      <p:ext uri="{BB962C8B-B14F-4D97-AF65-F5344CB8AC3E}">
        <p14:creationId xmlns:p14="http://schemas.microsoft.com/office/powerpoint/2010/main" val="247494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1" y="914407"/>
            <a:ext cx="5303520" cy="5381445"/>
          </a:xfrm>
        </p:spPr>
        <p:txBody>
          <a:bodyPr/>
          <a:lstStyle/>
          <a:p>
            <a:r>
              <a:rPr lang="en-US"/>
              <a:t>Use this slide for background, perspectives, and introductions. Remember less is more.</a:t>
            </a:r>
            <a:endParaRPr lang="en-US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AE4A34D-E5DC-334E-AF2E-D15F485FB2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16980" y="914401"/>
            <a:ext cx="5303520" cy="5372100"/>
          </a:xfrm>
        </p:spPr>
        <p:txBody>
          <a:bodyPr/>
          <a:lstStyle/>
          <a:p>
            <a:r>
              <a:rPr lang="en-US"/>
              <a:t>Bullet-points short and pointed</a:t>
            </a:r>
          </a:p>
          <a:p>
            <a:r>
              <a:rPr lang="en-US"/>
              <a:t>All items are aligned to the summary title</a:t>
            </a:r>
          </a:p>
          <a:p>
            <a:r>
              <a:rPr lang="en-US"/>
              <a:t>Overall number of bullets under eight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/>
              <a:t>Summary Title</a:t>
            </a:r>
          </a:p>
        </p:txBody>
      </p:sp>
    </p:spTree>
    <p:extLst>
      <p:ext uri="{BB962C8B-B14F-4D97-AF65-F5344CB8AC3E}">
        <p14:creationId xmlns:p14="http://schemas.microsoft.com/office/powerpoint/2010/main" val="2930732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r>
              <a:rPr lang="en-US" dirty="0"/>
              <a:t>Use this slide to present offerings or a series of content.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/>
              <a:t>Summary 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2CBB014F-836C-3E46-9DB7-84032A267A8F}"/>
              </a:ext>
            </a:extLst>
          </p:cNvPr>
          <p:cNvSpPr txBox="1">
            <a:spLocks/>
          </p:cNvSpPr>
          <p:nvPr/>
        </p:nvSpPr>
        <p:spPr>
          <a:xfrm>
            <a:off x="2158313" y="2797292"/>
            <a:ext cx="3451654" cy="1301895"/>
          </a:xfrm>
          <a:prstGeom prst="rect">
            <a:avLst/>
          </a:prstGeom>
        </p:spPr>
        <p:txBody>
          <a:bodyPr wrap="square"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400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20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C6C2E7E1-6B72-894A-8009-6E7768BEC741}"/>
              </a:ext>
            </a:extLst>
          </p:cNvPr>
          <p:cNvSpPr txBox="1">
            <a:spLocks/>
          </p:cNvSpPr>
          <p:nvPr/>
        </p:nvSpPr>
        <p:spPr>
          <a:xfrm>
            <a:off x="6680886" y="2797292"/>
            <a:ext cx="3451654" cy="1301895"/>
          </a:xfrm>
          <a:prstGeom prst="rect">
            <a:avLst/>
          </a:prstGeom>
        </p:spPr>
        <p:txBody>
          <a:bodyPr wrap="square"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400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20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</p:spTree>
    <p:extLst>
      <p:ext uri="{BB962C8B-B14F-4D97-AF65-F5344CB8AC3E}">
        <p14:creationId xmlns:p14="http://schemas.microsoft.com/office/powerpoint/2010/main" val="1405403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this slide to present offerings or a series of content.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/>
              <a:t>Summary 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7198B17-EBA7-7544-B082-A9570103B33C}"/>
              </a:ext>
            </a:extLst>
          </p:cNvPr>
          <p:cNvSpPr txBox="1">
            <a:spLocks/>
          </p:cNvSpPr>
          <p:nvPr/>
        </p:nvSpPr>
        <p:spPr>
          <a:xfrm>
            <a:off x="1110217" y="2797292"/>
            <a:ext cx="2023422" cy="1855893"/>
          </a:xfrm>
          <a:prstGeom prst="rect">
            <a:avLst/>
          </a:prstGeom>
        </p:spPr>
        <p:txBody>
          <a:bodyPr wrap="square"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400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20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870B8C20-3E9F-304E-BDDB-CB4190D0C65E}"/>
              </a:ext>
            </a:extLst>
          </p:cNvPr>
          <p:cNvSpPr txBox="1">
            <a:spLocks/>
          </p:cNvSpPr>
          <p:nvPr/>
        </p:nvSpPr>
        <p:spPr>
          <a:xfrm>
            <a:off x="3767836" y="2797292"/>
            <a:ext cx="2023422" cy="1855893"/>
          </a:xfrm>
          <a:prstGeom prst="rect">
            <a:avLst/>
          </a:prstGeom>
        </p:spPr>
        <p:txBody>
          <a:bodyPr wrap="square"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400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20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B8A18256-0934-154A-934C-7B366F364109}"/>
              </a:ext>
            </a:extLst>
          </p:cNvPr>
          <p:cNvSpPr txBox="1">
            <a:spLocks/>
          </p:cNvSpPr>
          <p:nvPr/>
        </p:nvSpPr>
        <p:spPr>
          <a:xfrm>
            <a:off x="6425455" y="2797292"/>
            <a:ext cx="2023422" cy="1855893"/>
          </a:xfrm>
          <a:prstGeom prst="rect">
            <a:avLst/>
          </a:prstGeom>
        </p:spPr>
        <p:txBody>
          <a:bodyPr wrap="square"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400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20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05591B2-89B9-C243-8A53-EA8AFDF0E07B}"/>
              </a:ext>
            </a:extLst>
          </p:cNvPr>
          <p:cNvSpPr txBox="1">
            <a:spLocks/>
          </p:cNvSpPr>
          <p:nvPr/>
        </p:nvSpPr>
        <p:spPr>
          <a:xfrm>
            <a:off x="9083073" y="2797292"/>
            <a:ext cx="2023422" cy="1855893"/>
          </a:xfrm>
          <a:prstGeom prst="rect">
            <a:avLst/>
          </a:prstGeom>
        </p:spPr>
        <p:txBody>
          <a:bodyPr wrap="square"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400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20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</p:spTree>
    <p:extLst>
      <p:ext uri="{BB962C8B-B14F-4D97-AF65-F5344CB8AC3E}">
        <p14:creationId xmlns:p14="http://schemas.microsoft.com/office/powerpoint/2010/main" val="3664526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127B7A-FF92-6041-A54E-21FD38EC1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 vert="horz" lIns="45720" tIns="45720" rIns="45720" bIns="45720" rtlCol="0">
            <a:normAutofit/>
          </a:bodyPr>
          <a:lstStyle/>
          <a:p>
            <a:r>
              <a:rPr lang="en-US" dirty="0"/>
              <a:t>Use this slide to present offerings or a series of content.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B700A9-E353-0041-9EA0-682FDA6A1530}"/>
              </a:ext>
            </a:extLst>
          </p:cNvPr>
          <p:cNvSpPr/>
          <p:nvPr/>
        </p:nvSpPr>
        <p:spPr>
          <a:xfrm>
            <a:off x="758540" y="2120370"/>
            <a:ext cx="1776707" cy="167375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E40A4A-9A19-F549-80D9-8B9D291ACA53}"/>
              </a:ext>
            </a:extLst>
          </p:cNvPr>
          <p:cNvSpPr/>
          <p:nvPr/>
        </p:nvSpPr>
        <p:spPr>
          <a:xfrm>
            <a:off x="3612808" y="2120373"/>
            <a:ext cx="1776707" cy="167375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AB8A33-A91A-3546-A43F-359F4C8A99F9}"/>
              </a:ext>
            </a:extLst>
          </p:cNvPr>
          <p:cNvSpPr/>
          <p:nvPr/>
        </p:nvSpPr>
        <p:spPr>
          <a:xfrm>
            <a:off x="6425712" y="2120373"/>
            <a:ext cx="1776707" cy="167375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63F938-6044-FF4E-968D-E05D40BB1D55}"/>
              </a:ext>
            </a:extLst>
          </p:cNvPr>
          <p:cNvSpPr/>
          <p:nvPr/>
        </p:nvSpPr>
        <p:spPr>
          <a:xfrm>
            <a:off x="9279980" y="2120373"/>
            <a:ext cx="1776707" cy="167375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E7D2CD29-D4A9-EA4E-93CB-ABFDA80ED83C}"/>
              </a:ext>
            </a:extLst>
          </p:cNvPr>
          <p:cNvSpPr txBox="1">
            <a:spLocks/>
          </p:cNvSpPr>
          <p:nvPr/>
        </p:nvSpPr>
        <p:spPr>
          <a:xfrm>
            <a:off x="640733" y="3924635"/>
            <a:ext cx="2356487" cy="1357423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1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AC066469-CFE4-D74D-8EAD-6AE7CD8868BB}"/>
              </a:ext>
            </a:extLst>
          </p:cNvPr>
          <p:cNvSpPr txBox="1">
            <a:spLocks/>
          </p:cNvSpPr>
          <p:nvPr/>
        </p:nvSpPr>
        <p:spPr>
          <a:xfrm>
            <a:off x="3486626" y="3924635"/>
            <a:ext cx="2356487" cy="1357423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1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7336158C-50C3-D641-A153-CE1DECC6DCF0}"/>
              </a:ext>
            </a:extLst>
          </p:cNvPr>
          <p:cNvSpPr txBox="1">
            <a:spLocks/>
          </p:cNvSpPr>
          <p:nvPr/>
        </p:nvSpPr>
        <p:spPr>
          <a:xfrm>
            <a:off x="6332519" y="3924635"/>
            <a:ext cx="2356487" cy="1357423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1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1ACF6F37-8CB5-744B-9BFA-085C14ACA42C}"/>
              </a:ext>
            </a:extLst>
          </p:cNvPr>
          <p:cNvSpPr txBox="1">
            <a:spLocks/>
          </p:cNvSpPr>
          <p:nvPr/>
        </p:nvSpPr>
        <p:spPr>
          <a:xfrm>
            <a:off x="9178413" y="3924635"/>
            <a:ext cx="2356487" cy="1357423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1" dirty="0">
                <a:solidFill>
                  <a:srgbClr val="000000"/>
                </a:solidFill>
                <a:latin typeface="Franklin Gothic Medium" panose="020B0603020102020204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Franklin Gothic Book" panose="020B0503020102020204"/>
              </a:rPr>
              <a:t>Content that describes the item. Remember less is more.</a:t>
            </a:r>
          </a:p>
        </p:txBody>
      </p:sp>
    </p:spTree>
    <p:extLst>
      <p:ext uri="{BB962C8B-B14F-4D97-AF65-F5344CB8AC3E}">
        <p14:creationId xmlns:p14="http://schemas.microsoft.com/office/powerpoint/2010/main" val="2282106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617" y="509154"/>
            <a:ext cx="5058939" cy="5029200"/>
          </a:xfrm>
        </p:spPr>
        <p:txBody>
          <a:bodyPr anchor="ctr"/>
          <a:lstStyle/>
          <a:p>
            <a:r>
              <a:rPr lang="en-US" dirty="0"/>
              <a:t>Use this slide for data summaries.</a:t>
            </a:r>
          </a:p>
          <a:p>
            <a:r>
              <a:rPr lang="en-US" dirty="0"/>
              <a:t>Convert the chart to the left to another type of chart if needed.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E5942A-492C-2249-9A7C-C45FBC6C373F}"/>
              </a:ext>
            </a:extLst>
          </p:cNvPr>
          <p:cNvGrpSpPr/>
          <p:nvPr/>
        </p:nvGrpSpPr>
        <p:grpSpPr>
          <a:xfrm>
            <a:off x="492715" y="827905"/>
            <a:ext cx="5316632" cy="5186687"/>
            <a:chOff x="1247362" y="1888031"/>
            <a:chExt cx="3912424" cy="3816803"/>
          </a:xfrm>
        </p:grpSpPr>
        <p:graphicFrame>
          <p:nvGraphicFramePr>
            <p:cNvPr id="17" name="Chart 16">
              <a:extLst>
                <a:ext uri="{FF2B5EF4-FFF2-40B4-BE49-F238E27FC236}">
                  <a16:creationId xmlns:a16="http://schemas.microsoft.com/office/drawing/2014/main" id="{8D11E8BF-1511-E744-8315-60F5FEEC14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76341060"/>
                </p:ext>
              </p:extLst>
            </p:nvPr>
          </p:nvGraphicFramePr>
          <p:xfrm>
            <a:off x="1247362" y="1888031"/>
            <a:ext cx="3912424" cy="38168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787F4C-9D3F-324F-A4BF-051AB19B4E8F}"/>
                </a:ext>
              </a:extLst>
            </p:cNvPr>
            <p:cNvSpPr txBox="1"/>
            <p:nvPr/>
          </p:nvSpPr>
          <p:spPr>
            <a:xfrm>
              <a:off x="2764461" y="3406719"/>
              <a:ext cx="889138" cy="45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6931">
                <a:defRPr/>
              </a:pPr>
              <a:r>
                <a:rPr lang="en-US" sz="2001">
                  <a:solidFill>
                    <a:srgbClr val="000000"/>
                  </a:solidFill>
                  <a:latin typeface="Franklin Gothic Book" panose="020B0503020102020204"/>
                </a:rPr>
                <a:t>Data Analysis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76A4FE-2100-B646-90D6-7838F1FBA7EC}"/>
                </a:ext>
              </a:extLst>
            </p:cNvPr>
            <p:cNvSpPr txBox="1"/>
            <p:nvPr/>
          </p:nvSpPr>
          <p:spPr>
            <a:xfrm>
              <a:off x="4179845" y="3787608"/>
              <a:ext cx="45911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solidFill>
                    <a:schemeClr val="bg1"/>
                  </a:solidFill>
                  <a:latin typeface="Franklin Gothic Book" panose="020B0503020102020204"/>
                </a:rPr>
                <a:t>Type A</a:t>
              </a:r>
            </a:p>
            <a:p>
              <a:pPr algn="ctr" defTabSz="456931">
                <a:defRPr/>
              </a:pPr>
              <a:r>
                <a:rPr lang="en-US" sz="1800" b="1" dirty="0">
                  <a:solidFill>
                    <a:schemeClr val="bg1"/>
                  </a:solidFill>
                  <a:latin typeface="Franklin Gothic Book" panose="020B0503020102020204"/>
                </a:rPr>
                <a:t>63%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97202B-9F71-EC46-AD7E-766F87EA701E}"/>
                </a:ext>
              </a:extLst>
            </p:cNvPr>
            <p:cNvSpPr txBox="1"/>
            <p:nvPr/>
          </p:nvSpPr>
          <p:spPr>
            <a:xfrm>
              <a:off x="1743673" y="3795892"/>
              <a:ext cx="45911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latin typeface="Franklin Gothic Book" panose="020B0503020102020204"/>
                </a:rPr>
                <a:t>Type B</a:t>
              </a:r>
            </a:p>
            <a:p>
              <a:pPr algn="ctr" defTabSz="456931">
                <a:defRPr/>
              </a:pPr>
              <a:r>
                <a:rPr lang="en-US" sz="1800" b="1" dirty="0">
                  <a:latin typeface="Franklin Gothic Book" panose="020B0503020102020204"/>
                </a:rPr>
                <a:t>22%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F650A8-678E-A34E-9806-225BBD35D430}"/>
                </a:ext>
              </a:extLst>
            </p:cNvPr>
            <p:cNvSpPr txBox="1"/>
            <p:nvPr/>
          </p:nvSpPr>
          <p:spPr>
            <a:xfrm>
              <a:off x="2004693" y="2588145"/>
              <a:ext cx="45760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latin typeface="Franklin Gothic Book" panose="020B0503020102020204"/>
                </a:rPr>
                <a:t>Type D</a:t>
              </a:r>
            </a:p>
            <a:p>
              <a:pPr algn="ctr" defTabSz="456931">
                <a:defRPr/>
              </a:pPr>
              <a:r>
                <a:rPr lang="en-US" sz="1800" b="1" dirty="0">
                  <a:latin typeface="Franklin Gothic Book" panose="020B0503020102020204"/>
                </a:rPr>
                <a:t>13%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37194A1-2F08-3D46-BFA3-2EB5427C8B21}"/>
                </a:ext>
              </a:extLst>
            </p:cNvPr>
            <p:cNvSpPr txBox="1"/>
            <p:nvPr/>
          </p:nvSpPr>
          <p:spPr>
            <a:xfrm>
              <a:off x="2663251" y="2177548"/>
              <a:ext cx="406026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solidFill>
                    <a:schemeClr val="bg1"/>
                  </a:solidFill>
                  <a:latin typeface="Franklin Gothic Book" panose="020B0503020102020204"/>
                </a:rPr>
                <a:t>Type D</a:t>
              </a:r>
            </a:p>
            <a:p>
              <a:pPr algn="ctr" defTabSz="456931">
                <a:defRPr/>
              </a:pPr>
              <a:r>
                <a:rPr lang="en-US" sz="1800" b="1" dirty="0">
                  <a:solidFill>
                    <a:schemeClr val="bg1"/>
                  </a:solidFill>
                  <a:latin typeface="Franklin Gothic Book" panose="020B0503020102020204"/>
                </a:rPr>
                <a:t>9%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3659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CB4631-DB86-CA49-A242-9FEDB9D5B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393781"/>
              </p:ext>
            </p:extLst>
          </p:nvPr>
        </p:nvGraphicFramePr>
        <p:xfrm>
          <a:off x="0" y="854975"/>
          <a:ext cx="12192000" cy="4865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39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500" b="0" kern="1200">
                        <a:gradFill>
                          <a:gsLst>
                            <a:gs pos="24583">
                              <a:schemeClr val="bg1"/>
                            </a:gs>
                            <a:gs pos="41000">
                              <a:schemeClr val="bg1"/>
                            </a:gs>
                          </a:gsLst>
                          <a:lin ang="5400000" scaled="0"/>
                        </a:gra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Option 1</a:t>
                      </a: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Option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Option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Option 4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400" b="1" i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A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50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400" b="1" i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B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400" b="1" i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C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400" b="1" i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D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400" b="1" i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E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D6E1BA-8B44-5945-9522-BAE65A83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29988"/>
            <a:ext cx="11887201" cy="274320"/>
          </a:xfrm>
        </p:spPr>
        <p:txBody>
          <a:bodyPr>
            <a:normAutofit fontScale="90000"/>
          </a:bodyPr>
          <a:lstStyle/>
          <a:p>
            <a:r>
              <a:rPr lang="en-US"/>
              <a:t>Summary Title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D1E973-4DE1-4342-8CCE-F6783AA093FD}"/>
              </a:ext>
            </a:extLst>
          </p:cNvPr>
          <p:cNvGrpSpPr/>
          <p:nvPr/>
        </p:nvGrpSpPr>
        <p:grpSpPr>
          <a:xfrm>
            <a:off x="10741885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24" name="Freeform 509">
              <a:extLst>
                <a:ext uri="{FF2B5EF4-FFF2-40B4-BE49-F238E27FC236}">
                  <a16:creationId xmlns:a16="http://schemas.microsoft.com/office/drawing/2014/main" id="{BABBF76E-37AF-4E4D-942B-6F15E062FE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25" name="Freeform 510">
              <a:extLst>
                <a:ext uri="{FF2B5EF4-FFF2-40B4-BE49-F238E27FC236}">
                  <a16:creationId xmlns:a16="http://schemas.microsoft.com/office/drawing/2014/main" id="{9C613D68-0B00-3F4A-BA78-68C1380B7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19EAC63-7BF5-DE4D-9CA2-428CD60FB576}"/>
              </a:ext>
            </a:extLst>
          </p:cNvPr>
          <p:cNvGrpSpPr/>
          <p:nvPr/>
        </p:nvGrpSpPr>
        <p:grpSpPr>
          <a:xfrm>
            <a:off x="10741885" y="2576702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27" name="Freeform 509">
              <a:extLst>
                <a:ext uri="{FF2B5EF4-FFF2-40B4-BE49-F238E27FC236}">
                  <a16:creationId xmlns:a16="http://schemas.microsoft.com/office/drawing/2014/main" id="{44E555C9-F4B8-C241-ACA6-8894AAA401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28" name="Freeform 510">
              <a:extLst>
                <a:ext uri="{FF2B5EF4-FFF2-40B4-BE49-F238E27FC236}">
                  <a16:creationId xmlns:a16="http://schemas.microsoft.com/office/drawing/2014/main" id="{AA51D9F0-774F-F746-92BB-5F061571B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298A335-BA9B-2D45-ACBD-1531AB81DFF2}"/>
              </a:ext>
            </a:extLst>
          </p:cNvPr>
          <p:cNvGrpSpPr/>
          <p:nvPr/>
        </p:nvGrpSpPr>
        <p:grpSpPr>
          <a:xfrm>
            <a:off x="10741885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0" name="Freeform 509">
              <a:extLst>
                <a:ext uri="{FF2B5EF4-FFF2-40B4-BE49-F238E27FC236}">
                  <a16:creationId xmlns:a16="http://schemas.microsoft.com/office/drawing/2014/main" id="{9F531396-21C7-2C45-B685-A30DB88730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1" name="Freeform 510">
              <a:extLst>
                <a:ext uri="{FF2B5EF4-FFF2-40B4-BE49-F238E27FC236}">
                  <a16:creationId xmlns:a16="http://schemas.microsoft.com/office/drawing/2014/main" id="{D29C0930-5F87-F949-9422-5728657A3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C6E166A-4D31-014F-9D42-6376987A7A7B}"/>
              </a:ext>
            </a:extLst>
          </p:cNvPr>
          <p:cNvGrpSpPr/>
          <p:nvPr/>
        </p:nvGrpSpPr>
        <p:grpSpPr>
          <a:xfrm>
            <a:off x="10741885" y="4277734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3" name="Freeform 509">
              <a:extLst>
                <a:ext uri="{FF2B5EF4-FFF2-40B4-BE49-F238E27FC236}">
                  <a16:creationId xmlns:a16="http://schemas.microsoft.com/office/drawing/2014/main" id="{0757A674-F2FB-DC4D-8E34-8E4A2D694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4" name="Freeform 510">
              <a:extLst>
                <a:ext uri="{FF2B5EF4-FFF2-40B4-BE49-F238E27FC236}">
                  <a16:creationId xmlns:a16="http://schemas.microsoft.com/office/drawing/2014/main" id="{5FC9526F-6798-9D47-B12F-46E4F4C35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6D22DE-328D-644E-B38F-59514E06A372}"/>
              </a:ext>
            </a:extLst>
          </p:cNvPr>
          <p:cNvGrpSpPr/>
          <p:nvPr/>
        </p:nvGrpSpPr>
        <p:grpSpPr>
          <a:xfrm>
            <a:off x="10744166" y="5128250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6" name="Freeform 509">
              <a:extLst>
                <a:ext uri="{FF2B5EF4-FFF2-40B4-BE49-F238E27FC236}">
                  <a16:creationId xmlns:a16="http://schemas.microsoft.com/office/drawing/2014/main" id="{268550A2-D63A-964A-9772-426F4D660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7" name="Freeform 510">
              <a:extLst>
                <a:ext uri="{FF2B5EF4-FFF2-40B4-BE49-F238E27FC236}">
                  <a16:creationId xmlns:a16="http://schemas.microsoft.com/office/drawing/2014/main" id="{C248DE2F-705D-4642-AAD4-CF54E8C6C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BB1474F-B564-5243-B7A8-5CFDF40E1A08}"/>
              </a:ext>
            </a:extLst>
          </p:cNvPr>
          <p:cNvGrpSpPr/>
          <p:nvPr/>
        </p:nvGrpSpPr>
        <p:grpSpPr>
          <a:xfrm>
            <a:off x="8303485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0" name="Freeform 509">
              <a:extLst>
                <a:ext uri="{FF2B5EF4-FFF2-40B4-BE49-F238E27FC236}">
                  <a16:creationId xmlns:a16="http://schemas.microsoft.com/office/drawing/2014/main" id="{6DB0B9A5-79BA-584A-927C-899118E9CF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1" name="Freeform 510">
              <a:extLst>
                <a:ext uri="{FF2B5EF4-FFF2-40B4-BE49-F238E27FC236}">
                  <a16:creationId xmlns:a16="http://schemas.microsoft.com/office/drawing/2014/main" id="{BB580A32-51AC-ED42-9F90-88C5F04F1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A6AA72A-DA6E-EC4A-B4F4-6E145599EC49}"/>
              </a:ext>
            </a:extLst>
          </p:cNvPr>
          <p:cNvGrpSpPr/>
          <p:nvPr/>
        </p:nvGrpSpPr>
        <p:grpSpPr>
          <a:xfrm>
            <a:off x="8303485" y="2576702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3" name="Freeform 509">
              <a:extLst>
                <a:ext uri="{FF2B5EF4-FFF2-40B4-BE49-F238E27FC236}">
                  <a16:creationId xmlns:a16="http://schemas.microsoft.com/office/drawing/2014/main" id="{F466CC74-1685-964F-8B36-F82A540739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4" name="Freeform 510">
              <a:extLst>
                <a:ext uri="{FF2B5EF4-FFF2-40B4-BE49-F238E27FC236}">
                  <a16:creationId xmlns:a16="http://schemas.microsoft.com/office/drawing/2014/main" id="{938A0BFD-D65B-6D47-83CB-509107458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572518B-C3B9-5741-85A8-8D7012C2AD01}"/>
              </a:ext>
            </a:extLst>
          </p:cNvPr>
          <p:cNvGrpSpPr/>
          <p:nvPr/>
        </p:nvGrpSpPr>
        <p:grpSpPr>
          <a:xfrm>
            <a:off x="8303485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6" name="Freeform 509">
              <a:extLst>
                <a:ext uri="{FF2B5EF4-FFF2-40B4-BE49-F238E27FC236}">
                  <a16:creationId xmlns:a16="http://schemas.microsoft.com/office/drawing/2014/main" id="{776864C3-678A-8B4D-B222-6ABF2DB5F3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7" name="Freeform 510">
              <a:extLst>
                <a:ext uri="{FF2B5EF4-FFF2-40B4-BE49-F238E27FC236}">
                  <a16:creationId xmlns:a16="http://schemas.microsoft.com/office/drawing/2014/main" id="{591848D7-E0D1-774D-A4BF-CE589EDAD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863E55E-E5B1-5C4E-9348-3858B25F8ED3}"/>
              </a:ext>
            </a:extLst>
          </p:cNvPr>
          <p:cNvGrpSpPr/>
          <p:nvPr/>
        </p:nvGrpSpPr>
        <p:grpSpPr>
          <a:xfrm>
            <a:off x="8303485" y="4277734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9" name="Freeform 509">
              <a:extLst>
                <a:ext uri="{FF2B5EF4-FFF2-40B4-BE49-F238E27FC236}">
                  <a16:creationId xmlns:a16="http://schemas.microsoft.com/office/drawing/2014/main" id="{E70185C9-B9CD-6E47-A93A-3645E5584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0" name="Freeform 510">
              <a:extLst>
                <a:ext uri="{FF2B5EF4-FFF2-40B4-BE49-F238E27FC236}">
                  <a16:creationId xmlns:a16="http://schemas.microsoft.com/office/drawing/2014/main" id="{A69A7AF4-49F1-F048-9141-6120ABCB6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4CAECC3-D052-7D47-8A83-63C07BCCB71A}"/>
              </a:ext>
            </a:extLst>
          </p:cNvPr>
          <p:cNvGrpSpPr/>
          <p:nvPr/>
        </p:nvGrpSpPr>
        <p:grpSpPr>
          <a:xfrm>
            <a:off x="5904843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52" name="Freeform 509">
              <a:extLst>
                <a:ext uri="{FF2B5EF4-FFF2-40B4-BE49-F238E27FC236}">
                  <a16:creationId xmlns:a16="http://schemas.microsoft.com/office/drawing/2014/main" id="{843422A9-AB0C-914B-8F9F-2ECD0215BE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3" name="Freeform 510">
              <a:extLst>
                <a:ext uri="{FF2B5EF4-FFF2-40B4-BE49-F238E27FC236}">
                  <a16:creationId xmlns:a16="http://schemas.microsoft.com/office/drawing/2014/main" id="{19A3355A-BCDA-2841-90C9-C97A02C4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94EAAFD-4E16-EE4A-916A-E9C37A3A237A}"/>
              </a:ext>
            </a:extLst>
          </p:cNvPr>
          <p:cNvGrpSpPr/>
          <p:nvPr/>
        </p:nvGrpSpPr>
        <p:grpSpPr>
          <a:xfrm>
            <a:off x="5904843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58" name="Freeform 509">
              <a:extLst>
                <a:ext uri="{FF2B5EF4-FFF2-40B4-BE49-F238E27FC236}">
                  <a16:creationId xmlns:a16="http://schemas.microsoft.com/office/drawing/2014/main" id="{460DD794-F8D9-D946-B116-0D4FCE5B9D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9" name="Freeform 510">
              <a:extLst>
                <a:ext uri="{FF2B5EF4-FFF2-40B4-BE49-F238E27FC236}">
                  <a16:creationId xmlns:a16="http://schemas.microsoft.com/office/drawing/2014/main" id="{AC7958BB-08A1-A84D-9155-BD4EE8C12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A09D2D3-3178-2E4C-B080-2BB56D503759}"/>
              </a:ext>
            </a:extLst>
          </p:cNvPr>
          <p:cNvGrpSpPr/>
          <p:nvPr/>
        </p:nvGrpSpPr>
        <p:grpSpPr>
          <a:xfrm>
            <a:off x="3439938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64" name="Freeform 509">
              <a:extLst>
                <a:ext uri="{FF2B5EF4-FFF2-40B4-BE49-F238E27FC236}">
                  <a16:creationId xmlns:a16="http://schemas.microsoft.com/office/drawing/2014/main" id="{EE5CAFB3-40CB-2741-A3DF-05AB4B78B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65" name="Freeform 510">
              <a:extLst>
                <a:ext uri="{FF2B5EF4-FFF2-40B4-BE49-F238E27FC236}">
                  <a16:creationId xmlns:a16="http://schemas.microsoft.com/office/drawing/2014/main" id="{49EA4385-E16F-D34E-AB61-66A432964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3124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EAD00-936F-4B4E-A131-879CCCC4F73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19850"/>
            <a:ext cx="2154238" cy="274638"/>
          </a:xfrm>
        </p:spPr>
        <p:txBody>
          <a:bodyPr/>
          <a:lstStyle/>
          <a:p>
            <a:fld id="{D73F9AD4-3577-2D4A-9737-804159C52116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E142E-8A0C-FC45-A49F-FB5923E779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" y="6419853"/>
            <a:ext cx="487363" cy="273051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07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LB Template v1">
  <a:themeElements>
    <a:clrScheme name="The Launch Box 1">
      <a:dk1>
        <a:srgbClr val="000000"/>
      </a:dk1>
      <a:lt1>
        <a:srgbClr val="FFFFFF"/>
      </a:lt1>
      <a:dk2>
        <a:srgbClr val="6C808B"/>
      </a:dk2>
      <a:lt2>
        <a:srgbClr val="F2F2F2"/>
      </a:lt2>
      <a:accent1>
        <a:srgbClr val="FF0000"/>
      </a:accent1>
      <a:accent2>
        <a:srgbClr val="FF6600"/>
      </a:accent2>
      <a:accent3>
        <a:srgbClr val="33FFFF"/>
      </a:accent3>
      <a:accent4>
        <a:srgbClr val="33FF66"/>
      </a:accent4>
      <a:accent5>
        <a:srgbClr val="FFEB0D"/>
      </a:accent5>
      <a:accent6>
        <a:srgbClr val="FF1D1D"/>
      </a:accent6>
      <a:hlink>
        <a:srgbClr val="FF3300"/>
      </a:hlink>
      <a:folHlink>
        <a:srgbClr val="FF66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91440" tIns="91440" rIns="91440" bIns="91440" rtlCol="0" anchor="ctr"/>
      <a:lstStyle>
        <a:defPPr algn="ctr">
          <a:defRPr sz="2000" dirty="0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chelon PPT Template" id="{9D667EB7-86CB-0D48-8A57-B058E8A62183}" vid="{8150EB98-C9D5-5842-89DE-E73BA1F86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1b799b-9263-4874-b153-9fe32b96900c">
      <Terms xmlns="http://schemas.microsoft.com/office/infopath/2007/PartnerControls"/>
    </lcf76f155ced4ddcb4097134ff3c332f>
    <TaxCatchAll xmlns="7da7bdb0-dc76-4f10-9703-507b55c992fc" xsi:nil="true"/>
    <Files xmlns="7c1b799b-9263-4874-b153-9fe32b96900c">
      <Url xsi:nil="true"/>
      <Description xsi:nil="true"/>
    </File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9" ma:contentTypeDescription="Create a new document." ma:contentTypeScope="" ma:versionID="913a101e64e13edbacfac83c0f93c015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a0fa96b220b06b9aab417f097bb1b167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4711D1-74F0-4A55-86BC-0284870333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0202FC-9FF2-436A-81EB-8172981ABBFA}">
  <ds:schemaRefs>
    <ds:schemaRef ds:uri="http://schemas.microsoft.com/office/2006/metadata/properties"/>
    <ds:schemaRef ds:uri="http://schemas.microsoft.com/office/infopath/2007/PartnerControls"/>
    <ds:schemaRef ds:uri="7c1b799b-9263-4874-b153-9fe32b96900c"/>
    <ds:schemaRef ds:uri="7da7bdb0-dc76-4f10-9703-507b55c992fc"/>
  </ds:schemaRefs>
</ds:datastoreItem>
</file>

<file path=customXml/itemProps3.xml><?xml version="1.0" encoding="utf-8"?>
<ds:datastoreItem xmlns:ds="http://schemas.openxmlformats.org/officeDocument/2006/customXml" ds:itemID="{633E22C3-9E89-4108-AD54-B4A1C097C5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a7bdb0-dc76-4f10-9703-507b55c992fc"/>
    <ds:schemaRef ds:uri="7c1b799b-9263-4874-b153-9fe32b9690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Echelon Template v1</Template>
  <TotalTime>95</TotalTime>
  <Words>670</Words>
  <Application>Microsoft Office PowerPoint</Application>
  <PresentationFormat>Widescreen</PresentationFormat>
  <Paragraphs>132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TLB Template v1</vt:lpstr>
      <vt:lpstr>Template Notes</vt:lpstr>
      <vt:lpstr>Presentation Title</vt:lpstr>
      <vt:lpstr>Presentation Title</vt:lpstr>
      <vt:lpstr>Presentation Title</vt:lpstr>
      <vt:lpstr>Concise title labeling the type of content on the slide</vt:lpstr>
      <vt:lpstr>For when you really want to make a strong point</vt:lpstr>
      <vt:lpstr>For when you want to make a more subtle, but still strong point.</vt:lpstr>
      <vt:lpstr>Section Divider</vt:lpstr>
      <vt:lpstr>Summary title</vt:lpstr>
      <vt:lpstr>Summary Title</vt:lpstr>
      <vt:lpstr>PowerPoint Presentation</vt:lpstr>
      <vt:lpstr>Summary Title</vt:lpstr>
      <vt:lpstr>Summary Title</vt:lpstr>
      <vt:lpstr>Summary Title</vt:lpstr>
      <vt:lpstr>Summary Title</vt:lpstr>
      <vt:lpstr>Summary Title</vt:lpstr>
      <vt:lpstr>Summary Title</vt:lpstr>
      <vt:lpstr>Summary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Notes</dc:title>
  <dc:creator>Steve Hurst</dc:creator>
  <cp:lastModifiedBy>Amy Kenly</cp:lastModifiedBy>
  <cp:revision>74</cp:revision>
  <dcterms:created xsi:type="dcterms:W3CDTF">2021-05-18T20:01:59Z</dcterms:created>
  <dcterms:modified xsi:type="dcterms:W3CDTF">2026-07-17T19:01:04Z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  <property fmtid="{D5CDD505-2E9C-101B-9397-08002B2CF9AE}" pid="3" name="MediaServiceImageTags">
    <vt:lpwstr/>
  </property>
</Properties>
</file>
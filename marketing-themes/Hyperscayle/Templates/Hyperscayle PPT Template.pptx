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charts/colors2.xml" ContentType="application/vnd.ms-office.chartcolorstyle+xml"/>
  <Override PartName="/ppt/charts/style2.xml" ContentType="application/vnd.ms-office.chartstyle+xml"/>
  <Override PartName="/ppt/charts/chart2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charts/chart1.xml" ContentType="application/vnd.openxmlformats-officedocument.drawingml.chart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5" r:id="rId1"/>
  </p:sldMasterIdLst>
  <p:notesMasterIdLst>
    <p:notesMasterId r:id="rId28"/>
  </p:notesMasterIdLst>
  <p:sldIdLst>
    <p:sldId id="264" r:id="rId2"/>
    <p:sldId id="256" r:id="rId3"/>
    <p:sldId id="257" r:id="rId4"/>
    <p:sldId id="923" r:id="rId5"/>
    <p:sldId id="258" r:id="rId6"/>
    <p:sldId id="259" r:id="rId7"/>
    <p:sldId id="261" r:id="rId8"/>
    <p:sldId id="263" r:id="rId9"/>
    <p:sldId id="898" r:id="rId10"/>
    <p:sldId id="266" r:id="rId11"/>
    <p:sldId id="912" r:id="rId12"/>
    <p:sldId id="913" r:id="rId13"/>
    <p:sldId id="901" r:id="rId14"/>
    <p:sldId id="911" r:id="rId15"/>
    <p:sldId id="915" r:id="rId16"/>
    <p:sldId id="922" r:id="rId17"/>
    <p:sldId id="902" r:id="rId18"/>
    <p:sldId id="909" r:id="rId19"/>
    <p:sldId id="262" r:id="rId20"/>
    <p:sldId id="914" r:id="rId21"/>
    <p:sldId id="920" r:id="rId22"/>
    <p:sldId id="916" r:id="rId23"/>
    <p:sldId id="917" r:id="rId24"/>
    <p:sldId id="921" r:id="rId25"/>
    <p:sldId id="918" r:id="rId26"/>
    <p:sldId id="919" r:id="rId27"/>
  </p:sldIdLst>
  <p:sldSz cx="12192000" cy="6858000"/>
  <p:notesSz cx="6858000" cy="9144000"/>
  <p:defaultTextStyle>
    <a:defPPr>
      <a:defRPr lang="en-US"/>
    </a:defPPr>
    <a:lvl1pPr marL="0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39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281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416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561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698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2837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199977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7115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 snapToObjects="1">
      <p:cViewPr varScale="1">
        <p:scale>
          <a:sx n="124" d="100"/>
          <a:sy n="124" d="100"/>
        </p:scale>
        <p:origin x="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35" Type="http://schemas.openxmlformats.org/officeDocument/2006/relationships/customXml" Target="../customXml/item3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# o</a:t>
            </a:r>
            <a:r>
              <a:rPr lang="en-US" baseline="0" dirty="0"/>
              <a:t>f Opportunities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1-50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Stage 1</c:v>
                </c:pt>
                <c:pt idx="1">
                  <c:v>Stage 2</c:v>
                </c:pt>
                <c:pt idx="2">
                  <c:v>Stage 3</c:v>
                </c:pt>
                <c:pt idx="3">
                  <c:v>Stage 4</c:v>
                </c:pt>
                <c:pt idx="4">
                  <c:v>Stage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2.5</c:v>
                </c:pt>
                <c:pt idx="2">
                  <c:v>2</c:v>
                </c:pt>
                <c:pt idx="3">
                  <c:v>1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84-EB46-8C0F-89322ADBB8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50-100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Stage 1</c:v>
                </c:pt>
                <c:pt idx="1">
                  <c:v>Stage 2</c:v>
                </c:pt>
                <c:pt idx="2">
                  <c:v>Stage 3</c:v>
                </c:pt>
                <c:pt idx="3">
                  <c:v>Stage 4</c:v>
                </c:pt>
                <c:pt idx="4">
                  <c:v>Stage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1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184-EB46-8C0F-89322ADBB84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100+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Stage 1</c:v>
                </c:pt>
                <c:pt idx="1">
                  <c:v>Stage 2</c:v>
                </c:pt>
                <c:pt idx="2">
                  <c:v>Stage 3</c:v>
                </c:pt>
                <c:pt idx="3">
                  <c:v>Stage 4</c:v>
                </c:pt>
                <c:pt idx="4">
                  <c:v>Stage 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184-EB46-8C0F-89322ADBB8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54976975"/>
        <c:axId val="1154975727"/>
      </c:barChart>
      <c:catAx>
        <c:axId val="11549769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4975727"/>
        <c:crosses val="autoZero"/>
        <c:auto val="1"/>
        <c:lblAlgn val="ctr"/>
        <c:lblOffset val="100"/>
        <c:noMultiLvlLbl val="0"/>
      </c:catAx>
      <c:valAx>
        <c:axId val="115497572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49769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699-8543-ABFB-75032C29C4EA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699-8543-ABFB-75032C29C4EA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699-8543-ABFB-75032C29C4EA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699-8543-ABFB-75032C29C4EA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8.2000000000000011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699-8543-ABFB-75032C29C4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6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gradFill>
                <a:gsLst>
                  <a:gs pos="7258">
                    <a:schemeClr val="tx1"/>
                  </a:gs>
                  <a:gs pos="20000">
                    <a:schemeClr val="tx1"/>
                  </a:gs>
                </a:gsLst>
                <a:lin ang="5400000" scaled="1"/>
              </a:gra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A3C170-A009-4046-835C-5D7754DB02C5}" type="datetimeFigureOut">
              <a:rPr lang="en-US" smtClean="0"/>
              <a:t>6/3/22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5397C3-CED0-9A45-8798-632767E5E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767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1pPr>
    <a:lvl2pPr marL="457117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2pPr>
    <a:lvl3pPr marL="914238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3pPr>
    <a:lvl4pPr marL="1371352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4pPr>
    <a:lvl5pPr marL="1828474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5pPr>
    <a:lvl6pPr marL="2285590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6pPr>
    <a:lvl7pPr marL="2742706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7pPr>
    <a:lvl8pPr marL="3199827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8pPr>
    <a:lvl9pPr marL="3656943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64FCC3-333E-5B40-AF34-5AB24ABC23B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7661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71975" y="6200153"/>
            <a:ext cx="1043609" cy="274320"/>
          </a:xfrm>
        </p:spPr>
        <p:txBody>
          <a:bodyPr/>
          <a:lstStyle>
            <a:lvl1pPr algn="l">
              <a:defRPr sz="1103" b="1">
                <a:solidFill>
                  <a:schemeClr val="accent3"/>
                </a:solidFill>
              </a:defRPr>
            </a:lvl1pPr>
          </a:lstStyle>
          <a:p>
            <a:fld id="{944B167D-7DCE-C84A-9C6A-ED8FEF19313A}" type="datetime4">
              <a:rPr lang="en-US" smtClean="0"/>
              <a:t>June 3, 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200617" y="6200153"/>
            <a:ext cx="3483383" cy="274320"/>
          </a:xfrm>
        </p:spPr>
        <p:txBody>
          <a:bodyPr/>
          <a:lstStyle>
            <a:lvl1pPr>
              <a:defRPr sz="1103" b="1" spc="99" baseline="0">
                <a:solidFill>
                  <a:schemeClr val="accent3"/>
                </a:solidFill>
              </a:defRPr>
            </a:lvl1pPr>
          </a:lstStyle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81773" y="7000861"/>
            <a:ext cx="829235" cy="274320"/>
          </a:xfrm>
        </p:spPr>
        <p:txBody>
          <a:bodyPr/>
          <a:lstStyle>
            <a:lvl1pPr>
              <a:defRPr sz="1103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0C3D38-DC09-2A42-9A06-A7C24D6397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71975" y="3083496"/>
            <a:ext cx="7741911" cy="1463040"/>
          </a:xfrm>
        </p:spPr>
        <p:txBody>
          <a:bodyPr anchor="b">
            <a:normAutofit/>
          </a:bodyPr>
          <a:lstStyle>
            <a:lvl1pPr algn="l">
              <a:defRPr sz="3999" cap="none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E5B16B8-349A-8D41-84DA-A8F8EFD0FF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1975" y="4732515"/>
            <a:ext cx="7741911" cy="89508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spc="53" baseline="0">
                <a:solidFill>
                  <a:schemeClr val="tx1"/>
                </a:solidFill>
              </a:defRPr>
            </a:lvl1pPr>
            <a:lvl2pPr marL="456931" indent="0" algn="ctr">
              <a:buNone/>
              <a:defRPr sz="1800"/>
            </a:lvl2pPr>
            <a:lvl3pPr marL="913868" indent="0" algn="ctr">
              <a:buNone/>
              <a:defRPr sz="1800"/>
            </a:lvl3pPr>
            <a:lvl4pPr marL="1370786" indent="0" algn="ctr">
              <a:buNone/>
              <a:defRPr sz="1800"/>
            </a:lvl4pPr>
            <a:lvl5pPr marL="1827721" indent="0" algn="ctr">
              <a:buNone/>
              <a:defRPr sz="1800"/>
            </a:lvl5pPr>
            <a:lvl6pPr marL="2284658" indent="0" algn="ctr">
              <a:buNone/>
              <a:defRPr sz="1800"/>
            </a:lvl6pPr>
            <a:lvl7pPr marL="2741590" indent="0" algn="ctr">
              <a:buNone/>
              <a:defRPr sz="1800"/>
            </a:lvl7pPr>
            <a:lvl8pPr marL="3198504" indent="0" algn="ctr">
              <a:buNone/>
              <a:defRPr sz="1800"/>
            </a:lvl8pPr>
            <a:lvl9pPr marL="3655435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26CF723-11CB-96DF-C195-32CE4B52AD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6880" y="511215"/>
            <a:ext cx="4826028" cy="56993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4AF5B104-D19B-5EBB-72F2-0B3F8331F3C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6880" y="4569567"/>
            <a:ext cx="1908755" cy="18755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E7E4627-8387-DFF2-2CC7-5F35996B492C}"/>
              </a:ext>
            </a:extLst>
          </p:cNvPr>
          <p:cNvSpPr txBox="1"/>
          <p:nvPr userDrawn="1"/>
        </p:nvSpPr>
        <p:spPr>
          <a:xfrm>
            <a:off x="9854652" y="835903"/>
            <a:ext cx="1829348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400" b="1" i="1" spc="0" baseline="0" dirty="0">
                <a:solidFill>
                  <a:schemeClr val="accent3"/>
                </a:solidFill>
                <a:latin typeface="+mj-lt"/>
              </a:rPr>
              <a:t>HYPERSCAYLE</a:t>
            </a:r>
            <a:r>
              <a:rPr lang="en-US" sz="1400" b="1" i="1" spc="0" baseline="0" dirty="0">
                <a:solidFill>
                  <a:schemeClr val="accent3"/>
                </a:solidFill>
              </a:rPr>
              <a:t>.COM</a:t>
            </a:r>
          </a:p>
        </p:txBody>
      </p:sp>
    </p:spTree>
    <p:extLst>
      <p:ext uri="{BB962C8B-B14F-4D97-AF65-F5344CB8AC3E}">
        <p14:creationId xmlns:p14="http://schemas.microsoft.com/office/powerpoint/2010/main" val="3190969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81773" y="7000861"/>
            <a:ext cx="829235" cy="274320"/>
          </a:xfrm>
        </p:spPr>
        <p:txBody>
          <a:bodyPr/>
          <a:lstStyle>
            <a:lvl1pPr>
              <a:defRPr sz="1103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A0A6E1A-3F36-FB75-F77A-A90F60451E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91718" y="6200153"/>
            <a:ext cx="1043609" cy="274320"/>
          </a:xfrm>
        </p:spPr>
        <p:txBody>
          <a:bodyPr/>
          <a:lstStyle>
            <a:lvl1pPr algn="l">
              <a:defRPr sz="1103" b="1">
                <a:solidFill>
                  <a:schemeClr val="accent4"/>
                </a:solidFill>
              </a:defRPr>
            </a:lvl1pPr>
          </a:lstStyle>
          <a:p>
            <a:fld id="{643C4A70-EDA7-824F-9048-F4F2288E791F}" type="datetime4">
              <a:rPr lang="en-US" smtClean="0"/>
              <a:t>June 3, 2022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DD5495C8-E083-AE8E-5CE0-1A4F885A6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00617" y="6200153"/>
            <a:ext cx="3483383" cy="274320"/>
          </a:xfrm>
        </p:spPr>
        <p:txBody>
          <a:bodyPr/>
          <a:lstStyle>
            <a:lvl1pPr>
              <a:defRPr sz="1103" b="1" spc="99" baseline="0">
                <a:solidFill>
                  <a:schemeClr val="accent4"/>
                </a:solidFill>
              </a:defRPr>
            </a:lvl1pPr>
          </a:lstStyle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A8A3C3A-9E55-4F29-E3D5-7EEC37EF872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91718" y="3083496"/>
            <a:ext cx="7741911" cy="1463040"/>
          </a:xfrm>
        </p:spPr>
        <p:txBody>
          <a:bodyPr anchor="b">
            <a:normAutofit/>
          </a:bodyPr>
          <a:lstStyle>
            <a:lvl1pPr algn="l">
              <a:defRPr sz="3999" cap="none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A639CF0F-39C0-0056-7AB5-ABBDC7D022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91718" y="4732515"/>
            <a:ext cx="7741911" cy="89508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spc="53" baseline="0">
                <a:solidFill>
                  <a:schemeClr val="bg1"/>
                </a:solidFill>
              </a:defRPr>
            </a:lvl1pPr>
            <a:lvl2pPr marL="456931" indent="0" algn="ctr">
              <a:buNone/>
              <a:defRPr sz="1800"/>
            </a:lvl2pPr>
            <a:lvl3pPr marL="913868" indent="0" algn="ctr">
              <a:buNone/>
              <a:defRPr sz="1800"/>
            </a:lvl3pPr>
            <a:lvl4pPr marL="1370786" indent="0" algn="ctr">
              <a:buNone/>
              <a:defRPr sz="1800"/>
            </a:lvl4pPr>
            <a:lvl5pPr marL="1827721" indent="0" algn="ctr">
              <a:buNone/>
              <a:defRPr sz="1800"/>
            </a:lvl5pPr>
            <a:lvl6pPr marL="2284658" indent="0" algn="ctr">
              <a:buNone/>
              <a:defRPr sz="1800"/>
            </a:lvl6pPr>
            <a:lvl7pPr marL="2741590" indent="0" algn="ctr">
              <a:buNone/>
              <a:defRPr sz="1800"/>
            </a:lvl7pPr>
            <a:lvl8pPr marL="3198504" indent="0" algn="ctr">
              <a:buNone/>
              <a:defRPr sz="1800"/>
            </a:lvl8pPr>
            <a:lvl9pPr marL="3655435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C871B2D-A812-950D-B928-7965D77BF0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6880" y="4569567"/>
            <a:ext cx="1908756" cy="187551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A5862C7-9127-96C1-EAE5-D370C1D93A33}"/>
              </a:ext>
            </a:extLst>
          </p:cNvPr>
          <p:cNvSpPr txBox="1"/>
          <p:nvPr userDrawn="1"/>
        </p:nvSpPr>
        <p:spPr>
          <a:xfrm>
            <a:off x="9854652" y="835903"/>
            <a:ext cx="1829348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400" b="1" i="1" spc="0" baseline="0" dirty="0">
                <a:solidFill>
                  <a:schemeClr val="accent4"/>
                </a:solidFill>
                <a:latin typeface="+mj-lt"/>
              </a:rPr>
              <a:t>HYPERSCAYLE</a:t>
            </a:r>
            <a:r>
              <a:rPr lang="en-US" sz="1400" b="1" i="1" spc="0" baseline="0" dirty="0">
                <a:solidFill>
                  <a:schemeClr val="accent4"/>
                </a:solidFill>
              </a:rPr>
              <a:t>.COM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BFD30210-D82C-D8C9-C865-607A7A85B34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6880" y="512692"/>
            <a:ext cx="4826028" cy="569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047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Dark Al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person holding a tablet&#10;&#10;Description automatically generated with low confidence">
            <a:extLst>
              <a:ext uri="{FF2B5EF4-FFF2-40B4-BE49-F238E27FC236}">
                <a16:creationId xmlns:a16="http://schemas.microsoft.com/office/drawing/2014/main" id="{0D6F383F-46B2-5A67-EFEF-93A6849CC0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71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079" t="2005" r="21702" b="212"/>
          <a:stretch/>
        </p:blipFill>
        <p:spPr>
          <a:xfrm>
            <a:off x="1" y="-881"/>
            <a:ext cx="2897785" cy="6858881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8AB4443-573F-F7A9-ADC3-6CE9A2A897B7}"/>
              </a:ext>
            </a:extLst>
          </p:cNvPr>
          <p:cNvSpPr/>
          <p:nvPr userDrawn="1"/>
        </p:nvSpPr>
        <p:spPr>
          <a:xfrm>
            <a:off x="1" y="0"/>
            <a:ext cx="2897786" cy="6858001"/>
          </a:xfrm>
          <a:prstGeom prst="rect">
            <a:avLst/>
          </a:prstGeom>
          <a:gradFill>
            <a:gsLst>
              <a:gs pos="0">
                <a:schemeClr val="accent3">
                  <a:alpha val="36000"/>
                </a:schemeClr>
              </a:gs>
              <a:gs pos="100000">
                <a:schemeClr val="accent4">
                  <a:alpha val="15376"/>
                </a:schemeClr>
              </a:gs>
            </a:gsLst>
            <a:lin ang="270000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14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81773" y="7000861"/>
            <a:ext cx="829235" cy="274320"/>
          </a:xfrm>
        </p:spPr>
        <p:txBody>
          <a:bodyPr/>
          <a:lstStyle>
            <a:lvl1pPr>
              <a:defRPr sz="1103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A0A6E1A-3F36-FB75-F77A-A90F60451E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91718" y="6200153"/>
            <a:ext cx="1043609" cy="274320"/>
          </a:xfrm>
        </p:spPr>
        <p:txBody>
          <a:bodyPr/>
          <a:lstStyle>
            <a:lvl1pPr algn="l">
              <a:defRPr sz="1103" b="1">
                <a:solidFill>
                  <a:schemeClr val="accent4"/>
                </a:solidFill>
              </a:defRPr>
            </a:lvl1pPr>
          </a:lstStyle>
          <a:p>
            <a:fld id="{643C4A70-EDA7-824F-9048-F4F2288E791F}" type="datetime4">
              <a:rPr lang="en-US" smtClean="0"/>
              <a:t>June 3, 2022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DD5495C8-E083-AE8E-5CE0-1A4F885A6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00617" y="6200153"/>
            <a:ext cx="3483383" cy="274320"/>
          </a:xfrm>
        </p:spPr>
        <p:txBody>
          <a:bodyPr/>
          <a:lstStyle>
            <a:lvl1pPr>
              <a:defRPr sz="1103" b="1" spc="99" baseline="0">
                <a:solidFill>
                  <a:schemeClr val="accent4"/>
                </a:solidFill>
              </a:defRPr>
            </a:lvl1pPr>
          </a:lstStyle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A8A3C3A-9E55-4F29-E3D5-7EEC37EF872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91718" y="3083496"/>
            <a:ext cx="7741911" cy="1463040"/>
          </a:xfrm>
        </p:spPr>
        <p:txBody>
          <a:bodyPr anchor="b">
            <a:normAutofit/>
          </a:bodyPr>
          <a:lstStyle>
            <a:lvl1pPr algn="l">
              <a:defRPr sz="3999" cap="none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A639CF0F-39C0-0056-7AB5-ABBDC7D022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91718" y="4732515"/>
            <a:ext cx="7741911" cy="89508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spc="53" baseline="0">
                <a:solidFill>
                  <a:schemeClr val="bg1"/>
                </a:solidFill>
              </a:defRPr>
            </a:lvl1pPr>
            <a:lvl2pPr marL="456931" indent="0" algn="ctr">
              <a:buNone/>
              <a:defRPr sz="1800"/>
            </a:lvl2pPr>
            <a:lvl3pPr marL="913868" indent="0" algn="ctr">
              <a:buNone/>
              <a:defRPr sz="1800"/>
            </a:lvl3pPr>
            <a:lvl4pPr marL="1370786" indent="0" algn="ctr">
              <a:buNone/>
              <a:defRPr sz="1800"/>
            </a:lvl4pPr>
            <a:lvl5pPr marL="1827721" indent="0" algn="ctr">
              <a:buNone/>
              <a:defRPr sz="1800"/>
            </a:lvl5pPr>
            <a:lvl6pPr marL="2284658" indent="0" algn="ctr">
              <a:buNone/>
              <a:defRPr sz="1800"/>
            </a:lvl6pPr>
            <a:lvl7pPr marL="2741590" indent="0" algn="ctr">
              <a:buNone/>
              <a:defRPr sz="1800"/>
            </a:lvl7pPr>
            <a:lvl8pPr marL="3198504" indent="0" algn="ctr">
              <a:buNone/>
              <a:defRPr sz="1800"/>
            </a:lvl8pPr>
            <a:lvl9pPr marL="3655435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C871B2D-A812-950D-B928-7965D77BF0F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880" y="4569567"/>
            <a:ext cx="1908756" cy="187551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A5862C7-9127-96C1-EAE5-D370C1D93A33}"/>
              </a:ext>
            </a:extLst>
          </p:cNvPr>
          <p:cNvSpPr txBox="1"/>
          <p:nvPr userDrawn="1"/>
        </p:nvSpPr>
        <p:spPr>
          <a:xfrm>
            <a:off x="9854652" y="835903"/>
            <a:ext cx="1829348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400" b="1" i="1" spc="0" baseline="0" dirty="0">
                <a:solidFill>
                  <a:schemeClr val="accent4"/>
                </a:solidFill>
                <a:latin typeface="+mj-lt"/>
              </a:rPr>
              <a:t>HYPERSCAYLE</a:t>
            </a:r>
            <a:r>
              <a:rPr lang="en-US" sz="1400" b="1" i="1" spc="0" baseline="0" dirty="0">
                <a:solidFill>
                  <a:schemeClr val="accent4"/>
                </a:solidFill>
              </a:rPr>
              <a:t>.COM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BFD30210-D82C-D8C9-C865-607A7A85B34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6879" y="512691"/>
            <a:ext cx="5289007" cy="62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194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5" y="1143000"/>
            <a:ext cx="11429996" cy="4800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B782D-3E9F-C14A-9AFF-225A921953D6}" type="datetime4">
              <a:rPr lang="en-US" smtClean="0"/>
              <a:t>June 3, 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1B1520D-6D96-4141-9ED7-D3EC26EB2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02144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DFE239E-4857-A4FA-A9EC-7F6767C34811}"/>
              </a:ext>
            </a:extLst>
          </p:cNvPr>
          <p:cNvSpPr/>
          <p:nvPr userDrawn="1"/>
        </p:nvSpPr>
        <p:spPr>
          <a:xfrm>
            <a:off x="0" y="0"/>
            <a:ext cx="12192000" cy="62550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1" y="1969535"/>
            <a:ext cx="6035028" cy="1704705"/>
          </a:xfrm>
        </p:spPr>
        <p:txBody>
          <a:bodyPr anchor="b">
            <a:noAutofit/>
          </a:bodyPr>
          <a:lstStyle>
            <a:lvl1pPr algn="l">
              <a:defRPr sz="4400" b="1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702A91-E469-AC4A-9FAA-85DBF37F4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552B8-7AB9-E446-9ED8-A4CBC2237F16}" type="datetime4">
              <a:rPr lang="en-US" smtClean="0"/>
              <a:t>June 3, 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84D714-B42B-7D4D-80CB-C941408EC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D0CA38-B6CB-B847-9DC3-A14F298C0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B642020-4E27-3D9D-2AF9-752811F23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73" y="3670300"/>
            <a:ext cx="6035027" cy="1463040"/>
          </a:xfrm>
        </p:spPr>
        <p:txBody>
          <a:bodyPr lIns="91440" rIns="9144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799" i="1" spc="0" baseline="0">
                <a:solidFill>
                  <a:schemeClr val="tx1"/>
                </a:solidFill>
              </a:defRPr>
            </a:lvl1pPr>
            <a:lvl2pPr marL="45693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3868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3pPr>
            <a:lvl4pPr marL="1370786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4pPr>
            <a:lvl5pPr marL="1827721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5pPr>
            <a:lvl6pPr marL="2284658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6pPr>
            <a:lvl7pPr marL="274159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7pPr>
            <a:lvl8pPr marL="3198504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8pPr>
            <a:lvl9pPr marL="3655435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76887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A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0F77FE-3FC1-0398-F0A4-C7531F4CA5C5}"/>
              </a:ext>
            </a:extLst>
          </p:cNvPr>
          <p:cNvSpPr/>
          <p:nvPr userDrawn="1"/>
        </p:nvSpPr>
        <p:spPr>
          <a:xfrm>
            <a:off x="0" y="0"/>
            <a:ext cx="12192000" cy="625502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702A91-E469-AC4A-9FAA-85DBF37F4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484BB-4875-A842-8358-A3353B8ED04F}" type="datetime4">
              <a:rPr lang="en-US" smtClean="0"/>
              <a:t>June 3, 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84D714-B42B-7D4D-80CB-C941408EC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D0CA38-B6CB-B847-9DC3-A14F298C0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31B71B3-EC67-D03F-D2C0-A169BE92B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1" y="1969535"/>
            <a:ext cx="6035028" cy="1704705"/>
          </a:xfrm>
        </p:spPr>
        <p:txBody>
          <a:bodyPr anchor="b">
            <a:noAutofit/>
          </a:bodyPr>
          <a:lstStyle>
            <a:lvl1pPr algn="l">
              <a:defRPr sz="4400" b="1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4FC9DCB-E48C-D50A-AC49-56F2B6CA2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73" y="3670300"/>
            <a:ext cx="6035027" cy="1463040"/>
          </a:xfrm>
        </p:spPr>
        <p:txBody>
          <a:bodyPr lIns="91440" rIns="9144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799" i="1" spc="0" baseline="0">
                <a:solidFill>
                  <a:schemeClr val="bg1"/>
                </a:solidFill>
              </a:defRPr>
            </a:lvl1pPr>
            <a:lvl2pPr marL="45693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3868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3pPr>
            <a:lvl4pPr marL="1370786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4pPr>
            <a:lvl5pPr marL="1827721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5pPr>
            <a:lvl6pPr marL="2284658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6pPr>
            <a:lvl7pPr marL="274159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7pPr>
            <a:lvl8pPr marL="3198504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8pPr>
            <a:lvl9pPr marL="3655435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25676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702A91-E469-AC4A-9FAA-85DBF37F4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9D308350-7D85-2842-B824-02DFD81FA60B}" type="datetime4">
              <a:rPr lang="en-US" smtClean="0"/>
              <a:t>June 3, 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84D714-B42B-7D4D-80CB-C941408EC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D0CA38-B6CB-B847-9DC3-A14F298C0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1C98DE-E27F-2D87-827F-36F8DF28478F}"/>
              </a:ext>
            </a:extLst>
          </p:cNvPr>
          <p:cNvSpPr/>
          <p:nvPr userDrawn="1"/>
        </p:nvSpPr>
        <p:spPr>
          <a:xfrm>
            <a:off x="0" y="0"/>
            <a:ext cx="12192000" cy="62550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D571497-DE71-9E0D-99E0-8C316CCF7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73" y="3670300"/>
            <a:ext cx="6035027" cy="1463040"/>
          </a:xfrm>
        </p:spPr>
        <p:txBody>
          <a:bodyPr lIns="91440" rIns="9144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799" i="1" spc="0" baseline="0">
                <a:solidFill>
                  <a:schemeClr val="bg1"/>
                </a:solidFill>
              </a:defRPr>
            </a:lvl1pPr>
            <a:lvl2pPr marL="45693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3868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3pPr>
            <a:lvl4pPr marL="1370786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4pPr>
            <a:lvl5pPr marL="1827721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5pPr>
            <a:lvl6pPr marL="2284658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6pPr>
            <a:lvl7pPr marL="274159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7pPr>
            <a:lvl8pPr marL="3198504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8pPr>
            <a:lvl9pPr marL="3655435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93E16652-407D-6709-9C92-C05E46BA0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1" y="1969535"/>
            <a:ext cx="6035028" cy="1704705"/>
          </a:xfrm>
        </p:spPr>
        <p:txBody>
          <a:bodyPr anchor="b">
            <a:noAutofit/>
          </a:bodyPr>
          <a:lstStyle>
            <a:lvl1pPr algn="l">
              <a:defRPr sz="4400" b="1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99954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5" y="914400"/>
            <a:ext cx="5486395" cy="47672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0481" y="914400"/>
            <a:ext cx="5486395" cy="47672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F7C1B-92C0-D444-A7AB-E9200D71226D}" type="datetime4">
              <a:rPr lang="en-US" smtClean="0"/>
              <a:t>June 3, 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00F5549-3EFD-CA41-9DB0-887AECF33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24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611" y="891401"/>
            <a:ext cx="5487184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400" b="1" i="0" cap="none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6931" indent="0">
              <a:buNone/>
              <a:defRPr sz="2001" b="1"/>
            </a:lvl2pPr>
            <a:lvl3pPr marL="913868" indent="0">
              <a:buNone/>
              <a:defRPr sz="1800" b="1"/>
            </a:lvl3pPr>
            <a:lvl4pPr marL="1370786" indent="0">
              <a:buNone/>
              <a:defRPr sz="1599" b="1"/>
            </a:lvl4pPr>
            <a:lvl5pPr marL="1827721" indent="0">
              <a:buNone/>
              <a:defRPr sz="1599" b="1"/>
            </a:lvl5pPr>
            <a:lvl6pPr marL="2284658" indent="0">
              <a:buNone/>
              <a:defRPr sz="1599" b="1"/>
            </a:lvl6pPr>
            <a:lvl7pPr marL="2741590" indent="0">
              <a:buNone/>
              <a:defRPr sz="1599" b="1"/>
            </a:lvl7pPr>
            <a:lvl8pPr marL="3198504" indent="0">
              <a:buNone/>
              <a:defRPr sz="1599" b="1"/>
            </a:lvl8pPr>
            <a:lvl9pPr marL="3655435" indent="0">
              <a:buNone/>
              <a:defRPr sz="15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39276" y="891401"/>
            <a:ext cx="5487185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400" b="1" i="0" kern="1200" cap="none" baseline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6931" indent="0">
              <a:buNone/>
              <a:defRPr sz="2001" b="1"/>
            </a:lvl2pPr>
            <a:lvl3pPr marL="913868" indent="0">
              <a:buNone/>
              <a:defRPr sz="1800" b="1"/>
            </a:lvl3pPr>
            <a:lvl4pPr marL="1370786" indent="0">
              <a:buNone/>
              <a:defRPr sz="1599" b="1"/>
            </a:lvl4pPr>
            <a:lvl5pPr marL="1827721" indent="0">
              <a:buNone/>
              <a:defRPr sz="1599" b="1"/>
            </a:lvl5pPr>
            <a:lvl6pPr marL="2284658" indent="0">
              <a:buNone/>
              <a:defRPr sz="1599" b="1"/>
            </a:lvl6pPr>
            <a:lvl7pPr marL="2741590" indent="0">
              <a:buNone/>
              <a:defRPr sz="1599" b="1"/>
            </a:lvl7pPr>
            <a:lvl8pPr marL="3198504" indent="0">
              <a:buNone/>
              <a:defRPr sz="1599" b="1"/>
            </a:lvl8pPr>
            <a:lvl9pPr marL="3655435" indent="0">
              <a:buNone/>
              <a:defRPr sz="1599" b="1"/>
            </a:lvl9pPr>
          </a:lstStyle>
          <a:p>
            <a:pPr marL="0" lvl="0" indent="0" algn="l" defTabSz="913868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9276" y="1908314"/>
            <a:ext cx="5487185" cy="3717046"/>
          </a:xfrm>
        </p:spPr>
        <p:txBody>
          <a:bodyPr/>
          <a:lstStyle>
            <a:lvl1pPr marL="409575" indent="-409575">
              <a:buClr>
                <a:schemeClr val="accent3"/>
              </a:buClr>
              <a:buSzPct val="100000"/>
              <a:buFont typeface="Wingdings" pitchFamily="2" charset="2"/>
              <a:buChar char="§"/>
              <a:tabLst/>
              <a:defRPr sz="2000">
                <a:solidFill>
                  <a:schemeClr val="tx1"/>
                </a:solidFill>
              </a:defRPr>
            </a:lvl1pPr>
            <a:lvl2pPr marL="925513" indent="-463550">
              <a:buFont typeface="Lucida Grande" panose="020B0600040502020204" pitchFamily="34" charset="0"/>
              <a:buChar char="⇢"/>
              <a:tabLst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6203-D9E0-3147-8065-FCA4CDFE6EB5}" type="datetime4">
              <a:rPr lang="en-US" smtClean="0"/>
              <a:t>June 3, 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770942C9-4D8A-C689-FD80-D5A2990E64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7015" y="1908314"/>
            <a:ext cx="5487185" cy="3717046"/>
          </a:xfrm>
        </p:spPr>
        <p:txBody>
          <a:bodyPr/>
          <a:lstStyle>
            <a:lvl1pPr marL="409575" indent="-409575">
              <a:buClr>
                <a:schemeClr val="accent3"/>
              </a:buClr>
              <a:buSzPct val="100000"/>
              <a:buFont typeface="Wingdings" pitchFamily="2" charset="2"/>
              <a:buChar char="§"/>
              <a:tabLst/>
              <a:defRPr sz="2000">
                <a:solidFill>
                  <a:schemeClr val="tx1"/>
                </a:solidFill>
              </a:defRPr>
            </a:lvl1pPr>
            <a:lvl2pPr marL="925513" indent="-463550">
              <a:buFont typeface="Lucida Grande" panose="020B0600040502020204" pitchFamily="34" charset="0"/>
              <a:buChar char="⇢"/>
              <a:tabLst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10020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152405" y="914406"/>
            <a:ext cx="4711143" cy="5381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2"/>
          </p:nvPr>
        </p:nvSpPr>
        <p:spPr>
          <a:xfrm>
            <a:off x="5486399" y="914400"/>
            <a:ext cx="5854701" cy="5372101"/>
          </a:xfrm>
        </p:spPr>
        <p:txBody>
          <a:bodyPr/>
          <a:lstStyle>
            <a:lvl1pPr marL="461963" indent="-461963">
              <a:buClr>
                <a:schemeClr val="accent3"/>
              </a:buClr>
              <a:buFont typeface="+mj-lt"/>
              <a:buAutoNum type="arabicPeriod"/>
              <a:tabLst/>
              <a:defRPr sz="2400"/>
            </a:lvl1pPr>
            <a:lvl2pPr marL="858838" indent="-342900">
              <a:tabLst/>
              <a:defRPr sz="2001"/>
            </a:lvl2pPr>
            <a:lvl3pPr marL="1270000" indent="-411163">
              <a:tabLst/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BBF4A5-D241-6743-8842-0080753DF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F481C6-2F43-7CA7-88C9-22797ED8F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5200" y="6419634"/>
            <a:ext cx="2154143" cy="274320"/>
          </a:xfrm>
        </p:spPr>
        <p:txBody>
          <a:bodyPr/>
          <a:lstStyle/>
          <a:p>
            <a:fld id="{3444C4FB-6080-4E40-A722-35A40079000A}" type="datetime4">
              <a:rPr lang="en-US" smtClean="0"/>
              <a:t>June 3, 2022</a:t>
            </a:fld>
            <a:endParaRPr lang="en-US" dirty="0"/>
          </a:p>
        </p:txBody>
      </p:sp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4C4C19D6-67CD-3A7A-93C5-085C956C770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592642" y="6419634"/>
            <a:ext cx="5679113" cy="274320"/>
          </a:xfrm>
        </p:spPr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B521ED31-3043-D0C4-7636-CD1BFB84853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52405" y="6419086"/>
            <a:ext cx="486833" cy="27432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492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2A9A8-C518-3545-9175-33288E6AB40B}" type="datetime4">
              <a:rPr lang="en-US" smtClean="0"/>
              <a:t>June 3, 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2004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5" y="234834"/>
            <a:ext cx="7685309" cy="27432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2A9A8-C518-3545-9175-33288E6AB40B}" type="datetime4">
              <a:rPr lang="en-US" smtClean="0"/>
              <a:t>June 3, 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A9250B-71BF-2413-547E-A25DF8D3B2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60971" y="234834"/>
            <a:ext cx="3048000" cy="837152"/>
          </a:xfrm>
          <a:solidFill>
            <a:schemeClr val="accent4"/>
          </a:solidFill>
        </p:spPr>
        <p:txBody>
          <a:bodyPr wrap="square" lIns="91440" tIns="91440" rIns="91440" bIns="91440"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400" b="1" i="1"/>
            </a:lvl1pPr>
            <a:lvl2pPr marL="9525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100" b="1" i="1"/>
            </a:lvl2pPr>
            <a:lvl3pPr marL="238125" indent="-238125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tabLst/>
              <a:defRPr sz="1100" i="1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79788117-23CD-073A-7EA9-163D737A93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860971" y="1492060"/>
            <a:ext cx="3048000" cy="3717046"/>
          </a:xfrm>
        </p:spPr>
        <p:txBody>
          <a:bodyPr/>
          <a:lstStyle>
            <a:lvl1pPr marL="292100" indent="-292100">
              <a:spcAft>
                <a:spcPts val="600"/>
              </a:spcAft>
              <a:buClr>
                <a:schemeClr val="accent3"/>
              </a:buClr>
              <a:buSzPct val="100000"/>
              <a:buFont typeface="Wingdings" pitchFamily="2" charset="2"/>
              <a:buChar char="§"/>
              <a:tabLst/>
              <a:defRPr sz="2000">
                <a:solidFill>
                  <a:schemeClr val="tx1"/>
                </a:solidFill>
              </a:defRPr>
            </a:lvl1pPr>
            <a:lvl2pPr marL="693738" indent="-401638">
              <a:spcAft>
                <a:spcPts val="600"/>
              </a:spcAft>
              <a:buFont typeface="Lucida Grande" panose="020B0600040502020204" pitchFamily="34" charset="0"/>
              <a:buChar char="⇢"/>
              <a:tabLst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05B9A8DE-F515-70C4-1F44-825DA7BE0F4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2404" y="5275761"/>
            <a:ext cx="12039595" cy="969496"/>
          </a:xfrm>
          <a:solidFill>
            <a:schemeClr val="accent4"/>
          </a:solidFill>
        </p:spPr>
        <p:txBody>
          <a:bodyPr lIns="91440" tIns="182880" rIns="91440" bIns="182880" anchor="b">
            <a:spAutoFit/>
          </a:bodyPr>
          <a:lstStyle>
            <a:lvl1pPr marL="292100" indent="-292100">
              <a:spcBef>
                <a:spcPts val="300"/>
              </a:spcBef>
              <a:spcAft>
                <a:spcPts val="300"/>
              </a:spcAft>
              <a:buClr>
                <a:schemeClr val="accent3"/>
              </a:buClr>
              <a:buSzPct val="100000"/>
              <a:buFont typeface="Wingdings" pitchFamily="2" charset="2"/>
              <a:buChar char="§"/>
              <a:tabLst/>
              <a:defRPr sz="1800">
                <a:solidFill>
                  <a:schemeClr val="tx1"/>
                </a:solidFill>
              </a:defRPr>
            </a:lvl1pPr>
            <a:lvl2pPr marL="801688" indent="-466725">
              <a:spcBef>
                <a:spcPts val="300"/>
              </a:spcBef>
              <a:spcAft>
                <a:spcPts val="300"/>
              </a:spcAft>
              <a:buFont typeface="Lucida Grande" panose="020B0600040502020204" pitchFamily="34" charset="0"/>
              <a:buChar char="⇢"/>
              <a:tabLst/>
              <a:defRPr sz="16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 dirty="0"/>
              <a:t>Commentary bullets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560966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4FF58BD-94FD-4145-99DE-3D4A7FE33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0EF36-60D6-2447-B6B0-7A219BB93183}" type="datetime4">
              <a:rPr lang="en-US" smtClean="0"/>
              <a:t>June 3, 2022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F8845C5-6F15-3D4F-8DFF-601DD428B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D799134-C32D-AF49-8F06-9E3AC37AD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572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oi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52406" y="1204505"/>
            <a:ext cx="4828540" cy="1919695"/>
          </a:xfr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88F58-B4AE-CD49-A7AC-004043684EF9}" type="datetime4">
              <a:rPr lang="en-US" smtClean="0"/>
              <a:t>June 3, 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6E7116C-40C4-B641-902C-1EE8E0BCB112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152405" y="3238499"/>
            <a:ext cx="4828541" cy="208332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/>
            </a:lvl1pPr>
            <a:lvl2pPr marL="456931" indent="0">
              <a:buNone/>
              <a:defRPr sz="1200"/>
            </a:lvl2pPr>
            <a:lvl3pPr marL="913868" indent="0">
              <a:buNone/>
              <a:defRPr sz="999"/>
            </a:lvl3pPr>
            <a:lvl4pPr marL="1370786" indent="0">
              <a:buNone/>
              <a:defRPr sz="900"/>
            </a:lvl4pPr>
            <a:lvl5pPr marL="1827721" indent="0">
              <a:buNone/>
              <a:defRPr sz="900"/>
            </a:lvl5pPr>
            <a:lvl6pPr marL="2284658" indent="0">
              <a:buNone/>
              <a:defRPr sz="900"/>
            </a:lvl6pPr>
            <a:lvl7pPr marL="2741590" indent="0">
              <a:buNone/>
              <a:defRPr sz="900"/>
            </a:lvl7pPr>
            <a:lvl8pPr marL="3198504" indent="0">
              <a:buNone/>
              <a:defRPr sz="900"/>
            </a:lvl8pPr>
            <a:lvl9pPr marL="365543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49A71304-1550-EFD1-B76F-19BD0850B74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854701" y="1143000"/>
            <a:ext cx="5854700" cy="4864619"/>
          </a:xfrm>
        </p:spPr>
        <p:txBody>
          <a:bodyPr/>
          <a:lstStyle>
            <a:lvl1pPr marL="461963" indent="-461963">
              <a:buClr>
                <a:schemeClr val="accent3"/>
              </a:buClr>
              <a:buFont typeface="+mj-lt"/>
              <a:buAutoNum type="arabicPeriod"/>
              <a:tabLst/>
              <a:defRPr sz="2400"/>
            </a:lvl1pPr>
            <a:lvl2pPr marL="858838" indent="-342900">
              <a:tabLst/>
              <a:defRPr sz="2001"/>
            </a:lvl2pPr>
            <a:lvl3pPr marL="1270000" indent="-411163">
              <a:tabLst/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916C547-71A7-AFD1-C6CB-A0F0611A9ED5}"/>
              </a:ext>
            </a:extLst>
          </p:cNvPr>
          <p:cNvSpPr txBox="1">
            <a:spLocks/>
          </p:cNvSpPr>
          <p:nvPr userDrawn="1"/>
        </p:nvSpPr>
        <p:spPr>
          <a:xfrm>
            <a:off x="152406" y="234834"/>
            <a:ext cx="11887190" cy="2743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3868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2000" b="1" i="1" kern="1200" cap="none" spc="0" baseline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1798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3207E-6432-BF48-94AB-98FAA05DEDE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DEE2C09E-A5EA-1F48-AD65-C0CB5162D257}" type="datetime4">
              <a:rPr lang="en-US" smtClean="0"/>
              <a:t>June 3, 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EC6E52-E3D3-F048-893B-E66A24ECA9E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4AD13E-C264-3C44-919D-FFC8D02515D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F08CD-6B47-505E-C69C-C9FC78804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3979" y="2095304"/>
            <a:ext cx="7504042" cy="2667392"/>
          </a:xfrm>
        </p:spPr>
        <p:txBody>
          <a:bodyPr anchor="ctr"/>
          <a:lstStyle>
            <a:lvl1pPr algn="ctr">
              <a:lnSpc>
                <a:spcPct val="100000"/>
              </a:lnSpc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6297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780713D-DF72-0D5A-4ACB-087333EF7191}"/>
              </a:ext>
            </a:extLst>
          </p:cNvPr>
          <p:cNvSpPr/>
          <p:nvPr userDrawn="1"/>
        </p:nvSpPr>
        <p:spPr>
          <a:xfrm>
            <a:off x="0" y="0"/>
            <a:ext cx="12192000" cy="62550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96FA9788-001A-E216-E914-D797300EC356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25200" y="6419634"/>
            <a:ext cx="2154143" cy="274320"/>
          </a:xfrm>
        </p:spPr>
        <p:txBody>
          <a:bodyPr/>
          <a:lstStyle/>
          <a:p>
            <a:fld id="{60676637-B461-F947-8298-5DAC0D3B67BF}" type="datetime4">
              <a:rPr lang="en-US" smtClean="0"/>
              <a:t>June 3, 2022</a:t>
            </a:fld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0A953DB1-AD12-E407-8126-6C0C8C4713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592642" y="6419634"/>
            <a:ext cx="5679113" cy="274320"/>
          </a:xfrm>
        </p:spPr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F5903B2B-0672-DBE8-480F-660BA865499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52405" y="6419086"/>
            <a:ext cx="486833" cy="27432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4CC67E6-FAA8-C0C5-0925-484654BD4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3979" y="2095304"/>
            <a:ext cx="7504042" cy="2667392"/>
          </a:xfrm>
        </p:spPr>
        <p:txBody>
          <a:bodyPr anchor="ctr"/>
          <a:lstStyle>
            <a:lvl1pPr algn="ctr"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72873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023F6B-8ED6-8D4C-8831-2877786E7E6A}"/>
              </a:ext>
            </a:extLst>
          </p:cNvPr>
          <p:cNvSpPr txBox="1"/>
          <p:nvPr userDrawn="1"/>
        </p:nvSpPr>
        <p:spPr>
          <a:xfrm>
            <a:off x="9396551" y="5946913"/>
            <a:ext cx="2292615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800" b="1" i="1" spc="0" baseline="0" dirty="0">
                <a:solidFill>
                  <a:schemeClr val="accent4"/>
                </a:solidFill>
                <a:latin typeface="+mj-lt"/>
              </a:rPr>
              <a:t>HYPERSCAYLE</a:t>
            </a:r>
            <a:r>
              <a:rPr lang="en-US" sz="1800" b="1" i="1" spc="0" baseline="0" dirty="0">
                <a:solidFill>
                  <a:schemeClr val="accent4"/>
                </a:solidFill>
              </a:rPr>
              <a:t>.COM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C6FF225-1EC7-A0BF-B572-6D30CE32A4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01852" y="2964379"/>
            <a:ext cx="6388296" cy="754441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4BA76298-9F41-0F5C-2E9C-0695D74573E0}"/>
              </a:ext>
            </a:extLst>
          </p:cNvPr>
          <p:cNvGrpSpPr/>
          <p:nvPr userDrawn="1"/>
        </p:nvGrpSpPr>
        <p:grpSpPr>
          <a:xfrm>
            <a:off x="0" y="-1"/>
            <a:ext cx="12192000" cy="6858000"/>
            <a:chOff x="2609221" y="1142971"/>
            <a:chExt cx="8640057" cy="5346035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D6D68360-E1F6-C856-B725-49D5F3B0ACB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36686" t="28278"/>
            <a:stretch/>
          </p:blipFill>
          <p:spPr>
            <a:xfrm>
              <a:off x="2609221" y="1142972"/>
              <a:ext cx="4503087" cy="2898942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E52FC898-4193-86C6-EF55-6457D9FA000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28278" r="42264"/>
            <a:stretch/>
          </p:blipFill>
          <p:spPr>
            <a:xfrm>
              <a:off x="7142921" y="1142971"/>
              <a:ext cx="4106356" cy="2898942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52B6AC71-7AFE-8BE2-33F3-08C89464342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36686" b="39457"/>
            <a:stretch/>
          </p:blipFill>
          <p:spPr>
            <a:xfrm>
              <a:off x="2609221" y="4041913"/>
              <a:ext cx="4503087" cy="2447093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F9D43233-E0D5-E151-3FE3-8B5B3CDAA14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r="42264" b="39457"/>
            <a:stretch/>
          </p:blipFill>
          <p:spPr>
            <a:xfrm>
              <a:off x="7142922" y="4041913"/>
              <a:ext cx="4106356" cy="24470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042742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person holding a tablet&#10;&#10;Description automatically generated with low confidence">
            <a:extLst>
              <a:ext uri="{FF2B5EF4-FFF2-40B4-BE49-F238E27FC236}">
                <a16:creationId xmlns:a16="http://schemas.microsoft.com/office/drawing/2014/main" id="{117321F0-0ACC-CA3A-E00B-8F7F783E81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71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082" t="8598" r="16233" b="198"/>
          <a:stretch/>
        </p:blipFill>
        <p:spPr>
          <a:xfrm>
            <a:off x="1" y="-881"/>
            <a:ext cx="3646714" cy="685888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66A284A-5857-6314-A008-09552C923F81}"/>
              </a:ext>
            </a:extLst>
          </p:cNvPr>
          <p:cNvSpPr/>
          <p:nvPr userDrawn="1"/>
        </p:nvSpPr>
        <p:spPr>
          <a:xfrm>
            <a:off x="0" y="0"/>
            <a:ext cx="3646715" cy="6858001"/>
          </a:xfrm>
          <a:prstGeom prst="rect">
            <a:avLst/>
          </a:prstGeom>
          <a:gradFill>
            <a:gsLst>
              <a:gs pos="0">
                <a:schemeClr val="accent3">
                  <a:alpha val="36000"/>
                </a:schemeClr>
              </a:gs>
              <a:gs pos="100000">
                <a:schemeClr val="accent4">
                  <a:alpha val="15376"/>
                </a:schemeClr>
              </a:gs>
            </a:gsLst>
            <a:lin ang="270000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14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3132949-8703-0657-AD02-EE55B8FC32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54401" y="4441237"/>
            <a:ext cx="1975228" cy="19408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707CFC0-7814-E771-EF7C-C3D868906E4F}"/>
              </a:ext>
            </a:extLst>
          </p:cNvPr>
          <p:cNvSpPr txBox="1"/>
          <p:nvPr userDrawn="1"/>
        </p:nvSpPr>
        <p:spPr>
          <a:xfrm>
            <a:off x="8895707" y="783773"/>
            <a:ext cx="2292615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800" b="1" i="1" spc="0" baseline="0" dirty="0">
                <a:solidFill>
                  <a:schemeClr val="accent4"/>
                </a:solidFill>
                <a:latin typeface="+mj-lt"/>
              </a:rPr>
              <a:t>HYPERSCAYLE</a:t>
            </a:r>
            <a:r>
              <a:rPr lang="en-US" sz="1800" b="1" i="1" spc="0" baseline="0" dirty="0">
                <a:solidFill>
                  <a:schemeClr val="accent4"/>
                </a:solidFill>
              </a:rPr>
              <a:t>.COM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6809F4C-250A-64A2-B855-F4BC7AA90E6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90699" y="2964379"/>
            <a:ext cx="6388296" cy="754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632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sv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6" y="234834"/>
            <a:ext cx="11887190" cy="2743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5" y="1092205"/>
            <a:ext cx="11429996" cy="4851394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5200" y="641963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1" spc="0" baseline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A7A472F4-B4BD-2046-8098-14032FFDE40C}" type="datetime4">
              <a:rPr lang="en-US" smtClean="0"/>
              <a:t>June 3, 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92642" y="6419634"/>
            <a:ext cx="567911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1" cap="all" spc="0" baseline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405" y="6419086"/>
            <a:ext cx="48683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3" b="1" i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A90B648-B75E-1245-D11F-8E1704A8CA5C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576560" y="6476580"/>
            <a:ext cx="1364856" cy="161185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2F12636-F6EC-821D-8DF5-C75AAB3BD988}"/>
              </a:ext>
            </a:extLst>
          </p:cNvPr>
          <p:cNvCxnSpPr>
            <a:cxnSpLocks/>
          </p:cNvCxnSpPr>
          <p:nvPr userDrawn="1"/>
        </p:nvCxnSpPr>
        <p:spPr>
          <a:xfrm>
            <a:off x="0" y="650959"/>
            <a:ext cx="7598229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28A06F4-5679-F884-319B-226E2D6F1E47}"/>
              </a:ext>
            </a:extLst>
          </p:cNvPr>
          <p:cNvCxnSpPr>
            <a:cxnSpLocks/>
          </p:cNvCxnSpPr>
          <p:nvPr userDrawn="1"/>
        </p:nvCxnSpPr>
        <p:spPr>
          <a:xfrm>
            <a:off x="4592642" y="6241882"/>
            <a:ext cx="7599358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8640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8" r:id="rId2"/>
    <p:sldLayoutId id="2147483702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701" r:id="rId12"/>
    <p:sldLayoutId id="2147483688" r:id="rId13"/>
    <p:sldLayoutId id="2147483689" r:id="rId14"/>
    <p:sldLayoutId id="2147483697" r:id="rId15"/>
    <p:sldLayoutId id="2147483698" r:id="rId16"/>
    <p:sldLayoutId id="2147483699" r:id="rId17"/>
    <p:sldLayoutId id="2147483700" r:id="rId18"/>
  </p:sldLayoutIdLst>
  <p:hf hdr="0"/>
  <p:txStyles>
    <p:titleStyle>
      <a:lvl1pPr algn="l" defTabSz="913868" rtl="0" eaLnBrk="1" latinLnBrk="0" hangingPunct="1">
        <a:lnSpc>
          <a:spcPct val="80000"/>
        </a:lnSpc>
        <a:spcBef>
          <a:spcPct val="0"/>
        </a:spcBef>
        <a:buNone/>
        <a:defRPr sz="2000" b="1" i="1" kern="1200" cap="none" spc="0" baseline="0">
          <a:solidFill>
            <a:schemeClr val="tx2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0" indent="0" algn="l" defTabSz="913868" rtl="0" eaLnBrk="1" latinLnBrk="0" hangingPunct="1">
        <a:lnSpc>
          <a:spcPct val="100000"/>
        </a:lnSpc>
        <a:spcBef>
          <a:spcPts val="600"/>
        </a:spcBef>
        <a:spcAft>
          <a:spcPts val="1200"/>
        </a:spcAft>
        <a:buClr>
          <a:schemeClr val="accent2"/>
        </a:buClr>
        <a:buSzPct val="100000"/>
        <a:buFont typeface="Tw Cen MT" panose="020B0602020104020603" pitchFamily="34" charset="0"/>
        <a:buNone/>
        <a:defRPr sz="28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639707" indent="-319847" algn="l" defTabSz="913868" rtl="0" eaLnBrk="1" latinLnBrk="0" hangingPunct="1">
        <a:lnSpc>
          <a:spcPct val="100000"/>
        </a:lnSpc>
        <a:spcBef>
          <a:spcPts val="600"/>
        </a:spcBef>
        <a:spcAft>
          <a:spcPts val="1200"/>
        </a:spcAft>
        <a:buClr>
          <a:schemeClr val="accent3"/>
        </a:buClr>
        <a:buSzPct val="120000"/>
        <a:buFont typeface="Wingdings 3" pitchFamily="18" charset="2"/>
        <a:buChar char=""/>
        <a:defRPr sz="24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2pPr>
      <a:lvl3pPr marL="1085850" indent="-395288" algn="l" defTabSz="913868" rtl="0" eaLnBrk="1" latinLnBrk="0" hangingPunct="1">
        <a:lnSpc>
          <a:spcPct val="100000"/>
        </a:lnSpc>
        <a:spcBef>
          <a:spcPts val="600"/>
        </a:spcBef>
        <a:spcAft>
          <a:spcPts val="1200"/>
        </a:spcAft>
        <a:buClr>
          <a:schemeClr val="accent3"/>
        </a:buClr>
        <a:buSzPct val="100000"/>
        <a:buFont typeface="Lucida Grande" panose="020B0600040502020204" pitchFamily="34" charset="0"/>
        <a:buChar char="⇢"/>
        <a:tabLst/>
        <a:defRPr sz="2001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3pPr>
      <a:lvl4pPr marL="1381125" indent="-295275" algn="l" defTabSz="913868" rtl="0" eaLnBrk="1" latinLnBrk="0" hangingPunct="1">
        <a:lnSpc>
          <a:spcPct val="100000"/>
        </a:lnSpc>
        <a:spcBef>
          <a:spcPts val="600"/>
        </a:spcBef>
        <a:spcAft>
          <a:spcPts val="1200"/>
        </a:spcAft>
        <a:buClr>
          <a:schemeClr val="accent3"/>
        </a:buClr>
        <a:buSzPct val="120000"/>
        <a:buFont typeface="Wingdings" pitchFamily="2" charset="2"/>
        <a:buChar char="§"/>
        <a:tabLst/>
        <a:defRPr sz="1599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4pPr>
      <a:lvl5pPr marL="776779" indent="-137071" algn="l" defTabSz="913868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tx1"/>
        </a:buClr>
        <a:buFont typeface="Wingdings 3" pitchFamily="18" charset="2"/>
        <a:buChar char=""/>
        <a:defRPr sz="1403" kern="1200">
          <a:solidFill>
            <a:schemeClr val="tx1"/>
          </a:solidFill>
          <a:latin typeface="+mn-lt"/>
          <a:ea typeface="+mn-ea"/>
          <a:cs typeface="+mn-cs"/>
        </a:defRPr>
      </a:lvl5pPr>
      <a:lvl6pPr marL="913868" indent="-137071" algn="l" defTabSz="913868" rtl="0" eaLnBrk="1" latinLnBrk="0" hangingPunct="1">
        <a:lnSpc>
          <a:spcPct val="90000"/>
        </a:lnSpc>
        <a:spcBef>
          <a:spcPts val="203"/>
        </a:spcBef>
        <a:spcAft>
          <a:spcPts val="399"/>
        </a:spcAft>
        <a:buClr>
          <a:schemeClr val="accent1"/>
        </a:buClr>
        <a:buFont typeface="Wingdings 3" pitchFamily="18" charset="2"/>
        <a:buChar char=""/>
        <a:defRPr sz="1403" kern="1200">
          <a:solidFill>
            <a:schemeClr val="tx1"/>
          </a:solidFill>
          <a:latin typeface="+mn-lt"/>
          <a:ea typeface="+mn-ea"/>
          <a:cs typeface="+mn-cs"/>
        </a:defRPr>
      </a:lvl6pPr>
      <a:lvl7pPr marL="1060080" indent="-137071" algn="l" defTabSz="913868" rtl="0" eaLnBrk="1" latinLnBrk="0" hangingPunct="1">
        <a:lnSpc>
          <a:spcPct val="90000"/>
        </a:lnSpc>
        <a:spcBef>
          <a:spcPts val="203"/>
        </a:spcBef>
        <a:spcAft>
          <a:spcPts val="399"/>
        </a:spcAft>
        <a:buClr>
          <a:schemeClr val="accent1"/>
        </a:buClr>
        <a:buFont typeface="Wingdings 3" pitchFamily="18" charset="2"/>
        <a:buChar char=""/>
        <a:defRPr sz="1403" kern="1200">
          <a:solidFill>
            <a:schemeClr val="tx1"/>
          </a:solidFill>
          <a:latin typeface="+mn-lt"/>
          <a:ea typeface="+mn-ea"/>
          <a:cs typeface="+mn-cs"/>
        </a:defRPr>
      </a:lvl7pPr>
      <a:lvl8pPr marL="1215438" indent="-137071" algn="l" defTabSz="913868" rtl="0" eaLnBrk="1" latinLnBrk="0" hangingPunct="1">
        <a:lnSpc>
          <a:spcPct val="90000"/>
        </a:lnSpc>
        <a:spcBef>
          <a:spcPts val="203"/>
        </a:spcBef>
        <a:spcAft>
          <a:spcPts val="399"/>
        </a:spcAft>
        <a:buClr>
          <a:schemeClr val="accent1"/>
        </a:buClr>
        <a:buFont typeface="Wingdings 3" pitchFamily="18" charset="2"/>
        <a:buChar char=""/>
        <a:defRPr sz="1403" kern="1200">
          <a:solidFill>
            <a:schemeClr val="tx1"/>
          </a:solidFill>
          <a:latin typeface="+mn-lt"/>
          <a:ea typeface="+mn-ea"/>
          <a:cs typeface="+mn-cs"/>
        </a:defRPr>
      </a:lvl8pPr>
      <a:lvl9pPr marL="1361651" indent="-137071" algn="l" defTabSz="913868" rtl="0" eaLnBrk="1" latinLnBrk="0" hangingPunct="1">
        <a:lnSpc>
          <a:spcPct val="90000"/>
        </a:lnSpc>
        <a:spcBef>
          <a:spcPts val="203"/>
        </a:spcBef>
        <a:spcAft>
          <a:spcPts val="399"/>
        </a:spcAft>
        <a:buClr>
          <a:schemeClr val="accent1"/>
        </a:buClr>
        <a:buFont typeface="Wingdings 3" pitchFamily="18" charset="2"/>
        <a:buChar char=""/>
        <a:defRPr sz="140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931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868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786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721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658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590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504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435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.svg"/><Relationship Id="rId18" Type="http://schemas.openxmlformats.org/officeDocument/2006/relationships/image" Target="../media/image30.png"/><Relationship Id="rId26" Type="http://schemas.openxmlformats.org/officeDocument/2006/relationships/image" Target="../media/image38.png"/><Relationship Id="rId39" Type="http://schemas.openxmlformats.org/officeDocument/2006/relationships/image" Target="../media/image51.svg"/><Relationship Id="rId21" Type="http://schemas.openxmlformats.org/officeDocument/2006/relationships/image" Target="../media/image33.svg"/><Relationship Id="rId34" Type="http://schemas.openxmlformats.org/officeDocument/2006/relationships/image" Target="../media/image46.png"/><Relationship Id="rId42" Type="http://schemas.openxmlformats.org/officeDocument/2006/relationships/image" Target="../media/image54.png"/><Relationship Id="rId47" Type="http://schemas.openxmlformats.org/officeDocument/2006/relationships/image" Target="../media/image59.svg"/><Relationship Id="rId50" Type="http://schemas.openxmlformats.org/officeDocument/2006/relationships/image" Target="../media/image62.png"/><Relationship Id="rId55" Type="http://schemas.openxmlformats.org/officeDocument/2006/relationships/image" Target="../media/image67.svg"/><Relationship Id="rId7" Type="http://schemas.openxmlformats.org/officeDocument/2006/relationships/image" Target="../media/image19.svg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29" Type="http://schemas.openxmlformats.org/officeDocument/2006/relationships/image" Target="../media/image41.svg"/><Relationship Id="rId11" Type="http://schemas.openxmlformats.org/officeDocument/2006/relationships/image" Target="../media/image23.svg"/><Relationship Id="rId24" Type="http://schemas.openxmlformats.org/officeDocument/2006/relationships/image" Target="../media/image36.png"/><Relationship Id="rId32" Type="http://schemas.openxmlformats.org/officeDocument/2006/relationships/image" Target="../media/image44.png"/><Relationship Id="rId37" Type="http://schemas.openxmlformats.org/officeDocument/2006/relationships/image" Target="../media/image49.svg"/><Relationship Id="rId40" Type="http://schemas.openxmlformats.org/officeDocument/2006/relationships/image" Target="../media/image52.png"/><Relationship Id="rId45" Type="http://schemas.openxmlformats.org/officeDocument/2006/relationships/image" Target="../media/image57.svg"/><Relationship Id="rId53" Type="http://schemas.openxmlformats.org/officeDocument/2006/relationships/image" Target="../media/image65.svg"/><Relationship Id="rId5" Type="http://schemas.openxmlformats.org/officeDocument/2006/relationships/image" Target="../media/image17.svg"/><Relationship Id="rId10" Type="http://schemas.openxmlformats.org/officeDocument/2006/relationships/image" Target="../media/image22.png"/><Relationship Id="rId19" Type="http://schemas.openxmlformats.org/officeDocument/2006/relationships/image" Target="../media/image31.svg"/><Relationship Id="rId31" Type="http://schemas.openxmlformats.org/officeDocument/2006/relationships/image" Target="../media/image43.svg"/><Relationship Id="rId44" Type="http://schemas.openxmlformats.org/officeDocument/2006/relationships/image" Target="../media/image56.png"/><Relationship Id="rId52" Type="http://schemas.openxmlformats.org/officeDocument/2006/relationships/image" Target="../media/image64.png"/><Relationship Id="rId4" Type="http://schemas.openxmlformats.org/officeDocument/2006/relationships/image" Target="../media/image16.png"/><Relationship Id="rId9" Type="http://schemas.openxmlformats.org/officeDocument/2006/relationships/image" Target="../media/image21.svg"/><Relationship Id="rId14" Type="http://schemas.openxmlformats.org/officeDocument/2006/relationships/image" Target="../media/image26.png"/><Relationship Id="rId22" Type="http://schemas.openxmlformats.org/officeDocument/2006/relationships/image" Target="../media/image34.png"/><Relationship Id="rId27" Type="http://schemas.openxmlformats.org/officeDocument/2006/relationships/image" Target="../media/image39.svg"/><Relationship Id="rId30" Type="http://schemas.openxmlformats.org/officeDocument/2006/relationships/image" Target="../media/image42.png"/><Relationship Id="rId35" Type="http://schemas.openxmlformats.org/officeDocument/2006/relationships/image" Target="../media/image47.svg"/><Relationship Id="rId43" Type="http://schemas.openxmlformats.org/officeDocument/2006/relationships/image" Target="../media/image55.svg"/><Relationship Id="rId48" Type="http://schemas.openxmlformats.org/officeDocument/2006/relationships/image" Target="../media/image60.png"/><Relationship Id="rId8" Type="http://schemas.openxmlformats.org/officeDocument/2006/relationships/image" Target="../media/image20.png"/><Relationship Id="rId51" Type="http://schemas.openxmlformats.org/officeDocument/2006/relationships/image" Target="../media/image63.svg"/><Relationship Id="rId3" Type="http://schemas.openxmlformats.org/officeDocument/2006/relationships/image" Target="../media/image15.svg"/><Relationship Id="rId12" Type="http://schemas.openxmlformats.org/officeDocument/2006/relationships/image" Target="../media/image24.png"/><Relationship Id="rId17" Type="http://schemas.openxmlformats.org/officeDocument/2006/relationships/image" Target="../media/image29.svg"/><Relationship Id="rId25" Type="http://schemas.openxmlformats.org/officeDocument/2006/relationships/image" Target="../media/image37.svg"/><Relationship Id="rId33" Type="http://schemas.openxmlformats.org/officeDocument/2006/relationships/image" Target="../media/image45.svg"/><Relationship Id="rId38" Type="http://schemas.openxmlformats.org/officeDocument/2006/relationships/image" Target="../media/image50.png"/><Relationship Id="rId46" Type="http://schemas.openxmlformats.org/officeDocument/2006/relationships/image" Target="../media/image58.png"/><Relationship Id="rId20" Type="http://schemas.openxmlformats.org/officeDocument/2006/relationships/image" Target="../media/image32.png"/><Relationship Id="rId41" Type="http://schemas.openxmlformats.org/officeDocument/2006/relationships/image" Target="../media/image53.svg"/><Relationship Id="rId54" Type="http://schemas.openxmlformats.org/officeDocument/2006/relationships/image" Target="../media/image66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8.png"/><Relationship Id="rId15" Type="http://schemas.openxmlformats.org/officeDocument/2006/relationships/image" Target="../media/image27.svg"/><Relationship Id="rId23" Type="http://schemas.openxmlformats.org/officeDocument/2006/relationships/image" Target="../media/image35.svg"/><Relationship Id="rId28" Type="http://schemas.openxmlformats.org/officeDocument/2006/relationships/image" Target="../media/image40.png"/><Relationship Id="rId36" Type="http://schemas.openxmlformats.org/officeDocument/2006/relationships/image" Target="../media/image48.png"/><Relationship Id="rId49" Type="http://schemas.openxmlformats.org/officeDocument/2006/relationships/image" Target="../media/image61.sv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9.svg"/><Relationship Id="rId18" Type="http://schemas.openxmlformats.org/officeDocument/2006/relationships/image" Target="../media/image84.png"/><Relationship Id="rId26" Type="http://schemas.openxmlformats.org/officeDocument/2006/relationships/image" Target="../media/image92.png"/><Relationship Id="rId39" Type="http://schemas.openxmlformats.org/officeDocument/2006/relationships/image" Target="../media/image105.svg"/><Relationship Id="rId21" Type="http://schemas.openxmlformats.org/officeDocument/2006/relationships/image" Target="../media/image87.svg"/><Relationship Id="rId34" Type="http://schemas.openxmlformats.org/officeDocument/2006/relationships/image" Target="../media/image100.png"/><Relationship Id="rId7" Type="http://schemas.openxmlformats.org/officeDocument/2006/relationships/image" Target="../media/image73.svg"/><Relationship Id="rId2" Type="http://schemas.openxmlformats.org/officeDocument/2006/relationships/image" Target="../media/image68.png"/><Relationship Id="rId16" Type="http://schemas.openxmlformats.org/officeDocument/2006/relationships/image" Target="../media/image82.png"/><Relationship Id="rId20" Type="http://schemas.openxmlformats.org/officeDocument/2006/relationships/image" Target="../media/image86.png"/><Relationship Id="rId29" Type="http://schemas.openxmlformats.org/officeDocument/2006/relationships/image" Target="../media/image95.svg"/><Relationship Id="rId41" Type="http://schemas.openxmlformats.org/officeDocument/2006/relationships/image" Target="../media/image107.sv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2.png"/><Relationship Id="rId11" Type="http://schemas.openxmlformats.org/officeDocument/2006/relationships/image" Target="../media/image77.svg"/><Relationship Id="rId24" Type="http://schemas.openxmlformats.org/officeDocument/2006/relationships/image" Target="../media/image90.png"/><Relationship Id="rId32" Type="http://schemas.openxmlformats.org/officeDocument/2006/relationships/image" Target="../media/image98.png"/><Relationship Id="rId37" Type="http://schemas.openxmlformats.org/officeDocument/2006/relationships/image" Target="../media/image103.svg"/><Relationship Id="rId40" Type="http://schemas.openxmlformats.org/officeDocument/2006/relationships/image" Target="../media/image106.png"/><Relationship Id="rId5" Type="http://schemas.openxmlformats.org/officeDocument/2006/relationships/image" Target="../media/image71.svg"/><Relationship Id="rId15" Type="http://schemas.openxmlformats.org/officeDocument/2006/relationships/image" Target="../media/image81.svg"/><Relationship Id="rId23" Type="http://schemas.openxmlformats.org/officeDocument/2006/relationships/image" Target="../media/image89.svg"/><Relationship Id="rId28" Type="http://schemas.openxmlformats.org/officeDocument/2006/relationships/image" Target="../media/image94.png"/><Relationship Id="rId36" Type="http://schemas.openxmlformats.org/officeDocument/2006/relationships/image" Target="../media/image102.png"/><Relationship Id="rId10" Type="http://schemas.openxmlformats.org/officeDocument/2006/relationships/image" Target="../media/image76.png"/><Relationship Id="rId19" Type="http://schemas.openxmlformats.org/officeDocument/2006/relationships/image" Target="../media/image85.svg"/><Relationship Id="rId31" Type="http://schemas.openxmlformats.org/officeDocument/2006/relationships/image" Target="../media/image97.svg"/><Relationship Id="rId4" Type="http://schemas.openxmlformats.org/officeDocument/2006/relationships/image" Target="../media/image70.png"/><Relationship Id="rId9" Type="http://schemas.openxmlformats.org/officeDocument/2006/relationships/image" Target="../media/image75.svg"/><Relationship Id="rId14" Type="http://schemas.openxmlformats.org/officeDocument/2006/relationships/image" Target="../media/image80.png"/><Relationship Id="rId22" Type="http://schemas.openxmlformats.org/officeDocument/2006/relationships/image" Target="../media/image88.png"/><Relationship Id="rId27" Type="http://schemas.openxmlformats.org/officeDocument/2006/relationships/image" Target="../media/image93.svg"/><Relationship Id="rId30" Type="http://schemas.openxmlformats.org/officeDocument/2006/relationships/image" Target="../media/image96.png"/><Relationship Id="rId35" Type="http://schemas.openxmlformats.org/officeDocument/2006/relationships/image" Target="../media/image101.svg"/><Relationship Id="rId8" Type="http://schemas.openxmlformats.org/officeDocument/2006/relationships/image" Target="../media/image74.png"/><Relationship Id="rId3" Type="http://schemas.openxmlformats.org/officeDocument/2006/relationships/image" Target="../media/image69.svg"/><Relationship Id="rId12" Type="http://schemas.openxmlformats.org/officeDocument/2006/relationships/image" Target="../media/image78.png"/><Relationship Id="rId17" Type="http://schemas.openxmlformats.org/officeDocument/2006/relationships/image" Target="../media/image83.svg"/><Relationship Id="rId25" Type="http://schemas.openxmlformats.org/officeDocument/2006/relationships/image" Target="../media/image91.svg"/><Relationship Id="rId33" Type="http://schemas.openxmlformats.org/officeDocument/2006/relationships/image" Target="../media/image99.svg"/><Relationship Id="rId38" Type="http://schemas.openxmlformats.org/officeDocument/2006/relationships/image" Target="../media/image104.png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7.svg"/><Relationship Id="rId18" Type="http://schemas.openxmlformats.org/officeDocument/2006/relationships/image" Target="../media/image122.png"/><Relationship Id="rId26" Type="http://schemas.openxmlformats.org/officeDocument/2006/relationships/image" Target="../media/image130.png"/><Relationship Id="rId39" Type="http://schemas.openxmlformats.org/officeDocument/2006/relationships/image" Target="../media/image143.svg"/><Relationship Id="rId21" Type="http://schemas.openxmlformats.org/officeDocument/2006/relationships/image" Target="../media/image125.svg"/><Relationship Id="rId34" Type="http://schemas.openxmlformats.org/officeDocument/2006/relationships/image" Target="../media/image138.png"/><Relationship Id="rId42" Type="http://schemas.openxmlformats.org/officeDocument/2006/relationships/image" Target="../media/image146.png"/><Relationship Id="rId47" Type="http://schemas.openxmlformats.org/officeDocument/2006/relationships/image" Target="../media/image151.svg"/><Relationship Id="rId50" Type="http://schemas.openxmlformats.org/officeDocument/2006/relationships/image" Target="../media/image154.png"/><Relationship Id="rId7" Type="http://schemas.openxmlformats.org/officeDocument/2006/relationships/image" Target="../media/image61.svg"/><Relationship Id="rId2" Type="http://schemas.openxmlformats.org/officeDocument/2006/relationships/image" Target="../media/image108.png"/><Relationship Id="rId16" Type="http://schemas.openxmlformats.org/officeDocument/2006/relationships/image" Target="../media/image120.png"/><Relationship Id="rId29" Type="http://schemas.openxmlformats.org/officeDocument/2006/relationships/image" Target="../media/image133.svg"/><Relationship Id="rId11" Type="http://schemas.openxmlformats.org/officeDocument/2006/relationships/image" Target="../media/image115.svg"/><Relationship Id="rId24" Type="http://schemas.openxmlformats.org/officeDocument/2006/relationships/image" Target="../media/image128.png"/><Relationship Id="rId32" Type="http://schemas.openxmlformats.org/officeDocument/2006/relationships/image" Target="../media/image136.png"/><Relationship Id="rId37" Type="http://schemas.openxmlformats.org/officeDocument/2006/relationships/image" Target="../media/image141.svg"/><Relationship Id="rId40" Type="http://schemas.openxmlformats.org/officeDocument/2006/relationships/image" Target="../media/image144.png"/><Relationship Id="rId45" Type="http://schemas.openxmlformats.org/officeDocument/2006/relationships/image" Target="../media/image149.svg"/><Relationship Id="rId5" Type="http://schemas.openxmlformats.org/officeDocument/2006/relationships/image" Target="../media/image111.svg"/><Relationship Id="rId15" Type="http://schemas.openxmlformats.org/officeDocument/2006/relationships/image" Target="../media/image119.svg"/><Relationship Id="rId23" Type="http://schemas.openxmlformats.org/officeDocument/2006/relationships/image" Target="../media/image127.svg"/><Relationship Id="rId28" Type="http://schemas.openxmlformats.org/officeDocument/2006/relationships/image" Target="../media/image132.png"/><Relationship Id="rId36" Type="http://schemas.openxmlformats.org/officeDocument/2006/relationships/image" Target="../media/image140.png"/><Relationship Id="rId49" Type="http://schemas.openxmlformats.org/officeDocument/2006/relationships/image" Target="../media/image153.svg"/><Relationship Id="rId10" Type="http://schemas.openxmlformats.org/officeDocument/2006/relationships/image" Target="../media/image114.png"/><Relationship Id="rId19" Type="http://schemas.openxmlformats.org/officeDocument/2006/relationships/image" Target="../media/image123.svg"/><Relationship Id="rId31" Type="http://schemas.openxmlformats.org/officeDocument/2006/relationships/image" Target="../media/image135.svg"/><Relationship Id="rId44" Type="http://schemas.openxmlformats.org/officeDocument/2006/relationships/image" Target="../media/image148.png"/><Relationship Id="rId4" Type="http://schemas.openxmlformats.org/officeDocument/2006/relationships/image" Target="../media/image110.png"/><Relationship Id="rId9" Type="http://schemas.openxmlformats.org/officeDocument/2006/relationships/image" Target="../media/image113.svg"/><Relationship Id="rId14" Type="http://schemas.openxmlformats.org/officeDocument/2006/relationships/image" Target="../media/image118.png"/><Relationship Id="rId22" Type="http://schemas.openxmlformats.org/officeDocument/2006/relationships/image" Target="../media/image126.png"/><Relationship Id="rId27" Type="http://schemas.openxmlformats.org/officeDocument/2006/relationships/image" Target="../media/image131.svg"/><Relationship Id="rId30" Type="http://schemas.openxmlformats.org/officeDocument/2006/relationships/image" Target="../media/image134.png"/><Relationship Id="rId35" Type="http://schemas.openxmlformats.org/officeDocument/2006/relationships/image" Target="../media/image139.svg"/><Relationship Id="rId43" Type="http://schemas.openxmlformats.org/officeDocument/2006/relationships/image" Target="../media/image147.svg"/><Relationship Id="rId48" Type="http://schemas.openxmlformats.org/officeDocument/2006/relationships/image" Target="../media/image152.png"/><Relationship Id="rId8" Type="http://schemas.openxmlformats.org/officeDocument/2006/relationships/image" Target="../media/image112.png"/><Relationship Id="rId51" Type="http://schemas.openxmlformats.org/officeDocument/2006/relationships/image" Target="../media/image155.svg"/><Relationship Id="rId3" Type="http://schemas.openxmlformats.org/officeDocument/2006/relationships/image" Target="../media/image109.svg"/><Relationship Id="rId12" Type="http://schemas.openxmlformats.org/officeDocument/2006/relationships/image" Target="../media/image116.png"/><Relationship Id="rId17" Type="http://schemas.openxmlformats.org/officeDocument/2006/relationships/image" Target="../media/image121.svg"/><Relationship Id="rId25" Type="http://schemas.openxmlformats.org/officeDocument/2006/relationships/image" Target="../media/image129.svg"/><Relationship Id="rId33" Type="http://schemas.openxmlformats.org/officeDocument/2006/relationships/image" Target="../media/image137.svg"/><Relationship Id="rId38" Type="http://schemas.openxmlformats.org/officeDocument/2006/relationships/image" Target="../media/image142.png"/><Relationship Id="rId46" Type="http://schemas.openxmlformats.org/officeDocument/2006/relationships/image" Target="../media/image150.png"/><Relationship Id="rId20" Type="http://schemas.openxmlformats.org/officeDocument/2006/relationships/image" Target="../media/image124.png"/><Relationship Id="rId41" Type="http://schemas.openxmlformats.org/officeDocument/2006/relationships/image" Target="../media/image145.sv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5047E7F-A06F-FB46-94F8-CE09B417D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This </a:t>
            </a:r>
            <a:r>
              <a:rPr lang="en-US" dirty="0" err="1"/>
              <a:t>Hyperscayle</a:t>
            </a:r>
            <a:r>
              <a:rPr lang="en-US" dirty="0"/>
              <a:t> presentation template will work for detailed reports and presentations, as well as events and webinars</a:t>
            </a:r>
          </a:p>
          <a:p>
            <a:pPr lvl="1"/>
            <a:r>
              <a:rPr lang="en-US" dirty="0"/>
              <a:t>Check the [Layout] dropdown for alternative slide layouts and color options</a:t>
            </a:r>
          </a:p>
          <a:p>
            <a:pPr lvl="1"/>
            <a:r>
              <a:rPr lang="en-US" dirty="0"/>
              <a:t>Don’t use soft gradients or bubbly PowerPoint art shapes—keep designs minimal and punchy with our strong color palette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D80CF5-5032-8241-B406-D7D083389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5BFA4-A7E8-DB44-BBC1-D325C28A4490}" type="datetime4">
              <a:rPr lang="en-US" smtClean="0"/>
              <a:pPr/>
              <a:t>June 3, 2022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92A78A7-4A1C-BF92-D1A8-E1E81540B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1D3FF-7324-5348-ABD9-D405A6ED7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EE111B4D-9D16-2843-8C28-AFDAED1CE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Notes</a:t>
            </a:r>
          </a:p>
        </p:txBody>
      </p:sp>
    </p:spTree>
    <p:extLst>
      <p:ext uri="{BB962C8B-B14F-4D97-AF65-F5344CB8AC3E}">
        <p14:creationId xmlns:p14="http://schemas.microsoft.com/office/powerpoint/2010/main" val="469634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A65570-36B4-8C46-9142-14AF6F0C1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5DFDE-1E16-B849-A81E-D9F0F3B430CB}" type="datetime4">
              <a:rPr lang="en-US" smtClean="0"/>
              <a:pPr/>
              <a:t>June 3, 2022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A993D8F-C24E-2545-1E70-086F7F8FD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C7165C-FEEF-A943-928B-3BF0874D7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2F0077F-DCBA-B14D-9C45-669B926283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AA1FB0A-AF8C-4F44-9EDC-E601152935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More detail on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662418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C7165C-FEEF-A943-928B-3BF0874D7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A65570-36B4-8C46-9142-14AF6F0C1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7291-8E88-A84E-8815-30B2ADECF77C}" type="datetime4">
              <a:rPr lang="en-US" smtClean="0"/>
              <a:pPr/>
              <a:t>June 3, 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3A8561-02BB-9896-0027-94A4BFF47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2F0077F-DCBA-B14D-9C45-669B926283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AA1FB0A-AF8C-4F44-9EDC-E601152935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Oh look, a reversed, punchier option</a:t>
            </a:r>
          </a:p>
        </p:txBody>
      </p:sp>
    </p:spTree>
    <p:extLst>
      <p:ext uri="{BB962C8B-B14F-4D97-AF65-F5344CB8AC3E}">
        <p14:creationId xmlns:p14="http://schemas.microsoft.com/office/powerpoint/2010/main" val="683243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C7165C-FEEF-A943-928B-3BF0874D7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A65570-36B4-8C46-9142-14AF6F0C1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7291-8E88-A84E-8815-30B2ADECF77C}" type="datetime4">
              <a:rPr lang="en-US" smtClean="0"/>
              <a:pPr/>
              <a:t>June 3, 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3A8561-02BB-9896-0027-94A4BFF47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2F0077F-DCBA-B14D-9C45-669B926283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AA1FB0A-AF8C-4F44-9EDC-E601152935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Oh look, a reversed, punchier option—with a photo!</a:t>
            </a:r>
          </a:p>
        </p:txBody>
      </p:sp>
    </p:spTree>
    <p:extLst>
      <p:ext uri="{BB962C8B-B14F-4D97-AF65-F5344CB8AC3E}">
        <p14:creationId xmlns:p14="http://schemas.microsoft.com/office/powerpoint/2010/main" val="480588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4B49115-7147-8E49-938D-7B25139FE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prominent opening point.</a:t>
            </a:r>
          </a:p>
          <a:p>
            <a:pPr lvl="1"/>
            <a:r>
              <a:rPr lang="en-US" dirty="0"/>
              <a:t>Some details in bulleted form</a:t>
            </a:r>
          </a:p>
          <a:p>
            <a:pPr lvl="1"/>
            <a:r>
              <a:rPr lang="en-US" dirty="0"/>
              <a:t>More details in bulleted form</a:t>
            </a:r>
          </a:p>
          <a:p>
            <a:pPr lvl="2"/>
            <a:r>
              <a:rPr lang="en-US" dirty="0"/>
              <a:t>In case you need to provide more clarity, a sub-bullet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49EC3-37E4-294C-BAE6-56E177C53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14945-688D-AE49-9412-EC502ADD446F}" type="datetime4">
              <a:rPr lang="en-US" smtClean="0"/>
              <a:t>June 3, 2022</a:t>
            </a:fld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F258C5-6523-1948-A7B6-335B4E2F9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EA1002-7B5B-2D43-B030-CE317EDE8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Concise title labeling the type of content on the slide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E7697E-90B1-A37C-1561-915F716EC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752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1EA1002-7B5B-2D43-B030-CE317EDE8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1" y="1244599"/>
            <a:ext cx="4226881" cy="2489201"/>
          </a:xfrm>
        </p:spPr>
        <p:txBody>
          <a:bodyPr/>
          <a:lstStyle/>
          <a:p>
            <a:r>
              <a:rPr lang="en-US" dirty="0"/>
              <a:t>For when you really want to make a strong point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49EC3-37E4-294C-BAE6-56E177C53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86761-781B-AA4B-9F7B-33058CE3AB0D}" type="datetime4">
              <a:rPr lang="en-US" smtClean="0"/>
              <a:pPr/>
              <a:t>June 3, 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690A1A-D1EF-2BE7-5B6C-B4DCDE9A8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F258C5-6523-1948-A7B6-335B4E2F9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583528-5F70-794D-8B5A-41EA676CF826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365760" y="2992849"/>
            <a:ext cx="4828541" cy="2083320"/>
          </a:xfrm>
        </p:spPr>
        <p:txBody>
          <a:bodyPr/>
          <a:lstStyle/>
          <a:p>
            <a:r>
              <a:rPr lang="en-US" dirty="0"/>
              <a:t>Some descriptive detail here, if needed.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4B49115-7147-8E49-938D-7B25139FECE8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prominent supporting point.</a:t>
            </a:r>
          </a:p>
          <a:p>
            <a:pPr lvl="1"/>
            <a:r>
              <a:rPr lang="en-US" dirty="0"/>
              <a:t>Some details in bulleted form</a:t>
            </a:r>
          </a:p>
          <a:p>
            <a:pPr lvl="1"/>
            <a:r>
              <a:rPr lang="en-US" dirty="0"/>
              <a:t>More details in bulleted form</a:t>
            </a:r>
          </a:p>
          <a:p>
            <a:pPr lvl="2"/>
            <a:r>
              <a:rPr lang="en-US" dirty="0"/>
              <a:t>In case you need to provide more clarity, a sub-bullet</a:t>
            </a:r>
          </a:p>
          <a:p>
            <a:pPr marL="0" indent="0">
              <a:buNone/>
            </a:pPr>
            <a:r>
              <a:rPr lang="en-US" dirty="0"/>
              <a:t>Another prominent supporting point.</a:t>
            </a:r>
          </a:p>
        </p:txBody>
      </p:sp>
    </p:spTree>
    <p:extLst>
      <p:ext uri="{BB962C8B-B14F-4D97-AF65-F5344CB8AC3E}">
        <p14:creationId xmlns:p14="http://schemas.microsoft.com/office/powerpoint/2010/main" val="1366012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9301C4F-2573-B84B-854E-7F803A399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Divider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D80CF5-5032-8241-B406-D7D083389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83C61-479B-284B-9386-5E0829752E78}" type="datetime4">
              <a:rPr lang="en-US" smtClean="0"/>
              <a:pPr/>
              <a:t>June 3, 2022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9279068-3C78-3C22-242A-1BCA7F864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1D3FF-7324-5348-ABD9-D405A6ED7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5047E7F-A06F-FB46-94F8-CE09B417D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section dividers are cool and break up the monotony.</a:t>
            </a:r>
          </a:p>
        </p:txBody>
      </p:sp>
    </p:spTree>
    <p:extLst>
      <p:ext uri="{BB962C8B-B14F-4D97-AF65-F5344CB8AC3E}">
        <p14:creationId xmlns:p14="http://schemas.microsoft.com/office/powerpoint/2010/main" val="4115292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4B49115-7147-8E49-938D-7B25139FEC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One point of two.</a:t>
            </a:r>
          </a:p>
          <a:p>
            <a:pPr lvl="1"/>
            <a:r>
              <a:rPr lang="en-US" dirty="0"/>
              <a:t>Some details in bulleted form</a:t>
            </a:r>
          </a:p>
          <a:p>
            <a:pPr lvl="1"/>
            <a:r>
              <a:rPr lang="en-US" dirty="0"/>
              <a:t>More details in bulleted form</a:t>
            </a:r>
          </a:p>
          <a:p>
            <a:pPr lvl="2"/>
            <a:r>
              <a:rPr lang="en-US" dirty="0"/>
              <a:t>In case you need to provide more clarity, a sub-bullet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21C42-FFF4-0B4A-B1CD-85B2D35155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Two points of two.</a:t>
            </a:r>
          </a:p>
          <a:p>
            <a:pPr lvl="1"/>
            <a:r>
              <a:rPr lang="en-US" dirty="0"/>
              <a:t>Some details in bulleted form</a:t>
            </a:r>
          </a:p>
          <a:p>
            <a:pPr lvl="1"/>
            <a:r>
              <a:rPr lang="en-US" dirty="0"/>
              <a:t>More details in bulleted form</a:t>
            </a:r>
          </a:p>
          <a:p>
            <a:pPr lvl="2"/>
            <a:r>
              <a:rPr lang="en-US" dirty="0"/>
              <a:t>In case you need to provide more clarity, a sub-bullet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49EC3-37E4-294C-BAE6-56E177C53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46B1F-6A62-FD49-8170-00F0EC2F077A}" type="datetime4">
              <a:rPr lang="en-US" smtClean="0"/>
              <a:pPr/>
              <a:t>June 3, 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47BEE3-13AB-451C-4205-FED3E7A2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F258C5-6523-1948-A7B6-335B4E2F9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EA1002-7B5B-2D43-B030-CE317EDE8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title</a:t>
            </a:r>
          </a:p>
        </p:txBody>
      </p:sp>
    </p:spTree>
    <p:extLst>
      <p:ext uri="{BB962C8B-B14F-4D97-AF65-F5344CB8AC3E}">
        <p14:creationId xmlns:p14="http://schemas.microsoft.com/office/powerpoint/2010/main" val="1883314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4E9B695-7DC8-7F46-875A-60AEB0F3A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this slide for background, perspectives, and introductions. Remember less is more.</a:t>
            </a:r>
          </a:p>
          <a:p>
            <a:pPr lvl="1"/>
            <a:r>
              <a:rPr lang="en-US" dirty="0"/>
              <a:t>Bullet-points short and pointed</a:t>
            </a:r>
          </a:p>
          <a:p>
            <a:pPr lvl="1"/>
            <a:r>
              <a:rPr lang="en-US" dirty="0"/>
              <a:t>All items are aligned to the summary title</a:t>
            </a:r>
          </a:p>
          <a:p>
            <a:pPr lvl="1"/>
            <a:r>
              <a:rPr lang="en-US" dirty="0"/>
              <a:t>Overall number of bullets under eight</a:t>
            </a:r>
          </a:p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2965D8-FE39-A41A-1D0C-722B18A97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EFBD-BE5C-C842-84A5-202429BCE074}" type="datetime4">
              <a:rPr lang="en-US" smtClean="0"/>
              <a:pPr/>
              <a:t>June 3, 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110BD4-213F-5BBB-EB39-25EE32242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FD22A5-1632-FAA4-5D39-9CC2A6428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ADF6855-92B0-C94C-A001-0A952A637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 Title</a:t>
            </a:r>
          </a:p>
        </p:txBody>
      </p:sp>
    </p:spTree>
    <p:extLst>
      <p:ext uri="{BB962C8B-B14F-4D97-AF65-F5344CB8AC3E}">
        <p14:creationId xmlns:p14="http://schemas.microsoft.com/office/powerpoint/2010/main" val="3867880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A3B91E-84E0-C8B3-920E-957F164705B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C6A81FA-02A9-D145-9500-80C2C93E914E}" type="datetime4">
              <a:rPr lang="en-US" smtClean="0"/>
              <a:pPr/>
              <a:t>June 3, 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8B2CA9-E6AA-3CDC-B8D1-6A6107597A8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E755D-328E-EAB6-FE41-FDE5ECE4AE9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6B85EEC-6E49-3E5C-92DF-BF86D602C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6055" y="2095304"/>
            <a:ext cx="9079891" cy="2667392"/>
          </a:xfrm>
        </p:spPr>
        <p:txBody>
          <a:bodyPr/>
          <a:lstStyle/>
          <a:p>
            <a:r>
              <a:rPr lang="en-US" dirty="0"/>
              <a:t>Use this slide design for single statements with bold ideas. </a:t>
            </a:r>
          </a:p>
        </p:txBody>
      </p:sp>
    </p:spTree>
    <p:extLst>
      <p:ext uri="{BB962C8B-B14F-4D97-AF65-F5344CB8AC3E}">
        <p14:creationId xmlns:p14="http://schemas.microsoft.com/office/powerpoint/2010/main" val="1028688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4E9B695-7DC8-7F46-875A-60AEB0F3A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this slide for summaries with icons. Remember less is more.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A479D4-5B03-7554-A691-DD4B0540E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44634-D5EE-4E4B-B679-2EEF11655D13}" type="datetime4">
              <a:rPr lang="en-US" smtClean="0"/>
              <a:pPr/>
              <a:t>June 3, 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FF5EC-E4AC-AE81-6936-8855182AA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24505-375F-9194-96C8-178AC47B8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ADF6855-92B0-C94C-A001-0A952A637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 Title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ED07A3-33F4-5442-9C1F-C4FE833FB634}"/>
              </a:ext>
            </a:extLst>
          </p:cNvPr>
          <p:cNvSpPr/>
          <p:nvPr/>
        </p:nvSpPr>
        <p:spPr>
          <a:xfrm>
            <a:off x="1019431" y="1916859"/>
            <a:ext cx="800100" cy="800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37160" rIns="137160" bIns="137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693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>
                <a:solidFill>
                  <a:srgbClr val="FFFFFF"/>
                </a:solidFill>
                <a:latin typeface="Franklin Gothic Book" panose="020B0503020102020204"/>
              </a:rPr>
              <a:t>Icon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B59B40-943A-7444-BC4A-AA5794D3EB2F}"/>
              </a:ext>
            </a:extLst>
          </p:cNvPr>
          <p:cNvSpPr/>
          <p:nvPr/>
        </p:nvSpPr>
        <p:spPr>
          <a:xfrm>
            <a:off x="1019431" y="3201227"/>
            <a:ext cx="800100" cy="800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37160" rIns="137160" bIns="137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693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 dirty="0">
                <a:solidFill>
                  <a:srgbClr val="FFFFFF"/>
                </a:solidFill>
                <a:latin typeface="Franklin Gothic Book" panose="020B0503020102020204"/>
              </a:rPr>
              <a:t>Icon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2E6D76-F33C-1F42-A9A1-536CBDACE929}"/>
              </a:ext>
            </a:extLst>
          </p:cNvPr>
          <p:cNvSpPr/>
          <p:nvPr/>
        </p:nvSpPr>
        <p:spPr>
          <a:xfrm>
            <a:off x="1019431" y="4614579"/>
            <a:ext cx="800100" cy="800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37160" rIns="137160" bIns="137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693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 dirty="0">
                <a:solidFill>
                  <a:srgbClr val="FFFFFF"/>
                </a:solidFill>
                <a:latin typeface="Franklin Gothic Book" panose="020B0503020102020204"/>
              </a:rPr>
              <a:t>Icon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66E748-5A76-7F45-90CF-91F19C47C2C7}"/>
              </a:ext>
            </a:extLst>
          </p:cNvPr>
          <p:cNvSpPr txBox="1"/>
          <p:nvPr/>
        </p:nvSpPr>
        <p:spPr>
          <a:xfrm>
            <a:off x="2146861" y="2086409"/>
            <a:ext cx="6855707" cy="461019"/>
          </a:xfrm>
          <a:prstGeom prst="rect">
            <a:avLst/>
          </a:prstGeom>
        </p:spPr>
        <p:txBody>
          <a:bodyPr vert="horz" wrap="square" lIns="45720" tIns="45720" rIns="45720" bIns="45720" rtlCol="0">
            <a:normAutofit fontScale="92500" lnSpcReduction="10000"/>
          </a:bodyPr>
          <a:lstStyle/>
          <a:p>
            <a:pPr>
              <a:spcBef>
                <a:spcPts val="1800"/>
              </a:spcBef>
            </a:pPr>
            <a:r>
              <a:rPr lang="en-US" sz="2799" dirty="0"/>
              <a:t>Bullet-points short and pointed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1312D6-80C9-264B-B13D-D9C69F7A7FA1}"/>
              </a:ext>
            </a:extLst>
          </p:cNvPr>
          <p:cNvSpPr txBox="1"/>
          <p:nvPr/>
        </p:nvSpPr>
        <p:spPr>
          <a:xfrm>
            <a:off x="2146861" y="3358621"/>
            <a:ext cx="6855707" cy="461019"/>
          </a:xfrm>
          <a:prstGeom prst="rect">
            <a:avLst/>
          </a:prstGeom>
        </p:spPr>
        <p:txBody>
          <a:bodyPr vert="horz" wrap="square" lIns="45720" tIns="45720" rIns="45720" bIns="45720" rtlCol="0">
            <a:normAutofit fontScale="92500" lnSpcReduction="10000"/>
          </a:bodyPr>
          <a:lstStyle/>
          <a:p>
            <a:pPr indent="-228462">
              <a:spcBef>
                <a:spcPts val="1800"/>
              </a:spcBef>
            </a:pPr>
            <a:r>
              <a:rPr lang="en-US" sz="2799" dirty="0"/>
              <a:t>All items are aligned to the summary title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F32A91-1FFA-634B-9EDF-48406C52066B}"/>
              </a:ext>
            </a:extLst>
          </p:cNvPr>
          <p:cNvSpPr txBox="1"/>
          <p:nvPr/>
        </p:nvSpPr>
        <p:spPr>
          <a:xfrm>
            <a:off x="2146861" y="4803105"/>
            <a:ext cx="6855707" cy="461019"/>
          </a:xfrm>
          <a:prstGeom prst="rect">
            <a:avLst/>
          </a:prstGeom>
        </p:spPr>
        <p:txBody>
          <a:bodyPr vert="horz" wrap="square" lIns="45720" tIns="45720" rIns="45720" bIns="45720" rtlCol="0">
            <a:normAutofit fontScale="92500" lnSpcReduction="10000"/>
          </a:bodyPr>
          <a:lstStyle/>
          <a:p>
            <a:pPr indent="-228462">
              <a:spcBef>
                <a:spcPts val="1800"/>
              </a:spcBef>
            </a:pPr>
            <a:r>
              <a:rPr lang="en-US" sz="2799" dirty="0"/>
              <a:t>Overall number of bullets under eight</a:t>
            </a:r>
          </a:p>
        </p:txBody>
      </p:sp>
    </p:spTree>
    <p:extLst>
      <p:ext uri="{BB962C8B-B14F-4D97-AF65-F5344CB8AC3E}">
        <p14:creationId xmlns:p14="http://schemas.microsoft.com/office/powerpoint/2010/main" val="2474945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4E9B695-7DC8-7F46-875A-60AEB0F3AB9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Use this slide for background, perspectives, and introductions. Remember less is more.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BAE4A34D-E5DC-334E-AF2E-D15F485FB2F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Bullet-points short and pointed</a:t>
            </a:r>
          </a:p>
          <a:p>
            <a:r>
              <a:rPr lang="en-US" dirty="0"/>
              <a:t>All items are aligned to the summary title</a:t>
            </a:r>
          </a:p>
          <a:p>
            <a:r>
              <a:rPr lang="en-US" dirty="0"/>
              <a:t>Overall number of bullets under eight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ADF6855-92B0-C94C-A001-0A952A637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94ACDA-3217-A820-F187-4DE709B9E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7580-89EE-AF4F-B7C1-3D6D00E6CF7D}" type="datetime4">
              <a:rPr lang="en-US" smtClean="0"/>
              <a:pPr/>
              <a:t>June 3, 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C6AFA7-9C42-6CEA-C771-025910CB6AD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DDE591-6543-BF4A-1CE9-66A10A22544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B09A88-3AB4-516B-3996-0143119BDE42}"/>
              </a:ext>
            </a:extLst>
          </p:cNvPr>
          <p:cNvSpPr txBox="1"/>
          <p:nvPr/>
        </p:nvSpPr>
        <p:spPr>
          <a:xfrm>
            <a:off x="3314700" y="4038600"/>
            <a:ext cx="2171699" cy="1193800"/>
          </a:xfrm>
          <a:prstGeom prst="rect">
            <a:avLst/>
          </a:prstGeom>
        </p:spPr>
        <p:txBody>
          <a:bodyPr vert="horz" wrap="square" lIns="45720" tIns="45720" rIns="45720" bIns="45720" rtlCol="0">
            <a:normAutofit/>
          </a:bodyPr>
          <a:lstStyle/>
          <a:p>
            <a:pPr algn="l">
              <a:spcBef>
                <a:spcPts val="1800"/>
              </a:spcBef>
            </a:pPr>
            <a:r>
              <a:rPr lang="en-US" dirty="0"/>
              <a:t>Testing</a:t>
            </a:r>
          </a:p>
          <a:p>
            <a:pPr marL="342900" indent="-342900" algn="l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/>
              <a:t>Testing</a:t>
            </a:r>
          </a:p>
        </p:txBody>
      </p:sp>
    </p:spTree>
    <p:extLst>
      <p:ext uri="{BB962C8B-B14F-4D97-AF65-F5344CB8AC3E}">
        <p14:creationId xmlns:p14="http://schemas.microsoft.com/office/powerpoint/2010/main" val="2930732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4E9B695-7DC8-7F46-875A-60AEB0F3A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5" y="1143000"/>
            <a:ext cx="11429996" cy="783771"/>
          </a:xfrm>
        </p:spPr>
        <p:txBody>
          <a:bodyPr/>
          <a:lstStyle/>
          <a:p>
            <a:r>
              <a:rPr lang="en-US" dirty="0"/>
              <a:t>Use this slide to present offerings or a series of content.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4FA0CA-5918-0DD8-B3BD-B2A822F44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05026-7470-7F46-8E56-D2446BFDEC4B}" type="datetime4">
              <a:rPr lang="en-US" smtClean="0"/>
              <a:pPr/>
              <a:t>June 3, 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69E546-FAD9-1E1D-762F-1E384F857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82FB3-1E43-EF5A-4A0E-E552BE640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ADF6855-92B0-C94C-A001-0A952A637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 Title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8ED847FF-3D1F-7544-A89F-F4C19388AE6B}"/>
              </a:ext>
            </a:extLst>
          </p:cNvPr>
          <p:cNvSpPr txBox="1">
            <a:spLocks/>
          </p:cNvSpPr>
          <p:nvPr/>
        </p:nvSpPr>
        <p:spPr>
          <a:xfrm>
            <a:off x="152405" y="2208576"/>
            <a:ext cx="2356487" cy="1357295"/>
          </a:xfrm>
          <a:prstGeom prst="rect">
            <a:avLst/>
          </a:prstGeom>
        </p:spPr>
        <p:txBody>
          <a:bodyPr lIns="91440" tIns="91440" rIns="91440" bIns="91440">
            <a:spAutoFit/>
          </a:bodyPr>
          <a:lstStyle>
            <a:lvl1pPr marL="0" indent="0" algn="l" defTabSz="457189" rtl="0" eaLnBrk="1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Font typeface="Arial" charset="0"/>
              <a:buNone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35" indent="-311143" algn="l" defTabSz="457189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SzPct val="75000"/>
              <a:buFont typeface="Wingdings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7876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+mj-lt"/>
              <a:buAutoNum type="arabicParenR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1232" indent="-233357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Wingdings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9361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80000"/>
              <a:buFont typeface="+mj-lt"/>
              <a:buAutoNum type="romanUcPeriod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6915">
              <a:defRPr/>
            </a:pPr>
            <a:r>
              <a:rPr lang="en-US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 Short Title</a:t>
            </a:r>
          </a:p>
          <a:p>
            <a:pPr defTabSz="456915">
              <a:defRPr/>
            </a:pPr>
            <a:r>
              <a:rPr lang="en-US" sz="16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Content that describes the item. Remember less is more.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C64FD7F-3FD2-9F45-A5A4-7021D346572E}"/>
              </a:ext>
            </a:extLst>
          </p:cNvPr>
          <p:cNvSpPr txBox="1">
            <a:spLocks/>
          </p:cNvSpPr>
          <p:nvPr/>
        </p:nvSpPr>
        <p:spPr>
          <a:xfrm>
            <a:off x="3205752" y="2208576"/>
            <a:ext cx="2356487" cy="1357295"/>
          </a:xfrm>
          <a:prstGeom prst="rect">
            <a:avLst/>
          </a:prstGeom>
        </p:spPr>
        <p:txBody>
          <a:bodyPr lIns="91440" tIns="91440" rIns="91440" bIns="91440">
            <a:spAutoFit/>
          </a:bodyPr>
          <a:lstStyle>
            <a:lvl1pPr marL="0" indent="0" algn="l" defTabSz="457189" rtl="0" eaLnBrk="1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Font typeface="Arial" charset="0"/>
              <a:buNone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35" indent="-311143" algn="l" defTabSz="457189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SzPct val="75000"/>
              <a:buFont typeface="Wingdings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7876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+mj-lt"/>
              <a:buAutoNum type="arabicParenR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1232" indent="-233357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Wingdings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9361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80000"/>
              <a:buFont typeface="+mj-lt"/>
              <a:buAutoNum type="romanUcPeriod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6915">
              <a:defRPr/>
            </a:pPr>
            <a:r>
              <a:rPr lang="en-US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 Short Title</a:t>
            </a:r>
          </a:p>
          <a:p>
            <a:pPr defTabSz="456915">
              <a:defRPr/>
            </a:pPr>
            <a:r>
              <a:rPr lang="en-US" sz="16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Content that describes the item. Remember less is more.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9866FD3-CE4C-B04A-88E4-191C2EED2B00}"/>
              </a:ext>
            </a:extLst>
          </p:cNvPr>
          <p:cNvSpPr txBox="1">
            <a:spLocks/>
          </p:cNvSpPr>
          <p:nvPr/>
        </p:nvSpPr>
        <p:spPr>
          <a:xfrm>
            <a:off x="6259099" y="2208576"/>
            <a:ext cx="2356487" cy="1357295"/>
          </a:xfrm>
          <a:prstGeom prst="rect">
            <a:avLst/>
          </a:prstGeom>
        </p:spPr>
        <p:txBody>
          <a:bodyPr lIns="91440" tIns="91440" rIns="91440" bIns="91440">
            <a:spAutoFit/>
          </a:bodyPr>
          <a:lstStyle>
            <a:lvl1pPr marL="0" indent="0" algn="l" defTabSz="457189" rtl="0" eaLnBrk="1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Font typeface="Arial" charset="0"/>
              <a:buNone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35" indent="-311143" algn="l" defTabSz="457189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SzPct val="75000"/>
              <a:buFont typeface="Wingdings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7876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+mj-lt"/>
              <a:buAutoNum type="arabicParenR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1232" indent="-233357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Wingdings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9361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80000"/>
              <a:buFont typeface="+mj-lt"/>
              <a:buAutoNum type="romanUcPeriod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6915">
              <a:defRPr/>
            </a:pPr>
            <a:r>
              <a:rPr lang="en-US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 Short Title</a:t>
            </a:r>
          </a:p>
          <a:p>
            <a:pPr defTabSz="456915">
              <a:defRPr/>
            </a:pPr>
            <a:r>
              <a:rPr lang="en-US" sz="16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Content that describes the item. Remember less is more.</a:t>
            </a:r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F764A6DE-7B06-4141-9F25-681F4ACDF27D}"/>
              </a:ext>
            </a:extLst>
          </p:cNvPr>
          <p:cNvSpPr txBox="1">
            <a:spLocks/>
          </p:cNvSpPr>
          <p:nvPr/>
        </p:nvSpPr>
        <p:spPr>
          <a:xfrm>
            <a:off x="9312446" y="2208576"/>
            <a:ext cx="2356487" cy="1357295"/>
          </a:xfrm>
          <a:prstGeom prst="rect">
            <a:avLst/>
          </a:prstGeom>
        </p:spPr>
        <p:txBody>
          <a:bodyPr lIns="91440" tIns="91440" rIns="91440" bIns="91440">
            <a:spAutoFit/>
          </a:bodyPr>
          <a:lstStyle>
            <a:lvl1pPr marL="0" indent="0" algn="l" defTabSz="457189" rtl="0" eaLnBrk="1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Font typeface="Arial" charset="0"/>
              <a:buNone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35" indent="-311143" algn="l" defTabSz="457189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SzPct val="75000"/>
              <a:buFont typeface="Wingdings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7876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+mj-lt"/>
              <a:buAutoNum type="arabicParenR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1232" indent="-233357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Wingdings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9361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80000"/>
              <a:buFont typeface="+mj-lt"/>
              <a:buAutoNum type="romanUcPeriod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6915">
              <a:defRPr/>
            </a:pPr>
            <a:r>
              <a:rPr lang="en-US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 Short Title</a:t>
            </a:r>
          </a:p>
          <a:p>
            <a:pPr defTabSz="456915">
              <a:defRPr/>
            </a:pPr>
            <a:r>
              <a:rPr lang="en-US" sz="16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Content that describes the item. Remember less is more.</a:t>
            </a:r>
          </a:p>
        </p:txBody>
      </p:sp>
    </p:spTree>
    <p:extLst>
      <p:ext uri="{BB962C8B-B14F-4D97-AF65-F5344CB8AC3E}">
        <p14:creationId xmlns:p14="http://schemas.microsoft.com/office/powerpoint/2010/main" val="3664526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A127B7A-FF92-6041-A54E-21FD38EC1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this slide to present offerings or a series of content.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F4E476-8BE7-CDAF-972D-8BB3ACD60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E66C6-F201-9341-B62C-5D9505E13B60}" type="datetime4">
              <a:rPr lang="en-US" smtClean="0"/>
              <a:pPr/>
              <a:t>June 3, 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0743B-7EC7-90A8-7D4E-F1F1E494B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47370A-331C-96AC-5DE2-D61FB7E2F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ADF6855-92B0-C94C-A001-0A952A637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Title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B700A9-E353-0041-9EA0-682FDA6A1530}"/>
              </a:ext>
            </a:extLst>
          </p:cNvPr>
          <p:cNvSpPr/>
          <p:nvPr/>
        </p:nvSpPr>
        <p:spPr>
          <a:xfrm>
            <a:off x="261233" y="2000627"/>
            <a:ext cx="1776707" cy="167375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37160" rIns="137160" bIns="137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693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>
                <a:solidFill>
                  <a:srgbClr val="FFFFFF"/>
                </a:solidFill>
                <a:latin typeface="Franklin Gothic Book" panose="020B0503020102020204"/>
              </a:rPr>
              <a:t>Image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E40A4A-9A19-F549-80D9-8B9D291ACA53}"/>
              </a:ext>
            </a:extLst>
          </p:cNvPr>
          <p:cNvSpPr/>
          <p:nvPr/>
        </p:nvSpPr>
        <p:spPr>
          <a:xfrm>
            <a:off x="3284368" y="1989744"/>
            <a:ext cx="1776707" cy="167375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37160" rIns="137160" bIns="137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693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>
                <a:solidFill>
                  <a:srgbClr val="FFFFFF"/>
                </a:solidFill>
                <a:latin typeface="Franklin Gothic Book" panose="020B0503020102020204"/>
              </a:rPr>
              <a:t>Image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AB8A33-A91A-3546-A43F-359F4C8A99F9}"/>
              </a:ext>
            </a:extLst>
          </p:cNvPr>
          <p:cNvSpPr/>
          <p:nvPr/>
        </p:nvSpPr>
        <p:spPr>
          <a:xfrm>
            <a:off x="6369106" y="2000630"/>
            <a:ext cx="1776707" cy="167375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37160" rIns="137160" bIns="137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693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>
                <a:solidFill>
                  <a:srgbClr val="FFFFFF"/>
                </a:solidFill>
                <a:latin typeface="Franklin Gothic Book" panose="020B0503020102020204"/>
              </a:rPr>
              <a:t>Image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63F938-6044-FF4E-968D-E05D40BB1D55}"/>
              </a:ext>
            </a:extLst>
          </p:cNvPr>
          <p:cNvSpPr/>
          <p:nvPr/>
        </p:nvSpPr>
        <p:spPr>
          <a:xfrm>
            <a:off x="9414013" y="2000630"/>
            <a:ext cx="1776707" cy="167375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37160" rIns="137160" bIns="137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693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>
                <a:solidFill>
                  <a:srgbClr val="FFFFFF"/>
                </a:solidFill>
                <a:latin typeface="Franklin Gothic Book" panose="020B0503020102020204"/>
              </a:rPr>
              <a:t>Image</a:t>
            </a:r>
          </a:p>
        </p:txBody>
      </p:sp>
      <p:sp>
        <p:nvSpPr>
          <p:cNvPr id="26" name="Content Placeholder 4">
            <a:extLst>
              <a:ext uri="{FF2B5EF4-FFF2-40B4-BE49-F238E27FC236}">
                <a16:creationId xmlns:a16="http://schemas.microsoft.com/office/drawing/2014/main" id="{F760D82A-1098-2989-65CA-CEFF028D1E5C}"/>
              </a:ext>
            </a:extLst>
          </p:cNvPr>
          <p:cNvSpPr txBox="1">
            <a:spLocks/>
          </p:cNvSpPr>
          <p:nvPr/>
        </p:nvSpPr>
        <p:spPr>
          <a:xfrm>
            <a:off x="152405" y="3794123"/>
            <a:ext cx="2356487" cy="1357295"/>
          </a:xfrm>
          <a:prstGeom prst="rect">
            <a:avLst/>
          </a:prstGeom>
        </p:spPr>
        <p:txBody>
          <a:bodyPr lIns="91440" tIns="91440" rIns="91440" bIns="91440">
            <a:spAutoFit/>
          </a:bodyPr>
          <a:lstStyle>
            <a:lvl1pPr marL="0" indent="0" algn="l" defTabSz="457189" rtl="0" eaLnBrk="1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Font typeface="Arial" charset="0"/>
              <a:buNone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35" indent="-311143" algn="l" defTabSz="457189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SzPct val="75000"/>
              <a:buFont typeface="Wingdings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7876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+mj-lt"/>
              <a:buAutoNum type="arabicParenR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1232" indent="-233357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Wingdings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9361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80000"/>
              <a:buFont typeface="+mj-lt"/>
              <a:buAutoNum type="romanUcPeriod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6915">
              <a:defRPr/>
            </a:pPr>
            <a:r>
              <a:rPr lang="en-US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 Short Title</a:t>
            </a:r>
          </a:p>
          <a:p>
            <a:pPr defTabSz="456915">
              <a:defRPr/>
            </a:pPr>
            <a:r>
              <a:rPr lang="en-US" sz="16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Content that describes the item. Remember less is more.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5DA1DCB4-6F27-08AA-8DEB-3B8767A0319F}"/>
              </a:ext>
            </a:extLst>
          </p:cNvPr>
          <p:cNvSpPr txBox="1">
            <a:spLocks/>
          </p:cNvSpPr>
          <p:nvPr/>
        </p:nvSpPr>
        <p:spPr>
          <a:xfrm>
            <a:off x="3205752" y="3794123"/>
            <a:ext cx="2356487" cy="1357295"/>
          </a:xfrm>
          <a:prstGeom prst="rect">
            <a:avLst/>
          </a:prstGeom>
        </p:spPr>
        <p:txBody>
          <a:bodyPr lIns="91440" tIns="91440" rIns="91440" bIns="91440">
            <a:spAutoFit/>
          </a:bodyPr>
          <a:lstStyle>
            <a:lvl1pPr marL="0" indent="0" algn="l" defTabSz="457189" rtl="0" eaLnBrk="1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Font typeface="Arial" charset="0"/>
              <a:buNone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35" indent="-311143" algn="l" defTabSz="457189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SzPct val="75000"/>
              <a:buFont typeface="Wingdings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7876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+mj-lt"/>
              <a:buAutoNum type="arabicParenR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1232" indent="-233357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Wingdings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9361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80000"/>
              <a:buFont typeface="+mj-lt"/>
              <a:buAutoNum type="romanUcPeriod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6915">
              <a:defRPr/>
            </a:pPr>
            <a:r>
              <a:rPr lang="en-US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 Short Title</a:t>
            </a:r>
          </a:p>
          <a:p>
            <a:pPr defTabSz="456915">
              <a:defRPr/>
            </a:pPr>
            <a:r>
              <a:rPr lang="en-US" sz="16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Content that describes the item. Remember less is more.</a:t>
            </a:r>
          </a:p>
        </p:txBody>
      </p:sp>
      <p:sp>
        <p:nvSpPr>
          <p:cNvPr id="28" name="Content Placeholder 9">
            <a:extLst>
              <a:ext uri="{FF2B5EF4-FFF2-40B4-BE49-F238E27FC236}">
                <a16:creationId xmlns:a16="http://schemas.microsoft.com/office/drawing/2014/main" id="{9348D5AF-4CB5-9D15-2E87-4336E71C0D85}"/>
              </a:ext>
            </a:extLst>
          </p:cNvPr>
          <p:cNvSpPr txBox="1">
            <a:spLocks/>
          </p:cNvSpPr>
          <p:nvPr/>
        </p:nvSpPr>
        <p:spPr>
          <a:xfrm>
            <a:off x="6259099" y="3794123"/>
            <a:ext cx="2356487" cy="1357295"/>
          </a:xfrm>
          <a:prstGeom prst="rect">
            <a:avLst/>
          </a:prstGeom>
        </p:spPr>
        <p:txBody>
          <a:bodyPr lIns="91440" tIns="91440" rIns="91440" bIns="91440">
            <a:spAutoFit/>
          </a:bodyPr>
          <a:lstStyle>
            <a:lvl1pPr marL="0" indent="0" algn="l" defTabSz="457189" rtl="0" eaLnBrk="1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Font typeface="Arial" charset="0"/>
              <a:buNone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35" indent="-311143" algn="l" defTabSz="457189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SzPct val="75000"/>
              <a:buFont typeface="Wingdings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7876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+mj-lt"/>
              <a:buAutoNum type="arabicParenR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1232" indent="-233357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Wingdings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9361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80000"/>
              <a:buFont typeface="+mj-lt"/>
              <a:buAutoNum type="romanUcPeriod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6915">
              <a:defRPr/>
            </a:pPr>
            <a:r>
              <a:rPr lang="en-US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 Short Title</a:t>
            </a:r>
          </a:p>
          <a:p>
            <a:pPr defTabSz="456915">
              <a:defRPr/>
            </a:pPr>
            <a:r>
              <a:rPr lang="en-US" sz="16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Content that describes the item. Remember less is more.</a:t>
            </a:r>
          </a:p>
        </p:txBody>
      </p:sp>
      <p:sp>
        <p:nvSpPr>
          <p:cNvPr id="29" name="Content Placeholder 9">
            <a:extLst>
              <a:ext uri="{FF2B5EF4-FFF2-40B4-BE49-F238E27FC236}">
                <a16:creationId xmlns:a16="http://schemas.microsoft.com/office/drawing/2014/main" id="{D0A4B8B4-9274-5E0B-0314-AA60999CBB17}"/>
              </a:ext>
            </a:extLst>
          </p:cNvPr>
          <p:cNvSpPr txBox="1">
            <a:spLocks/>
          </p:cNvSpPr>
          <p:nvPr/>
        </p:nvSpPr>
        <p:spPr>
          <a:xfrm>
            <a:off x="9312446" y="3794123"/>
            <a:ext cx="2356487" cy="1357295"/>
          </a:xfrm>
          <a:prstGeom prst="rect">
            <a:avLst/>
          </a:prstGeom>
        </p:spPr>
        <p:txBody>
          <a:bodyPr lIns="91440" tIns="91440" rIns="91440" bIns="91440">
            <a:spAutoFit/>
          </a:bodyPr>
          <a:lstStyle>
            <a:lvl1pPr marL="0" indent="0" algn="l" defTabSz="457189" rtl="0" eaLnBrk="1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Font typeface="Arial" charset="0"/>
              <a:buNone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35" indent="-311143" algn="l" defTabSz="457189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SzPct val="75000"/>
              <a:buFont typeface="Wingdings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7876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+mj-lt"/>
              <a:buAutoNum type="arabicParenR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1232" indent="-233357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Wingdings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9361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80000"/>
              <a:buFont typeface="+mj-lt"/>
              <a:buAutoNum type="romanUcPeriod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6915">
              <a:defRPr/>
            </a:pPr>
            <a:r>
              <a:rPr lang="en-US" sz="20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 Short Title</a:t>
            </a:r>
          </a:p>
          <a:p>
            <a:pPr defTabSz="456915">
              <a:defRPr/>
            </a:pPr>
            <a:r>
              <a:rPr lang="en-US" sz="16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Content that describes the item. Remember less is more.</a:t>
            </a:r>
          </a:p>
        </p:txBody>
      </p:sp>
    </p:spTree>
    <p:extLst>
      <p:ext uri="{BB962C8B-B14F-4D97-AF65-F5344CB8AC3E}">
        <p14:creationId xmlns:p14="http://schemas.microsoft.com/office/powerpoint/2010/main" val="22821066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ADF6855-92B0-C94C-A001-0A952A637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46ADB3-06B3-E95D-EF4B-A2426B89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FE50C-C287-0840-9123-6DC6C8C11355}" type="datetime4">
              <a:rPr lang="en-US" smtClean="0"/>
              <a:pPr/>
              <a:t>June 3, 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232640-28D0-0C60-B46D-92D8F01B7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253A8-A793-AD89-D09F-A757B2FD2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253BDB0-FB59-13D3-175A-5D2BE293BB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60971" y="234834"/>
            <a:ext cx="3048000" cy="1414060"/>
          </a:xfrm>
        </p:spPr>
        <p:txBody>
          <a:bodyPr/>
          <a:lstStyle/>
          <a:p>
            <a:r>
              <a:rPr lang="en-US" dirty="0"/>
              <a:t>Marketing campaigns &amp; attribution</a:t>
            </a:r>
          </a:p>
          <a:p>
            <a:pPr lvl="1"/>
            <a:r>
              <a:rPr lang="en-US" dirty="0"/>
              <a:t>Benchmark</a:t>
            </a:r>
          </a:p>
          <a:p>
            <a:pPr lvl="2"/>
            <a:r>
              <a:rPr lang="en-US" dirty="0"/>
              <a:t>New Logo Bookings - $812k / FTE</a:t>
            </a:r>
          </a:p>
          <a:p>
            <a:pPr lvl="2"/>
            <a:r>
              <a:rPr lang="en-US" dirty="0"/>
              <a:t>Program Spend % - 52%-55%</a:t>
            </a:r>
          </a:p>
          <a:p>
            <a:pPr lvl="2"/>
            <a:r>
              <a:rPr lang="en-US" dirty="0"/>
              <a:t>People Spend % -33%-45%</a:t>
            </a:r>
          </a:p>
        </p:txBody>
      </p:sp>
      <p:sp>
        <p:nvSpPr>
          <p:cNvPr id="82" name="Content Placeholder 81">
            <a:extLst>
              <a:ext uri="{FF2B5EF4-FFF2-40B4-BE49-F238E27FC236}">
                <a16:creationId xmlns:a16="http://schemas.microsoft.com/office/drawing/2014/main" id="{C7DE99E8-997F-68F1-380E-456B56ADC69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4" y="5775105"/>
            <a:ext cx="12039595" cy="47015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ADF22-6B96-44D3-0310-7A8EE0895FDD}"/>
              </a:ext>
            </a:extLst>
          </p:cNvPr>
          <p:cNvSpPr/>
          <p:nvPr/>
        </p:nvSpPr>
        <p:spPr>
          <a:xfrm>
            <a:off x="436989" y="1022259"/>
            <a:ext cx="1854200" cy="406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91440" tIns="91440" rIns="91440" bIns="91440" rtlCol="0" anchor="ctr">
            <a:spAutoFit/>
          </a:bodyPr>
          <a:lstStyle/>
          <a:p>
            <a:r>
              <a:rPr lang="en-US" sz="1400" b="1" i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Exhibit 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82FE16-D79E-AC18-BACC-6F3D9D180C96}"/>
              </a:ext>
            </a:extLst>
          </p:cNvPr>
          <p:cNvSpPr txBox="1"/>
          <p:nvPr/>
        </p:nvSpPr>
        <p:spPr>
          <a:xfrm>
            <a:off x="8690605" y="164046"/>
            <a:ext cx="3162300" cy="463666"/>
          </a:xfrm>
          <a:prstGeom prst="rect">
            <a:avLst/>
          </a:prstGeom>
        </p:spPr>
        <p:txBody>
          <a:bodyPr vert="horz" wrap="square" lIns="45720" tIns="45720" rIns="45720" bIns="45720" rtlCol="0">
            <a:normAutofit/>
          </a:bodyPr>
          <a:lstStyle/>
          <a:p>
            <a:pPr algn="l">
              <a:spcBef>
                <a:spcPts val="1800"/>
              </a:spcBef>
            </a:pPr>
            <a:endParaRPr lang="en-US" dirty="0"/>
          </a:p>
        </p:txBody>
      </p:sp>
      <p:sp>
        <p:nvSpPr>
          <p:cNvPr id="51" name="Diamond 50">
            <a:extLst>
              <a:ext uri="{FF2B5EF4-FFF2-40B4-BE49-F238E27FC236}">
                <a16:creationId xmlns:a16="http://schemas.microsoft.com/office/drawing/2014/main" id="{A6CDB609-3633-EEF7-BD65-DD05B49A378A}"/>
              </a:ext>
            </a:extLst>
          </p:cNvPr>
          <p:cNvSpPr/>
          <p:nvPr/>
        </p:nvSpPr>
        <p:spPr>
          <a:xfrm>
            <a:off x="436989" y="3769338"/>
            <a:ext cx="1462224" cy="1330240"/>
          </a:xfrm>
          <a:prstGeom prst="diamond">
            <a:avLst/>
          </a:prstGeom>
          <a:solidFill>
            <a:schemeClr val="accent3"/>
          </a:solidFill>
          <a:ln w="19050"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MQL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9733F33-28B2-1FAE-36B2-8C4D1138AF21}"/>
              </a:ext>
            </a:extLst>
          </p:cNvPr>
          <p:cNvCxnSpPr>
            <a:stCxn id="51" idx="3"/>
          </p:cNvCxnSpPr>
          <p:nvPr/>
        </p:nvCxnSpPr>
        <p:spPr>
          <a:xfrm flipV="1">
            <a:off x="1899213" y="4422470"/>
            <a:ext cx="802189" cy="11988"/>
          </a:xfrm>
          <a:prstGeom prst="straightConnector1">
            <a:avLst/>
          </a:prstGeom>
          <a:ln w="19050">
            <a:solidFill>
              <a:schemeClr val="accent3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: Rounded Corners 11">
            <a:extLst>
              <a:ext uri="{FF2B5EF4-FFF2-40B4-BE49-F238E27FC236}">
                <a16:creationId xmlns:a16="http://schemas.microsoft.com/office/drawing/2014/main" id="{E6BDF7D3-C2AC-79C9-B6F0-92758E86E8BA}"/>
              </a:ext>
            </a:extLst>
          </p:cNvPr>
          <p:cNvSpPr/>
          <p:nvPr/>
        </p:nvSpPr>
        <p:spPr>
          <a:xfrm>
            <a:off x="2896019" y="3584654"/>
            <a:ext cx="1143000" cy="47015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Manual Route</a:t>
            </a:r>
          </a:p>
        </p:txBody>
      </p:sp>
      <p:sp>
        <p:nvSpPr>
          <p:cNvPr id="54" name="Rectangle: Rounded Corners 12">
            <a:extLst>
              <a:ext uri="{FF2B5EF4-FFF2-40B4-BE49-F238E27FC236}">
                <a16:creationId xmlns:a16="http://schemas.microsoft.com/office/drawing/2014/main" id="{350185F8-D29D-78B4-7F07-B7AB6C996973}"/>
              </a:ext>
            </a:extLst>
          </p:cNvPr>
          <p:cNvSpPr/>
          <p:nvPr/>
        </p:nvSpPr>
        <p:spPr>
          <a:xfrm>
            <a:off x="2896019" y="4178697"/>
            <a:ext cx="1143000" cy="47015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Manager Route</a:t>
            </a:r>
          </a:p>
        </p:txBody>
      </p:sp>
      <p:sp>
        <p:nvSpPr>
          <p:cNvPr id="55" name="Rectangle: Rounded Corners 13">
            <a:extLst>
              <a:ext uri="{FF2B5EF4-FFF2-40B4-BE49-F238E27FC236}">
                <a16:creationId xmlns:a16="http://schemas.microsoft.com/office/drawing/2014/main" id="{974A00A1-C5F6-3B81-C863-56F458778E2D}"/>
              </a:ext>
            </a:extLst>
          </p:cNvPr>
          <p:cNvSpPr/>
          <p:nvPr/>
        </p:nvSpPr>
        <p:spPr>
          <a:xfrm>
            <a:off x="2896019" y="4772740"/>
            <a:ext cx="1143000" cy="47015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System Route</a:t>
            </a:r>
          </a:p>
        </p:txBody>
      </p:sp>
      <p:sp>
        <p:nvSpPr>
          <p:cNvPr id="56" name="Rectangle: Rounded Corners 14">
            <a:extLst>
              <a:ext uri="{FF2B5EF4-FFF2-40B4-BE49-F238E27FC236}">
                <a16:creationId xmlns:a16="http://schemas.microsoft.com/office/drawing/2014/main" id="{C5954533-4D67-E2BA-6BD0-4A2DB1479FBC}"/>
              </a:ext>
            </a:extLst>
          </p:cNvPr>
          <p:cNvSpPr/>
          <p:nvPr/>
        </p:nvSpPr>
        <p:spPr>
          <a:xfrm>
            <a:off x="7863629" y="3492627"/>
            <a:ext cx="1462224" cy="78310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SAL</a:t>
            </a:r>
          </a:p>
        </p:txBody>
      </p:sp>
      <p:sp>
        <p:nvSpPr>
          <p:cNvPr id="57" name="Diamond 56">
            <a:extLst>
              <a:ext uri="{FF2B5EF4-FFF2-40B4-BE49-F238E27FC236}">
                <a16:creationId xmlns:a16="http://schemas.microsoft.com/office/drawing/2014/main" id="{B7B511E1-728E-C4BA-1B0D-2A42E73F91E5}"/>
              </a:ext>
            </a:extLst>
          </p:cNvPr>
          <p:cNvSpPr/>
          <p:nvPr/>
        </p:nvSpPr>
        <p:spPr>
          <a:xfrm>
            <a:off x="4858790" y="3776323"/>
            <a:ext cx="1462224" cy="1287455"/>
          </a:xfrm>
          <a:prstGeom prst="diamond">
            <a:avLst/>
          </a:prstGeom>
          <a:solidFill>
            <a:schemeClr val="accent3"/>
          </a:solidFill>
          <a:ln w="19050"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BDR reviews lead and Accepts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191F370-50C5-0892-4D0A-D0B4359E6BC0}"/>
              </a:ext>
            </a:extLst>
          </p:cNvPr>
          <p:cNvCxnSpPr/>
          <p:nvPr/>
        </p:nvCxnSpPr>
        <p:spPr>
          <a:xfrm flipV="1">
            <a:off x="3986891" y="4407778"/>
            <a:ext cx="802189" cy="11988"/>
          </a:xfrm>
          <a:prstGeom prst="straightConnector1">
            <a:avLst/>
          </a:prstGeom>
          <a:ln w="19050">
            <a:solidFill>
              <a:schemeClr val="accent3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20">
            <a:extLst>
              <a:ext uri="{FF2B5EF4-FFF2-40B4-BE49-F238E27FC236}">
                <a16:creationId xmlns:a16="http://schemas.microsoft.com/office/drawing/2014/main" id="{8BE8943D-3EDA-A528-0C88-DDEB18379AC5}"/>
              </a:ext>
            </a:extLst>
          </p:cNvPr>
          <p:cNvCxnSpPr/>
          <p:nvPr/>
        </p:nvCxnSpPr>
        <p:spPr>
          <a:xfrm flipV="1">
            <a:off x="5951827" y="3884179"/>
            <a:ext cx="1911802" cy="170626"/>
          </a:xfrm>
          <a:prstGeom prst="bentConnector3">
            <a:avLst/>
          </a:prstGeom>
          <a:ln w="19050">
            <a:solidFill>
              <a:schemeClr val="accent3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D730EA67-3F98-BD72-3364-F9E01E00B971}"/>
              </a:ext>
            </a:extLst>
          </p:cNvPr>
          <p:cNvSpPr txBox="1"/>
          <p:nvPr/>
        </p:nvSpPr>
        <p:spPr>
          <a:xfrm>
            <a:off x="5969621" y="3758036"/>
            <a:ext cx="13474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Univers Condensed" panose="020B0506020202050204" pitchFamily="34" charset="0"/>
              </a:rPr>
              <a:t>Yes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A4A3FEC-6C7A-E728-990D-E81788221AF1}"/>
              </a:ext>
            </a:extLst>
          </p:cNvPr>
          <p:cNvSpPr txBox="1"/>
          <p:nvPr/>
        </p:nvSpPr>
        <p:spPr>
          <a:xfrm>
            <a:off x="5951827" y="4809835"/>
            <a:ext cx="13474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Univers Condensed" panose="020B0506020202050204" pitchFamily="34" charset="0"/>
              </a:rPr>
              <a:t>No</a:t>
            </a:r>
          </a:p>
        </p:txBody>
      </p:sp>
      <p:sp>
        <p:nvSpPr>
          <p:cNvPr id="62" name="Rectangle: Rounded Corners 23">
            <a:extLst>
              <a:ext uri="{FF2B5EF4-FFF2-40B4-BE49-F238E27FC236}">
                <a16:creationId xmlns:a16="http://schemas.microsoft.com/office/drawing/2014/main" id="{F3183254-5EE3-46D1-918C-E0320D0929C0}"/>
              </a:ext>
            </a:extLst>
          </p:cNvPr>
          <p:cNvSpPr/>
          <p:nvPr/>
        </p:nvSpPr>
        <p:spPr>
          <a:xfrm>
            <a:off x="7863629" y="4681945"/>
            <a:ext cx="1462224" cy="78310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DQ</a:t>
            </a:r>
          </a:p>
        </p:txBody>
      </p:sp>
      <p:cxnSp>
        <p:nvCxnSpPr>
          <p:cNvPr id="63" name="Connector: Elbow 24">
            <a:extLst>
              <a:ext uri="{FF2B5EF4-FFF2-40B4-BE49-F238E27FC236}">
                <a16:creationId xmlns:a16="http://schemas.microsoft.com/office/drawing/2014/main" id="{662CA037-C4F2-3551-BBB8-47CDEF5E3604}"/>
              </a:ext>
            </a:extLst>
          </p:cNvPr>
          <p:cNvCxnSpPr>
            <a:cxnSpLocks/>
          </p:cNvCxnSpPr>
          <p:nvPr/>
        </p:nvCxnSpPr>
        <p:spPr>
          <a:xfrm>
            <a:off x="5840523" y="4808884"/>
            <a:ext cx="2023106" cy="264613"/>
          </a:xfrm>
          <a:prstGeom prst="bentConnector3">
            <a:avLst/>
          </a:prstGeom>
          <a:ln w="19050">
            <a:solidFill>
              <a:schemeClr val="accent3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5" name="Table 2">
            <a:extLst>
              <a:ext uri="{FF2B5EF4-FFF2-40B4-BE49-F238E27FC236}">
                <a16:creationId xmlns:a16="http://schemas.microsoft.com/office/drawing/2014/main" id="{1E7E836F-9CDA-1982-944C-2379ECBA59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800953"/>
              </p:ext>
            </p:extLst>
          </p:nvPr>
        </p:nvGraphicFramePr>
        <p:xfrm>
          <a:off x="3741324" y="1069198"/>
          <a:ext cx="3797881" cy="1645920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1113135">
                  <a:extLst>
                    <a:ext uri="{9D8B030D-6E8A-4147-A177-3AD203B41FA5}">
                      <a16:colId xmlns:a16="http://schemas.microsoft.com/office/drawing/2014/main" val="1554924810"/>
                    </a:ext>
                  </a:extLst>
                </a:gridCol>
                <a:gridCol w="839723">
                  <a:extLst>
                    <a:ext uri="{9D8B030D-6E8A-4147-A177-3AD203B41FA5}">
                      <a16:colId xmlns:a16="http://schemas.microsoft.com/office/drawing/2014/main" val="1766128935"/>
                    </a:ext>
                  </a:extLst>
                </a:gridCol>
                <a:gridCol w="1182707">
                  <a:extLst>
                    <a:ext uri="{9D8B030D-6E8A-4147-A177-3AD203B41FA5}">
                      <a16:colId xmlns:a16="http://schemas.microsoft.com/office/drawing/2014/main" val="3538865720"/>
                    </a:ext>
                  </a:extLst>
                </a:gridCol>
                <a:gridCol w="662316">
                  <a:extLst>
                    <a:ext uri="{9D8B030D-6E8A-4147-A177-3AD203B41FA5}">
                      <a16:colId xmlns:a16="http://schemas.microsoft.com/office/drawing/2014/main" val="2718971986"/>
                    </a:ext>
                  </a:extLst>
                </a:gridCol>
              </a:tblGrid>
              <a:tr h="206751">
                <a:tc>
                  <a:txBody>
                    <a:bodyPr/>
                    <a:lstStyle/>
                    <a:p>
                      <a:r>
                        <a:rPr lang="en-US" sz="1200" dirty="0"/>
                        <a:t>Department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# of HC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# of Ops HC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Ratio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9056508"/>
                  </a:ext>
                </a:extLst>
              </a:tr>
              <a:tr h="206751">
                <a:tc>
                  <a:txBody>
                    <a:bodyPr/>
                    <a:lstStyle/>
                    <a:p>
                      <a:r>
                        <a:rPr lang="en-US" sz="1200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5238581"/>
                  </a:ext>
                </a:extLst>
              </a:tr>
              <a:tr h="206751">
                <a:tc>
                  <a:txBody>
                    <a:bodyPr/>
                    <a:lstStyle/>
                    <a:p>
                      <a:r>
                        <a:rPr lang="en-US" sz="1200" dirty="0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0252175"/>
                  </a:ext>
                </a:extLst>
              </a:tr>
              <a:tr h="206751">
                <a:tc>
                  <a:txBody>
                    <a:bodyPr/>
                    <a:lstStyle/>
                    <a:p>
                      <a:r>
                        <a:rPr lang="en-US" sz="1200" dirty="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1:33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688994"/>
                  </a:ext>
                </a:extLst>
              </a:tr>
              <a:tr h="206751">
                <a:tc>
                  <a:txBody>
                    <a:bodyPr/>
                    <a:lstStyle/>
                    <a:p>
                      <a:r>
                        <a:rPr lang="en-US" sz="1200" dirty="0"/>
                        <a:t>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995345"/>
                  </a:ext>
                </a:extLst>
              </a:tr>
              <a:tr h="227181">
                <a:tc>
                  <a:txBody>
                    <a:bodyPr/>
                    <a:lstStyle/>
                    <a:p>
                      <a:r>
                        <a:rPr lang="en-US" sz="1200" dirty="0"/>
                        <a:t>Finance 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6192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1032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ADF6855-92B0-C94C-A001-0A952A637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46ADB3-06B3-E95D-EF4B-A2426B89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FE50C-C287-0840-9123-6DC6C8C11355}" type="datetime4">
              <a:rPr lang="en-US" smtClean="0"/>
              <a:pPr/>
              <a:t>June 3, 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232640-28D0-0C60-B46D-92D8F01B7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Document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253A8-A793-AD89-D09F-A757B2FD2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253BDB0-FB59-13D3-175A-5D2BE293BB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60971" y="234834"/>
            <a:ext cx="3048000" cy="1414060"/>
          </a:xfrm>
        </p:spPr>
        <p:txBody>
          <a:bodyPr/>
          <a:lstStyle/>
          <a:p>
            <a:r>
              <a:rPr lang="en-US" dirty="0"/>
              <a:t>Marketing campaigns &amp; attribution</a:t>
            </a:r>
          </a:p>
          <a:p>
            <a:pPr lvl="1"/>
            <a:r>
              <a:rPr lang="en-US" dirty="0"/>
              <a:t>Benchmark</a:t>
            </a:r>
          </a:p>
          <a:p>
            <a:pPr lvl="2"/>
            <a:r>
              <a:rPr lang="en-US" dirty="0"/>
              <a:t>New Logo Bookings - $812k / FTE</a:t>
            </a:r>
          </a:p>
          <a:p>
            <a:pPr lvl="2"/>
            <a:r>
              <a:rPr lang="en-US" dirty="0"/>
              <a:t>Program Spend % - 52%-55%</a:t>
            </a:r>
          </a:p>
          <a:p>
            <a:pPr lvl="2"/>
            <a:r>
              <a:rPr lang="en-US" dirty="0"/>
              <a:t>People Spend % -33%-45%</a:t>
            </a:r>
          </a:p>
        </p:txBody>
      </p:sp>
      <p:sp>
        <p:nvSpPr>
          <p:cNvPr id="42" name="Content Placeholder 41">
            <a:extLst>
              <a:ext uri="{FF2B5EF4-FFF2-40B4-BE49-F238E27FC236}">
                <a16:creationId xmlns:a16="http://schemas.microsoft.com/office/drawing/2014/main" id="{8E868014-3EE5-A148-8089-91704E7B7D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860971" y="1854332"/>
            <a:ext cx="2862943" cy="321627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Ownership of an Account and credit is based at X level:</a:t>
            </a:r>
          </a:p>
          <a:p>
            <a:pPr lvl="1"/>
            <a:r>
              <a:rPr lang="en-US" dirty="0"/>
              <a:t>Reps work a Territory model based off an Y Agreement</a:t>
            </a:r>
          </a:p>
          <a:p>
            <a:pPr lvl="1"/>
            <a:r>
              <a:rPr lang="en-US" dirty="0"/>
              <a:t>How are contracts written to a legal entity</a:t>
            </a:r>
          </a:p>
          <a:p>
            <a:pPr lvl="1"/>
            <a:r>
              <a:rPr lang="en-US" dirty="0"/>
              <a:t>Do they have an Account structure and Hierarchy figured out? 6 reps working the same Account , </a:t>
            </a:r>
            <a:r>
              <a:rPr lang="en-US" dirty="0" err="1"/>
              <a:t>etc</a:t>
            </a:r>
            <a:r>
              <a:rPr lang="en-US" dirty="0"/>
              <a:t>?</a:t>
            </a:r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A0692229-C29A-4766-A532-CB0FAB780EA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4" y="5244983"/>
            <a:ext cx="12039595" cy="1000274"/>
          </a:xfrm>
        </p:spPr>
        <p:txBody>
          <a:bodyPr/>
          <a:lstStyle/>
          <a:p>
            <a:r>
              <a:rPr lang="en-US" dirty="0"/>
              <a:t>Summary of investments/changes required to move to next level</a:t>
            </a:r>
          </a:p>
          <a:p>
            <a:r>
              <a:rPr lang="en-US" dirty="0"/>
              <a:t>Another bullet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82FE16-D79E-AC18-BACC-6F3D9D180C96}"/>
              </a:ext>
            </a:extLst>
          </p:cNvPr>
          <p:cNvSpPr txBox="1"/>
          <p:nvPr/>
        </p:nvSpPr>
        <p:spPr>
          <a:xfrm>
            <a:off x="8690605" y="164046"/>
            <a:ext cx="3162300" cy="463666"/>
          </a:xfrm>
          <a:prstGeom prst="rect">
            <a:avLst/>
          </a:prstGeom>
        </p:spPr>
        <p:txBody>
          <a:bodyPr vert="horz" wrap="square" lIns="45720" tIns="45720" rIns="45720" bIns="45720" rtlCol="0">
            <a:normAutofit/>
          </a:bodyPr>
          <a:lstStyle/>
          <a:p>
            <a:pPr algn="l">
              <a:spcBef>
                <a:spcPts val="1800"/>
              </a:spcBef>
            </a:pPr>
            <a:endParaRPr lang="en-US" dirty="0"/>
          </a:p>
        </p:txBody>
      </p:sp>
      <p:graphicFrame>
        <p:nvGraphicFramePr>
          <p:cNvPr id="67" name="Chart 66">
            <a:extLst>
              <a:ext uri="{FF2B5EF4-FFF2-40B4-BE49-F238E27FC236}">
                <a16:creationId xmlns:a16="http://schemas.microsoft.com/office/drawing/2014/main" id="{CB492049-50F6-30D8-B594-83509B0704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6398671"/>
              </p:ext>
            </p:extLst>
          </p:nvPr>
        </p:nvGraphicFramePr>
        <p:xfrm>
          <a:off x="722649" y="1405637"/>
          <a:ext cx="4546869" cy="27355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28589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4E9B695-7DC8-7F46-875A-60AEB0F3A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8175" y="1187618"/>
            <a:ext cx="5016493" cy="4755982"/>
          </a:xfrm>
        </p:spPr>
        <p:txBody>
          <a:bodyPr/>
          <a:lstStyle/>
          <a:p>
            <a:r>
              <a:rPr lang="en-US" dirty="0"/>
              <a:t>Use this slide for data summaries.</a:t>
            </a:r>
          </a:p>
          <a:p>
            <a:r>
              <a:rPr lang="en-US" dirty="0"/>
              <a:t>Convert the chart to the left to another type of chart if needed.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46ADB3-06B3-E95D-EF4B-A2426B89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FE50C-C287-0840-9123-6DC6C8C11355}" type="datetime4">
              <a:rPr lang="en-US" smtClean="0"/>
              <a:pPr/>
              <a:t>June 3, 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232640-28D0-0C60-B46D-92D8F01B7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253A8-A793-AD89-D09F-A757B2FD2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ADF6855-92B0-C94C-A001-0A952A637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Title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4E5942A-492C-2249-9A7C-C45FBC6C373F}"/>
              </a:ext>
            </a:extLst>
          </p:cNvPr>
          <p:cNvGrpSpPr/>
          <p:nvPr/>
        </p:nvGrpSpPr>
        <p:grpSpPr>
          <a:xfrm>
            <a:off x="492715" y="1187618"/>
            <a:ext cx="5316632" cy="5186687"/>
            <a:chOff x="1247362" y="1888031"/>
            <a:chExt cx="3912424" cy="3816803"/>
          </a:xfrm>
        </p:grpSpPr>
        <p:graphicFrame>
          <p:nvGraphicFramePr>
            <p:cNvPr id="17" name="Chart 16">
              <a:extLst>
                <a:ext uri="{FF2B5EF4-FFF2-40B4-BE49-F238E27FC236}">
                  <a16:creationId xmlns:a16="http://schemas.microsoft.com/office/drawing/2014/main" id="{8D11E8BF-1511-E744-8315-60F5FEEC147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398920909"/>
                </p:ext>
              </p:extLst>
            </p:nvPr>
          </p:nvGraphicFramePr>
          <p:xfrm>
            <a:off x="1247362" y="1888031"/>
            <a:ext cx="3912424" cy="381680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0787F4C-9D3F-324F-A4BF-051AB19B4E8F}"/>
                </a:ext>
              </a:extLst>
            </p:cNvPr>
            <p:cNvSpPr txBox="1"/>
            <p:nvPr/>
          </p:nvSpPr>
          <p:spPr>
            <a:xfrm>
              <a:off x="2764461" y="3406719"/>
              <a:ext cx="889138" cy="45316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 defTabSz="456931">
                <a:defRPr/>
              </a:pPr>
              <a:r>
                <a:rPr lang="en-US" sz="2001">
                  <a:solidFill>
                    <a:srgbClr val="000000"/>
                  </a:solidFill>
                  <a:latin typeface="Franklin Gothic Book" panose="020B0503020102020204"/>
                </a:rPr>
                <a:t>Data Analysis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976A4FE-2100-B646-90D6-7838F1FBA7EC}"/>
                </a:ext>
              </a:extLst>
            </p:cNvPr>
            <p:cNvSpPr txBox="1"/>
            <p:nvPr/>
          </p:nvSpPr>
          <p:spPr>
            <a:xfrm>
              <a:off x="4179845" y="3787608"/>
              <a:ext cx="459110" cy="3849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456931">
                <a:defRPr/>
              </a:pPr>
              <a:r>
                <a:rPr lang="en-US" sz="999" b="1" dirty="0">
                  <a:solidFill>
                    <a:schemeClr val="bg1"/>
                  </a:solidFill>
                  <a:latin typeface="Franklin Gothic Book" panose="020B0503020102020204"/>
                </a:rPr>
                <a:t>Type A</a:t>
              </a:r>
            </a:p>
            <a:p>
              <a:pPr algn="ctr" defTabSz="456931">
                <a:defRPr/>
              </a:pPr>
              <a:r>
                <a:rPr lang="en-US" sz="1800" b="1" dirty="0">
                  <a:solidFill>
                    <a:schemeClr val="bg1"/>
                  </a:solidFill>
                  <a:latin typeface="Franklin Gothic Book" panose="020B0503020102020204"/>
                </a:rPr>
                <a:t>63%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897202B-9F71-EC46-AD7E-766F87EA701E}"/>
                </a:ext>
              </a:extLst>
            </p:cNvPr>
            <p:cNvSpPr txBox="1"/>
            <p:nvPr/>
          </p:nvSpPr>
          <p:spPr>
            <a:xfrm>
              <a:off x="1743673" y="3795892"/>
              <a:ext cx="459110" cy="3849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456931">
                <a:defRPr/>
              </a:pPr>
              <a:r>
                <a:rPr lang="en-US" sz="999" b="1" dirty="0">
                  <a:latin typeface="Franklin Gothic Book" panose="020B0503020102020204"/>
                </a:rPr>
                <a:t>Type B</a:t>
              </a:r>
            </a:p>
            <a:p>
              <a:pPr algn="ctr" defTabSz="456931">
                <a:defRPr/>
              </a:pPr>
              <a:r>
                <a:rPr lang="en-US" sz="1800" b="1" dirty="0">
                  <a:latin typeface="Franklin Gothic Book" panose="020B0503020102020204"/>
                </a:rPr>
                <a:t>22%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FF650A8-678E-A34E-9806-225BBD35D430}"/>
                </a:ext>
              </a:extLst>
            </p:cNvPr>
            <p:cNvSpPr txBox="1"/>
            <p:nvPr/>
          </p:nvSpPr>
          <p:spPr>
            <a:xfrm>
              <a:off x="2004693" y="2588145"/>
              <a:ext cx="457600" cy="3849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456931">
                <a:defRPr/>
              </a:pPr>
              <a:r>
                <a:rPr lang="en-US" sz="999" b="1" dirty="0">
                  <a:latin typeface="Franklin Gothic Book" panose="020B0503020102020204"/>
                </a:rPr>
                <a:t>Type D</a:t>
              </a:r>
            </a:p>
            <a:p>
              <a:pPr algn="ctr" defTabSz="456931">
                <a:defRPr/>
              </a:pPr>
              <a:r>
                <a:rPr lang="en-US" sz="1800" b="1" dirty="0">
                  <a:latin typeface="Franklin Gothic Book" panose="020B0503020102020204"/>
                </a:rPr>
                <a:t>13%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37194A1-2F08-3D46-BFA3-2EB5427C8B21}"/>
                </a:ext>
              </a:extLst>
            </p:cNvPr>
            <p:cNvSpPr txBox="1"/>
            <p:nvPr/>
          </p:nvSpPr>
          <p:spPr>
            <a:xfrm>
              <a:off x="2663251" y="2177548"/>
              <a:ext cx="406026" cy="3849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456931">
                <a:defRPr/>
              </a:pPr>
              <a:r>
                <a:rPr lang="en-US" sz="999" b="1" dirty="0">
                  <a:solidFill>
                    <a:schemeClr val="bg1"/>
                  </a:solidFill>
                  <a:latin typeface="Franklin Gothic Book" panose="020B0503020102020204"/>
                </a:rPr>
                <a:t>Type D</a:t>
              </a:r>
            </a:p>
            <a:p>
              <a:pPr algn="ctr" defTabSz="456931">
                <a:defRPr/>
              </a:pPr>
              <a:r>
                <a:rPr lang="en-US" sz="1800" b="1" dirty="0">
                  <a:solidFill>
                    <a:schemeClr val="bg1"/>
                  </a:solidFill>
                  <a:latin typeface="Franklin Gothic Book" panose="020B0503020102020204"/>
                </a:rPr>
                <a:t>9%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536596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9CB4631-DB86-CA49-A242-9FEDB9D5B4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3260896"/>
              </p:ext>
            </p:extLst>
          </p:nvPr>
        </p:nvGraphicFramePr>
        <p:xfrm>
          <a:off x="0" y="854975"/>
          <a:ext cx="12192000" cy="4865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55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396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500" b="0" kern="1200" dirty="0">
                        <a:gradFill>
                          <a:gsLst>
                            <a:gs pos="24583">
                              <a:schemeClr val="bg1"/>
                            </a:gs>
                            <a:gs pos="41000">
                              <a:schemeClr val="bg1"/>
                            </a:gs>
                          </a:gsLst>
                          <a:lin ang="5400000" scaled="0"/>
                        </a:gra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500" b="0" kern="1200" dirty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Option 1</a:t>
                      </a: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500" b="0" kern="1200" dirty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Option 2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500" b="0" kern="1200" dirty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Option 3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500" b="0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Option 4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8327">
                <a:tc>
                  <a:txBody>
                    <a:bodyPr/>
                    <a:lstStyle/>
                    <a:p>
                      <a:pPr algn="r"/>
                      <a:r>
                        <a:rPr lang="en-US" sz="1500" b="1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Feature A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1500" dirty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chemeClr val="accent4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chemeClr val="accent5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327">
                <a:tc>
                  <a:txBody>
                    <a:bodyPr/>
                    <a:lstStyle/>
                    <a:p>
                      <a:pPr algn="r"/>
                      <a:r>
                        <a:rPr lang="en-US" sz="1500" b="1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Feature B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chemeClr val="accent4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solidFill>
                          <a:schemeClr val="accent5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8327">
                <a:tc>
                  <a:txBody>
                    <a:bodyPr/>
                    <a:lstStyle/>
                    <a:p>
                      <a:pPr algn="r"/>
                      <a:r>
                        <a:rPr lang="en-US" sz="1500" b="1" kern="120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Feature C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chemeClr val="accent4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solidFill>
                          <a:schemeClr val="accent5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8327">
                <a:tc>
                  <a:txBody>
                    <a:bodyPr/>
                    <a:lstStyle/>
                    <a:p>
                      <a:pPr algn="r"/>
                      <a:r>
                        <a:rPr lang="en-US" sz="1500" b="1" kern="120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Feature D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chemeClr val="accent5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chemeClr val="accent4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solidFill>
                          <a:schemeClr val="accent5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8327">
                <a:tc>
                  <a:txBody>
                    <a:bodyPr/>
                    <a:lstStyle/>
                    <a:p>
                      <a:pPr algn="r"/>
                      <a:r>
                        <a:rPr lang="en-US" sz="1500" b="1" kern="120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Feature E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solidFill>
                          <a:schemeClr val="accent5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chemeClr val="accent6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chemeClr val="accent5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1D6E1BA-8B44-5945-9522-BAE65A839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5C01BC-A931-CE09-CD56-4E45368D1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F22BA-0E79-F54D-B255-3C7326437DDB}" type="datetime4">
              <a:rPr lang="en-US" smtClean="0"/>
              <a:pPr/>
              <a:t>June 3, 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40ECB-49EB-DED2-D098-068B419B1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AAA63-317D-09E9-F143-A7D70941D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18</a:t>
            </a:fld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3D1E973-4DE1-4342-8CCE-F6783AA093FD}"/>
              </a:ext>
            </a:extLst>
          </p:cNvPr>
          <p:cNvGrpSpPr/>
          <p:nvPr/>
        </p:nvGrpSpPr>
        <p:grpSpPr>
          <a:xfrm>
            <a:off x="10678340" y="1726181"/>
            <a:ext cx="327271" cy="327271"/>
            <a:chOff x="6766685" y="7662953"/>
            <a:chExt cx="540406" cy="540406"/>
          </a:xfrm>
          <a:solidFill>
            <a:schemeClr val="accent1"/>
          </a:solidFill>
        </p:grpSpPr>
        <p:sp>
          <p:nvSpPr>
            <p:cNvPr id="24" name="Freeform 509">
              <a:extLst>
                <a:ext uri="{FF2B5EF4-FFF2-40B4-BE49-F238E27FC236}">
                  <a16:creationId xmlns:a16="http://schemas.microsoft.com/office/drawing/2014/main" id="{BABBF76E-37AF-4E4D-942B-6F15E062FE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66685" y="7662953"/>
              <a:ext cx="540406" cy="540406"/>
            </a:xfrm>
            <a:custGeom>
              <a:avLst/>
              <a:gdLst>
                <a:gd name="T0" fmla="*/ 335 w 791"/>
                <a:gd name="T1" fmla="*/ 785 h 790"/>
                <a:gd name="T2" fmla="*/ 242 w 791"/>
                <a:gd name="T3" fmla="*/ 759 h 790"/>
                <a:gd name="T4" fmla="*/ 159 w 791"/>
                <a:gd name="T5" fmla="*/ 711 h 790"/>
                <a:gd name="T6" fmla="*/ 90 w 791"/>
                <a:gd name="T7" fmla="*/ 645 h 790"/>
                <a:gd name="T8" fmla="*/ 39 w 791"/>
                <a:gd name="T9" fmla="*/ 566 h 790"/>
                <a:gd name="T10" fmla="*/ 9 w 791"/>
                <a:gd name="T11" fmla="*/ 474 h 790"/>
                <a:gd name="T12" fmla="*/ 0 w 791"/>
                <a:gd name="T13" fmla="*/ 395 h 790"/>
                <a:gd name="T14" fmla="*/ 13 w 791"/>
                <a:gd name="T15" fmla="*/ 296 h 790"/>
                <a:gd name="T16" fmla="*/ 48 w 791"/>
                <a:gd name="T17" fmla="*/ 206 h 790"/>
                <a:gd name="T18" fmla="*/ 103 w 791"/>
                <a:gd name="T19" fmla="*/ 129 h 790"/>
                <a:gd name="T20" fmla="*/ 175 w 791"/>
                <a:gd name="T21" fmla="*/ 67 h 790"/>
                <a:gd name="T22" fmla="*/ 260 w 791"/>
                <a:gd name="T23" fmla="*/ 23 h 790"/>
                <a:gd name="T24" fmla="*/ 355 w 791"/>
                <a:gd name="T25" fmla="*/ 1 h 790"/>
                <a:gd name="T26" fmla="*/ 436 w 791"/>
                <a:gd name="T27" fmla="*/ 1 h 790"/>
                <a:gd name="T28" fmla="*/ 531 w 791"/>
                <a:gd name="T29" fmla="*/ 23 h 790"/>
                <a:gd name="T30" fmla="*/ 616 w 791"/>
                <a:gd name="T31" fmla="*/ 67 h 790"/>
                <a:gd name="T32" fmla="*/ 688 w 791"/>
                <a:gd name="T33" fmla="*/ 129 h 790"/>
                <a:gd name="T34" fmla="*/ 743 w 791"/>
                <a:gd name="T35" fmla="*/ 206 h 790"/>
                <a:gd name="T36" fmla="*/ 779 w 791"/>
                <a:gd name="T37" fmla="*/ 296 h 790"/>
                <a:gd name="T38" fmla="*/ 791 w 791"/>
                <a:gd name="T39" fmla="*/ 395 h 790"/>
                <a:gd name="T40" fmla="*/ 783 w 791"/>
                <a:gd name="T41" fmla="*/ 474 h 790"/>
                <a:gd name="T42" fmla="*/ 751 w 791"/>
                <a:gd name="T43" fmla="*/ 566 h 790"/>
                <a:gd name="T44" fmla="*/ 700 w 791"/>
                <a:gd name="T45" fmla="*/ 645 h 790"/>
                <a:gd name="T46" fmla="*/ 632 w 791"/>
                <a:gd name="T47" fmla="*/ 711 h 790"/>
                <a:gd name="T48" fmla="*/ 549 w 791"/>
                <a:gd name="T49" fmla="*/ 759 h 790"/>
                <a:gd name="T50" fmla="*/ 456 w 791"/>
                <a:gd name="T51" fmla="*/ 785 h 790"/>
                <a:gd name="T52" fmla="*/ 395 w 791"/>
                <a:gd name="T53" fmla="*/ 52 h 790"/>
                <a:gd name="T54" fmla="*/ 327 w 791"/>
                <a:gd name="T55" fmla="*/ 59 h 790"/>
                <a:gd name="T56" fmla="*/ 247 w 791"/>
                <a:gd name="T57" fmla="*/ 86 h 790"/>
                <a:gd name="T58" fmla="*/ 178 w 791"/>
                <a:gd name="T59" fmla="*/ 130 h 790"/>
                <a:gd name="T60" fmla="*/ 122 w 791"/>
                <a:gd name="T61" fmla="*/ 190 h 790"/>
                <a:gd name="T62" fmla="*/ 80 w 791"/>
                <a:gd name="T63" fmla="*/ 261 h 790"/>
                <a:gd name="T64" fmla="*/ 58 w 791"/>
                <a:gd name="T65" fmla="*/ 343 h 790"/>
                <a:gd name="T66" fmla="*/ 54 w 791"/>
                <a:gd name="T67" fmla="*/ 412 h 790"/>
                <a:gd name="T68" fmla="*/ 68 w 791"/>
                <a:gd name="T69" fmla="*/ 496 h 790"/>
                <a:gd name="T70" fmla="*/ 103 w 791"/>
                <a:gd name="T71" fmla="*/ 571 h 790"/>
                <a:gd name="T72" fmla="*/ 153 w 791"/>
                <a:gd name="T73" fmla="*/ 637 h 790"/>
                <a:gd name="T74" fmla="*/ 219 w 791"/>
                <a:gd name="T75" fmla="*/ 687 h 790"/>
                <a:gd name="T76" fmla="*/ 294 w 791"/>
                <a:gd name="T77" fmla="*/ 722 h 790"/>
                <a:gd name="T78" fmla="*/ 378 w 791"/>
                <a:gd name="T79" fmla="*/ 736 h 790"/>
                <a:gd name="T80" fmla="*/ 448 w 791"/>
                <a:gd name="T81" fmla="*/ 732 h 790"/>
                <a:gd name="T82" fmla="*/ 529 w 791"/>
                <a:gd name="T83" fmla="*/ 710 h 790"/>
                <a:gd name="T84" fmla="*/ 600 w 791"/>
                <a:gd name="T85" fmla="*/ 668 h 790"/>
                <a:gd name="T86" fmla="*/ 660 w 791"/>
                <a:gd name="T87" fmla="*/ 612 h 790"/>
                <a:gd name="T88" fmla="*/ 704 w 791"/>
                <a:gd name="T89" fmla="*/ 543 h 790"/>
                <a:gd name="T90" fmla="*/ 731 w 791"/>
                <a:gd name="T91" fmla="*/ 463 h 790"/>
                <a:gd name="T92" fmla="*/ 738 w 791"/>
                <a:gd name="T93" fmla="*/ 395 h 790"/>
                <a:gd name="T94" fmla="*/ 728 w 791"/>
                <a:gd name="T95" fmla="*/ 309 h 790"/>
                <a:gd name="T96" fmla="*/ 697 w 791"/>
                <a:gd name="T97" fmla="*/ 232 h 790"/>
                <a:gd name="T98" fmla="*/ 649 w 791"/>
                <a:gd name="T99" fmla="*/ 164 h 790"/>
                <a:gd name="T100" fmla="*/ 587 w 791"/>
                <a:gd name="T101" fmla="*/ 111 h 790"/>
                <a:gd name="T102" fmla="*/ 513 w 791"/>
                <a:gd name="T103" fmla="*/ 72 h 790"/>
                <a:gd name="T104" fmla="*/ 430 w 791"/>
                <a:gd name="T105" fmla="*/ 54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91" h="790">
                  <a:moveTo>
                    <a:pt x="395" y="790"/>
                  </a:moveTo>
                  <a:lnTo>
                    <a:pt x="395" y="790"/>
                  </a:lnTo>
                  <a:lnTo>
                    <a:pt x="376" y="789"/>
                  </a:lnTo>
                  <a:lnTo>
                    <a:pt x="355" y="788"/>
                  </a:lnTo>
                  <a:lnTo>
                    <a:pt x="335" y="785"/>
                  </a:lnTo>
                  <a:lnTo>
                    <a:pt x="316" y="782"/>
                  </a:lnTo>
                  <a:lnTo>
                    <a:pt x="297" y="777"/>
                  </a:lnTo>
                  <a:lnTo>
                    <a:pt x="278" y="772"/>
                  </a:lnTo>
                  <a:lnTo>
                    <a:pt x="260" y="766"/>
                  </a:lnTo>
                  <a:lnTo>
                    <a:pt x="242" y="759"/>
                  </a:lnTo>
                  <a:lnTo>
                    <a:pt x="224" y="751"/>
                  </a:lnTo>
                  <a:lnTo>
                    <a:pt x="207" y="742"/>
                  </a:lnTo>
                  <a:lnTo>
                    <a:pt x="190" y="732"/>
                  </a:lnTo>
                  <a:lnTo>
                    <a:pt x="175" y="722"/>
                  </a:lnTo>
                  <a:lnTo>
                    <a:pt x="159" y="711"/>
                  </a:lnTo>
                  <a:lnTo>
                    <a:pt x="145" y="700"/>
                  </a:lnTo>
                  <a:lnTo>
                    <a:pt x="129" y="687"/>
                  </a:lnTo>
                  <a:lnTo>
                    <a:pt x="116" y="674"/>
                  </a:lnTo>
                  <a:lnTo>
                    <a:pt x="103" y="661"/>
                  </a:lnTo>
                  <a:lnTo>
                    <a:pt x="90" y="645"/>
                  </a:lnTo>
                  <a:lnTo>
                    <a:pt x="79" y="631"/>
                  </a:lnTo>
                  <a:lnTo>
                    <a:pt x="67" y="615"/>
                  </a:lnTo>
                  <a:lnTo>
                    <a:pt x="58" y="600"/>
                  </a:lnTo>
                  <a:lnTo>
                    <a:pt x="48" y="582"/>
                  </a:lnTo>
                  <a:lnTo>
                    <a:pt x="39" y="566"/>
                  </a:lnTo>
                  <a:lnTo>
                    <a:pt x="31" y="548"/>
                  </a:lnTo>
                  <a:lnTo>
                    <a:pt x="24" y="530"/>
                  </a:lnTo>
                  <a:lnTo>
                    <a:pt x="18" y="511"/>
                  </a:lnTo>
                  <a:lnTo>
                    <a:pt x="13" y="493"/>
                  </a:lnTo>
                  <a:lnTo>
                    <a:pt x="9" y="474"/>
                  </a:lnTo>
                  <a:lnTo>
                    <a:pt x="5" y="455"/>
                  </a:lnTo>
                  <a:lnTo>
                    <a:pt x="2" y="435"/>
                  </a:lnTo>
                  <a:lnTo>
                    <a:pt x="1" y="414"/>
                  </a:lnTo>
                  <a:lnTo>
                    <a:pt x="0" y="395"/>
                  </a:lnTo>
                  <a:lnTo>
                    <a:pt x="0" y="395"/>
                  </a:lnTo>
                  <a:lnTo>
                    <a:pt x="1" y="374"/>
                  </a:lnTo>
                  <a:lnTo>
                    <a:pt x="2" y="355"/>
                  </a:lnTo>
                  <a:lnTo>
                    <a:pt x="5" y="334"/>
                  </a:lnTo>
                  <a:lnTo>
                    <a:pt x="9" y="315"/>
                  </a:lnTo>
                  <a:lnTo>
                    <a:pt x="13" y="296"/>
                  </a:lnTo>
                  <a:lnTo>
                    <a:pt x="18" y="277"/>
                  </a:lnTo>
                  <a:lnTo>
                    <a:pt x="24" y="259"/>
                  </a:lnTo>
                  <a:lnTo>
                    <a:pt x="31" y="240"/>
                  </a:lnTo>
                  <a:lnTo>
                    <a:pt x="39" y="223"/>
                  </a:lnTo>
                  <a:lnTo>
                    <a:pt x="48" y="206"/>
                  </a:lnTo>
                  <a:lnTo>
                    <a:pt x="58" y="189"/>
                  </a:lnTo>
                  <a:lnTo>
                    <a:pt x="67" y="174"/>
                  </a:lnTo>
                  <a:lnTo>
                    <a:pt x="79" y="159"/>
                  </a:lnTo>
                  <a:lnTo>
                    <a:pt x="90" y="143"/>
                  </a:lnTo>
                  <a:lnTo>
                    <a:pt x="103" y="129"/>
                  </a:lnTo>
                  <a:lnTo>
                    <a:pt x="116" y="115"/>
                  </a:lnTo>
                  <a:lnTo>
                    <a:pt x="129" y="102"/>
                  </a:lnTo>
                  <a:lnTo>
                    <a:pt x="145" y="90"/>
                  </a:lnTo>
                  <a:lnTo>
                    <a:pt x="159" y="78"/>
                  </a:lnTo>
                  <a:lnTo>
                    <a:pt x="175" y="67"/>
                  </a:lnTo>
                  <a:lnTo>
                    <a:pt x="190" y="56"/>
                  </a:lnTo>
                  <a:lnTo>
                    <a:pt x="207" y="46"/>
                  </a:lnTo>
                  <a:lnTo>
                    <a:pt x="224" y="38"/>
                  </a:lnTo>
                  <a:lnTo>
                    <a:pt x="242" y="30"/>
                  </a:lnTo>
                  <a:lnTo>
                    <a:pt x="260" y="23"/>
                  </a:lnTo>
                  <a:lnTo>
                    <a:pt x="278" y="17"/>
                  </a:lnTo>
                  <a:lnTo>
                    <a:pt x="297" y="12"/>
                  </a:lnTo>
                  <a:lnTo>
                    <a:pt x="316" y="7"/>
                  </a:lnTo>
                  <a:lnTo>
                    <a:pt x="335" y="4"/>
                  </a:lnTo>
                  <a:lnTo>
                    <a:pt x="355" y="1"/>
                  </a:lnTo>
                  <a:lnTo>
                    <a:pt x="376" y="0"/>
                  </a:lnTo>
                  <a:lnTo>
                    <a:pt x="395" y="0"/>
                  </a:lnTo>
                  <a:lnTo>
                    <a:pt x="395" y="0"/>
                  </a:lnTo>
                  <a:lnTo>
                    <a:pt x="416" y="0"/>
                  </a:lnTo>
                  <a:lnTo>
                    <a:pt x="436" y="1"/>
                  </a:lnTo>
                  <a:lnTo>
                    <a:pt x="456" y="4"/>
                  </a:lnTo>
                  <a:lnTo>
                    <a:pt x="475" y="7"/>
                  </a:lnTo>
                  <a:lnTo>
                    <a:pt x="494" y="12"/>
                  </a:lnTo>
                  <a:lnTo>
                    <a:pt x="513" y="17"/>
                  </a:lnTo>
                  <a:lnTo>
                    <a:pt x="531" y="23"/>
                  </a:lnTo>
                  <a:lnTo>
                    <a:pt x="549" y="30"/>
                  </a:lnTo>
                  <a:lnTo>
                    <a:pt x="567" y="38"/>
                  </a:lnTo>
                  <a:lnTo>
                    <a:pt x="584" y="46"/>
                  </a:lnTo>
                  <a:lnTo>
                    <a:pt x="600" y="56"/>
                  </a:lnTo>
                  <a:lnTo>
                    <a:pt x="616" y="67"/>
                  </a:lnTo>
                  <a:lnTo>
                    <a:pt x="632" y="78"/>
                  </a:lnTo>
                  <a:lnTo>
                    <a:pt x="647" y="90"/>
                  </a:lnTo>
                  <a:lnTo>
                    <a:pt x="661" y="102"/>
                  </a:lnTo>
                  <a:lnTo>
                    <a:pt x="675" y="115"/>
                  </a:lnTo>
                  <a:lnTo>
                    <a:pt x="688" y="129"/>
                  </a:lnTo>
                  <a:lnTo>
                    <a:pt x="700" y="143"/>
                  </a:lnTo>
                  <a:lnTo>
                    <a:pt x="712" y="159"/>
                  </a:lnTo>
                  <a:lnTo>
                    <a:pt x="723" y="174"/>
                  </a:lnTo>
                  <a:lnTo>
                    <a:pt x="734" y="189"/>
                  </a:lnTo>
                  <a:lnTo>
                    <a:pt x="743" y="206"/>
                  </a:lnTo>
                  <a:lnTo>
                    <a:pt x="751" y="223"/>
                  </a:lnTo>
                  <a:lnTo>
                    <a:pt x="760" y="240"/>
                  </a:lnTo>
                  <a:lnTo>
                    <a:pt x="767" y="259"/>
                  </a:lnTo>
                  <a:lnTo>
                    <a:pt x="773" y="277"/>
                  </a:lnTo>
                  <a:lnTo>
                    <a:pt x="779" y="296"/>
                  </a:lnTo>
                  <a:lnTo>
                    <a:pt x="783" y="315"/>
                  </a:lnTo>
                  <a:lnTo>
                    <a:pt x="786" y="334"/>
                  </a:lnTo>
                  <a:lnTo>
                    <a:pt x="789" y="355"/>
                  </a:lnTo>
                  <a:lnTo>
                    <a:pt x="791" y="374"/>
                  </a:lnTo>
                  <a:lnTo>
                    <a:pt x="791" y="395"/>
                  </a:lnTo>
                  <a:lnTo>
                    <a:pt x="791" y="395"/>
                  </a:lnTo>
                  <a:lnTo>
                    <a:pt x="791" y="414"/>
                  </a:lnTo>
                  <a:lnTo>
                    <a:pt x="789" y="435"/>
                  </a:lnTo>
                  <a:lnTo>
                    <a:pt x="786" y="455"/>
                  </a:lnTo>
                  <a:lnTo>
                    <a:pt x="783" y="474"/>
                  </a:lnTo>
                  <a:lnTo>
                    <a:pt x="779" y="493"/>
                  </a:lnTo>
                  <a:lnTo>
                    <a:pt x="773" y="511"/>
                  </a:lnTo>
                  <a:lnTo>
                    <a:pt x="767" y="530"/>
                  </a:lnTo>
                  <a:lnTo>
                    <a:pt x="760" y="548"/>
                  </a:lnTo>
                  <a:lnTo>
                    <a:pt x="751" y="566"/>
                  </a:lnTo>
                  <a:lnTo>
                    <a:pt x="743" y="582"/>
                  </a:lnTo>
                  <a:lnTo>
                    <a:pt x="734" y="600"/>
                  </a:lnTo>
                  <a:lnTo>
                    <a:pt x="723" y="615"/>
                  </a:lnTo>
                  <a:lnTo>
                    <a:pt x="712" y="631"/>
                  </a:lnTo>
                  <a:lnTo>
                    <a:pt x="700" y="645"/>
                  </a:lnTo>
                  <a:lnTo>
                    <a:pt x="688" y="661"/>
                  </a:lnTo>
                  <a:lnTo>
                    <a:pt x="675" y="674"/>
                  </a:lnTo>
                  <a:lnTo>
                    <a:pt x="661" y="687"/>
                  </a:lnTo>
                  <a:lnTo>
                    <a:pt x="647" y="700"/>
                  </a:lnTo>
                  <a:lnTo>
                    <a:pt x="632" y="711"/>
                  </a:lnTo>
                  <a:lnTo>
                    <a:pt x="616" y="722"/>
                  </a:lnTo>
                  <a:lnTo>
                    <a:pt x="600" y="732"/>
                  </a:lnTo>
                  <a:lnTo>
                    <a:pt x="584" y="742"/>
                  </a:lnTo>
                  <a:lnTo>
                    <a:pt x="567" y="751"/>
                  </a:lnTo>
                  <a:lnTo>
                    <a:pt x="549" y="759"/>
                  </a:lnTo>
                  <a:lnTo>
                    <a:pt x="531" y="766"/>
                  </a:lnTo>
                  <a:lnTo>
                    <a:pt x="513" y="772"/>
                  </a:lnTo>
                  <a:lnTo>
                    <a:pt x="494" y="777"/>
                  </a:lnTo>
                  <a:lnTo>
                    <a:pt x="475" y="782"/>
                  </a:lnTo>
                  <a:lnTo>
                    <a:pt x="456" y="785"/>
                  </a:lnTo>
                  <a:lnTo>
                    <a:pt x="436" y="788"/>
                  </a:lnTo>
                  <a:lnTo>
                    <a:pt x="416" y="789"/>
                  </a:lnTo>
                  <a:lnTo>
                    <a:pt x="395" y="790"/>
                  </a:lnTo>
                  <a:lnTo>
                    <a:pt x="395" y="790"/>
                  </a:lnTo>
                  <a:close/>
                  <a:moveTo>
                    <a:pt x="395" y="52"/>
                  </a:moveTo>
                  <a:lnTo>
                    <a:pt x="395" y="52"/>
                  </a:lnTo>
                  <a:lnTo>
                    <a:pt x="378" y="53"/>
                  </a:lnTo>
                  <a:lnTo>
                    <a:pt x="360" y="54"/>
                  </a:lnTo>
                  <a:lnTo>
                    <a:pt x="344" y="56"/>
                  </a:lnTo>
                  <a:lnTo>
                    <a:pt x="327" y="59"/>
                  </a:lnTo>
                  <a:lnTo>
                    <a:pt x="310" y="63"/>
                  </a:lnTo>
                  <a:lnTo>
                    <a:pt x="294" y="68"/>
                  </a:lnTo>
                  <a:lnTo>
                    <a:pt x="278" y="72"/>
                  </a:lnTo>
                  <a:lnTo>
                    <a:pt x="262" y="79"/>
                  </a:lnTo>
                  <a:lnTo>
                    <a:pt x="247" y="86"/>
                  </a:lnTo>
                  <a:lnTo>
                    <a:pt x="233" y="93"/>
                  </a:lnTo>
                  <a:lnTo>
                    <a:pt x="219" y="102"/>
                  </a:lnTo>
                  <a:lnTo>
                    <a:pt x="205" y="111"/>
                  </a:lnTo>
                  <a:lnTo>
                    <a:pt x="190" y="120"/>
                  </a:lnTo>
                  <a:lnTo>
                    <a:pt x="178" y="130"/>
                  </a:lnTo>
                  <a:lnTo>
                    <a:pt x="165" y="141"/>
                  </a:lnTo>
                  <a:lnTo>
                    <a:pt x="153" y="153"/>
                  </a:lnTo>
                  <a:lnTo>
                    <a:pt x="143" y="164"/>
                  </a:lnTo>
                  <a:lnTo>
                    <a:pt x="132" y="177"/>
                  </a:lnTo>
                  <a:lnTo>
                    <a:pt x="122" y="190"/>
                  </a:lnTo>
                  <a:lnTo>
                    <a:pt x="112" y="203"/>
                  </a:lnTo>
                  <a:lnTo>
                    <a:pt x="103" y="217"/>
                  </a:lnTo>
                  <a:lnTo>
                    <a:pt x="95" y="232"/>
                  </a:lnTo>
                  <a:lnTo>
                    <a:pt x="87" y="246"/>
                  </a:lnTo>
                  <a:lnTo>
                    <a:pt x="80" y="261"/>
                  </a:lnTo>
                  <a:lnTo>
                    <a:pt x="74" y="277"/>
                  </a:lnTo>
                  <a:lnTo>
                    <a:pt x="68" y="292"/>
                  </a:lnTo>
                  <a:lnTo>
                    <a:pt x="64" y="309"/>
                  </a:lnTo>
                  <a:lnTo>
                    <a:pt x="61" y="325"/>
                  </a:lnTo>
                  <a:lnTo>
                    <a:pt x="58" y="343"/>
                  </a:lnTo>
                  <a:lnTo>
                    <a:pt x="55" y="359"/>
                  </a:lnTo>
                  <a:lnTo>
                    <a:pt x="54" y="376"/>
                  </a:lnTo>
                  <a:lnTo>
                    <a:pt x="53" y="395"/>
                  </a:lnTo>
                  <a:lnTo>
                    <a:pt x="53" y="395"/>
                  </a:lnTo>
                  <a:lnTo>
                    <a:pt x="54" y="412"/>
                  </a:lnTo>
                  <a:lnTo>
                    <a:pt x="55" y="430"/>
                  </a:lnTo>
                  <a:lnTo>
                    <a:pt x="58" y="446"/>
                  </a:lnTo>
                  <a:lnTo>
                    <a:pt x="61" y="463"/>
                  </a:lnTo>
                  <a:lnTo>
                    <a:pt x="64" y="480"/>
                  </a:lnTo>
                  <a:lnTo>
                    <a:pt x="68" y="496"/>
                  </a:lnTo>
                  <a:lnTo>
                    <a:pt x="74" y="511"/>
                  </a:lnTo>
                  <a:lnTo>
                    <a:pt x="80" y="528"/>
                  </a:lnTo>
                  <a:lnTo>
                    <a:pt x="87" y="543"/>
                  </a:lnTo>
                  <a:lnTo>
                    <a:pt x="95" y="557"/>
                  </a:lnTo>
                  <a:lnTo>
                    <a:pt x="103" y="571"/>
                  </a:lnTo>
                  <a:lnTo>
                    <a:pt x="112" y="585"/>
                  </a:lnTo>
                  <a:lnTo>
                    <a:pt x="122" y="599"/>
                  </a:lnTo>
                  <a:lnTo>
                    <a:pt x="132" y="612"/>
                  </a:lnTo>
                  <a:lnTo>
                    <a:pt x="143" y="625"/>
                  </a:lnTo>
                  <a:lnTo>
                    <a:pt x="153" y="637"/>
                  </a:lnTo>
                  <a:lnTo>
                    <a:pt x="165" y="648"/>
                  </a:lnTo>
                  <a:lnTo>
                    <a:pt x="178" y="658"/>
                  </a:lnTo>
                  <a:lnTo>
                    <a:pt x="190" y="668"/>
                  </a:lnTo>
                  <a:lnTo>
                    <a:pt x="205" y="678"/>
                  </a:lnTo>
                  <a:lnTo>
                    <a:pt x="219" y="687"/>
                  </a:lnTo>
                  <a:lnTo>
                    <a:pt x="233" y="695"/>
                  </a:lnTo>
                  <a:lnTo>
                    <a:pt x="247" y="703"/>
                  </a:lnTo>
                  <a:lnTo>
                    <a:pt x="262" y="710"/>
                  </a:lnTo>
                  <a:lnTo>
                    <a:pt x="278" y="716"/>
                  </a:lnTo>
                  <a:lnTo>
                    <a:pt x="294" y="722"/>
                  </a:lnTo>
                  <a:lnTo>
                    <a:pt x="310" y="726"/>
                  </a:lnTo>
                  <a:lnTo>
                    <a:pt x="327" y="729"/>
                  </a:lnTo>
                  <a:lnTo>
                    <a:pt x="344" y="732"/>
                  </a:lnTo>
                  <a:lnTo>
                    <a:pt x="360" y="735"/>
                  </a:lnTo>
                  <a:lnTo>
                    <a:pt x="378" y="736"/>
                  </a:lnTo>
                  <a:lnTo>
                    <a:pt x="395" y="737"/>
                  </a:lnTo>
                  <a:lnTo>
                    <a:pt x="395" y="737"/>
                  </a:lnTo>
                  <a:lnTo>
                    <a:pt x="413" y="736"/>
                  </a:lnTo>
                  <a:lnTo>
                    <a:pt x="430" y="735"/>
                  </a:lnTo>
                  <a:lnTo>
                    <a:pt x="448" y="732"/>
                  </a:lnTo>
                  <a:lnTo>
                    <a:pt x="465" y="729"/>
                  </a:lnTo>
                  <a:lnTo>
                    <a:pt x="481" y="726"/>
                  </a:lnTo>
                  <a:lnTo>
                    <a:pt x="498" y="722"/>
                  </a:lnTo>
                  <a:lnTo>
                    <a:pt x="513" y="716"/>
                  </a:lnTo>
                  <a:lnTo>
                    <a:pt x="529" y="710"/>
                  </a:lnTo>
                  <a:lnTo>
                    <a:pt x="543" y="703"/>
                  </a:lnTo>
                  <a:lnTo>
                    <a:pt x="559" y="695"/>
                  </a:lnTo>
                  <a:lnTo>
                    <a:pt x="573" y="687"/>
                  </a:lnTo>
                  <a:lnTo>
                    <a:pt x="587" y="678"/>
                  </a:lnTo>
                  <a:lnTo>
                    <a:pt x="600" y="668"/>
                  </a:lnTo>
                  <a:lnTo>
                    <a:pt x="613" y="658"/>
                  </a:lnTo>
                  <a:lnTo>
                    <a:pt x="625" y="648"/>
                  </a:lnTo>
                  <a:lnTo>
                    <a:pt x="637" y="637"/>
                  </a:lnTo>
                  <a:lnTo>
                    <a:pt x="649" y="625"/>
                  </a:lnTo>
                  <a:lnTo>
                    <a:pt x="660" y="612"/>
                  </a:lnTo>
                  <a:lnTo>
                    <a:pt x="670" y="599"/>
                  </a:lnTo>
                  <a:lnTo>
                    <a:pt x="680" y="585"/>
                  </a:lnTo>
                  <a:lnTo>
                    <a:pt x="688" y="571"/>
                  </a:lnTo>
                  <a:lnTo>
                    <a:pt x="697" y="557"/>
                  </a:lnTo>
                  <a:lnTo>
                    <a:pt x="704" y="543"/>
                  </a:lnTo>
                  <a:lnTo>
                    <a:pt x="711" y="528"/>
                  </a:lnTo>
                  <a:lnTo>
                    <a:pt x="717" y="511"/>
                  </a:lnTo>
                  <a:lnTo>
                    <a:pt x="722" y="496"/>
                  </a:lnTo>
                  <a:lnTo>
                    <a:pt x="728" y="480"/>
                  </a:lnTo>
                  <a:lnTo>
                    <a:pt x="731" y="463"/>
                  </a:lnTo>
                  <a:lnTo>
                    <a:pt x="734" y="446"/>
                  </a:lnTo>
                  <a:lnTo>
                    <a:pt x="736" y="430"/>
                  </a:lnTo>
                  <a:lnTo>
                    <a:pt x="737" y="412"/>
                  </a:lnTo>
                  <a:lnTo>
                    <a:pt x="738" y="395"/>
                  </a:lnTo>
                  <a:lnTo>
                    <a:pt x="738" y="395"/>
                  </a:lnTo>
                  <a:lnTo>
                    <a:pt x="737" y="376"/>
                  </a:lnTo>
                  <a:lnTo>
                    <a:pt x="736" y="359"/>
                  </a:lnTo>
                  <a:lnTo>
                    <a:pt x="734" y="343"/>
                  </a:lnTo>
                  <a:lnTo>
                    <a:pt x="731" y="325"/>
                  </a:lnTo>
                  <a:lnTo>
                    <a:pt x="728" y="309"/>
                  </a:lnTo>
                  <a:lnTo>
                    <a:pt x="722" y="292"/>
                  </a:lnTo>
                  <a:lnTo>
                    <a:pt x="717" y="277"/>
                  </a:lnTo>
                  <a:lnTo>
                    <a:pt x="711" y="261"/>
                  </a:lnTo>
                  <a:lnTo>
                    <a:pt x="704" y="246"/>
                  </a:lnTo>
                  <a:lnTo>
                    <a:pt x="697" y="232"/>
                  </a:lnTo>
                  <a:lnTo>
                    <a:pt x="688" y="217"/>
                  </a:lnTo>
                  <a:lnTo>
                    <a:pt x="680" y="203"/>
                  </a:lnTo>
                  <a:lnTo>
                    <a:pt x="670" y="190"/>
                  </a:lnTo>
                  <a:lnTo>
                    <a:pt x="660" y="177"/>
                  </a:lnTo>
                  <a:lnTo>
                    <a:pt x="649" y="164"/>
                  </a:lnTo>
                  <a:lnTo>
                    <a:pt x="637" y="153"/>
                  </a:lnTo>
                  <a:lnTo>
                    <a:pt x="625" y="141"/>
                  </a:lnTo>
                  <a:lnTo>
                    <a:pt x="613" y="130"/>
                  </a:lnTo>
                  <a:lnTo>
                    <a:pt x="600" y="120"/>
                  </a:lnTo>
                  <a:lnTo>
                    <a:pt x="587" y="111"/>
                  </a:lnTo>
                  <a:lnTo>
                    <a:pt x="573" y="102"/>
                  </a:lnTo>
                  <a:lnTo>
                    <a:pt x="559" y="93"/>
                  </a:lnTo>
                  <a:lnTo>
                    <a:pt x="543" y="86"/>
                  </a:lnTo>
                  <a:lnTo>
                    <a:pt x="529" y="79"/>
                  </a:lnTo>
                  <a:lnTo>
                    <a:pt x="513" y="72"/>
                  </a:lnTo>
                  <a:lnTo>
                    <a:pt x="498" y="68"/>
                  </a:lnTo>
                  <a:lnTo>
                    <a:pt x="481" y="63"/>
                  </a:lnTo>
                  <a:lnTo>
                    <a:pt x="465" y="59"/>
                  </a:lnTo>
                  <a:lnTo>
                    <a:pt x="448" y="56"/>
                  </a:lnTo>
                  <a:lnTo>
                    <a:pt x="430" y="54"/>
                  </a:lnTo>
                  <a:lnTo>
                    <a:pt x="413" y="53"/>
                  </a:lnTo>
                  <a:lnTo>
                    <a:pt x="395" y="52"/>
                  </a:lnTo>
                  <a:lnTo>
                    <a:pt x="395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  <p:sp>
          <p:nvSpPr>
            <p:cNvPr id="25" name="Freeform 510">
              <a:extLst>
                <a:ext uri="{FF2B5EF4-FFF2-40B4-BE49-F238E27FC236}">
                  <a16:creationId xmlns:a16="http://schemas.microsoft.com/office/drawing/2014/main" id="{9C613D68-0B00-3F4A-BA78-68C1380B7E5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3497" y="7814814"/>
              <a:ext cx="268151" cy="231212"/>
            </a:xfrm>
            <a:custGeom>
              <a:avLst/>
              <a:gdLst>
                <a:gd name="T0" fmla="*/ 180 w 391"/>
                <a:gd name="T1" fmla="*/ 337 h 337"/>
                <a:gd name="T2" fmla="*/ 0 w 391"/>
                <a:gd name="T3" fmla="*/ 214 h 337"/>
                <a:gd name="T4" fmla="*/ 38 w 391"/>
                <a:gd name="T5" fmla="*/ 160 h 337"/>
                <a:gd name="T6" fmla="*/ 164 w 391"/>
                <a:gd name="T7" fmla="*/ 246 h 337"/>
                <a:gd name="T8" fmla="*/ 337 w 391"/>
                <a:gd name="T9" fmla="*/ 0 h 337"/>
                <a:gd name="T10" fmla="*/ 391 w 391"/>
                <a:gd name="T11" fmla="*/ 38 h 337"/>
                <a:gd name="T12" fmla="*/ 180 w 391"/>
                <a:gd name="T13" fmla="*/ 337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1" h="337">
                  <a:moveTo>
                    <a:pt x="180" y="337"/>
                  </a:moveTo>
                  <a:lnTo>
                    <a:pt x="0" y="214"/>
                  </a:lnTo>
                  <a:lnTo>
                    <a:pt x="38" y="160"/>
                  </a:lnTo>
                  <a:lnTo>
                    <a:pt x="164" y="246"/>
                  </a:lnTo>
                  <a:lnTo>
                    <a:pt x="337" y="0"/>
                  </a:lnTo>
                  <a:lnTo>
                    <a:pt x="391" y="38"/>
                  </a:lnTo>
                  <a:lnTo>
                    <a:pt x="180" y="3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19EAC63-7BF5-DE4D-9CA2-428CD60FB576}"/>
              </a:ext>
            </a:extLst>
          </p:cNvPr>
          <p:cNvGrpSpPr/>
          <p:nvPr/>
        </p:nvGrpSpPr>
        <p:grpSpPr>
          <a:xfrm>
            <a:off x="10678340" y="2576702"/>
            <a:ext cx="327271" cy="327271"/>
            <a:chOff x="6766685" y="7662953"/>
            <a:chExt cx="540406" cy="540406"/>
          </a:xfrm>
          <a:solidFill>
            <a:schemeClr val="accent1"/>
          </a:solidFill>
        </p:grpSpPr>
        <p:sp>
          <p:nvSpPr>
            <p:cNvPr id="27" name="Freeform 509">
              <a:extLst>
                <a:ext uri="{FF2B5EF4-FFF2-40B4-BE49-F238E27FC236}">
                  <a16:creationId xmlns:a16="http://schemas.microsoft.com/office/drawing/2014/main" id="{44E555C9-F4B8-C241-ACA6-8894AAA401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66685" y="7662953"/>
              <a:ext cx="540406" cy="540406"/>
            </a:xfrm>
            <a:custGeom>
              <a:avLst/>
              <a:gdLst>
                <a:gd name="T0" fmla="*/ 335 w 791"/>
                <a:gd name="T1" fmla="*/ 785 h 790"/>
                <a:gd name="T2" fmla="*/ 242 w 791"/>
                <a:gd name="T3" fmla="*/ 759 h 790"/>
                <a:gd name="T4" fmla="*/ 159 w 791"/>
                <a:gd name="T5" fmla="*/ 711 h 790"/>
                <a:gd name="T6" fmla="*/ 90 w 791"/>
                <a:gd name="T7" fmla="*/ 645 h 790"/>
                <a:gd name="T8" fmla="*/ 39 w 791"/>
                <a:gd name="T9" fmla="*/ 566 h 790"/>
                <a:gd name="T10" fmla="*/ 9 w 791"/>
                <a:gd name="T11" fmla="*/ 474 h 790"/>
                <a:gd name="T12" fmla="*/ 0 w 791"/>
                <a:gd name="T13" fmla="*/ 395 h 790"/>
                <a:gd name="T14" fmla="*/ 13 w 791"/>
                <a:gd name="T15" fmla="*/ 296 h 790"/>
                <a:gd name="T16" fmla="*/ 48 w 791"/>
                <a:gd name="T17" fmla="*/ 206 h 790"/>
                <a:gd name="T18" fmla="*/ 103 w 791"/>
                <a:gd name="T19" fmla="*/ 129 h 790"/>
                <a:gd name="T20" fmla="*/ 175 w 791"/>
                <a:gd name="T21" fmla="*/ 67 h 790"/>
                <a:gd name="T22" fmla="*/ 260 w 791"/>
                <a:gd name="T23" fmla="*/ 23 h 790"/>
                <a:gd name="T24" fmla="*/ 355 w 791"/>
                <a:gd name="T25" fmla="*/ 1 h 790"/>
                <a:gd name="T26" fmla="*/ 436 w 791"/>
                <a:gd name="T27" fmla="*/ 1 h 790"/>
                <a:gd name="T28" fmla="*/ 531 w 791"/>
                <a:gd name="T29" fmla="*/ 23 h 790"/>
                <a:gd name="T30" fmla="*/ 616 w 791"/>
                <a:gd name="T31" fmla="*/ 67 h 790"/>
                <a:gd name="T32" fmla="*/ 688 w 791"/>
                <a:gd name="T33" fmla="*/ 129 h 790"/>
                <a:gd name="T34" fmla="*/ 743 w 791"/>
                <a:gd name="T35" fmla="*/ 206 h 790"/>
                <a:gd name="T36" fmla="*/ 779 w 791"/>
                <a:gd name="T37" fmla="*/ 296 h 790"/>
                <a:gd name="T38" fmla="*/ 791 w 791"/>
                <a:gd name="T39" fmla="*/ 395 h 790"/>
                <a:gd name="T40" fmla="*/ 783 w 791"/>
                <a:gd name="T41" fmla="*/ 474 h 790"/>
                <a:gd name="T42" fmla="*/ 751 w 791"/>
                <a:gd name="T43" fmla="*/ 566 h 790"/>
                <a:gd name="T44" fmla="*/ 700 w 791"/>
                <a:gd name="T45" fmla="*/ 645 h 790"/>
                <a:gd name="T46" fmla="*/ 632 w 791"/>
                <a:gd name="T47" fmla="*/ 711 h 790"/>
                <a:gd name="T48" fmla="*/ 549 w 791"/>
                <a:gd name="T49" fmla="*/ 759 h 790"/>
                <a:gd name="T50" fmla="*/ 456 w 791"/>
                <a:gd name="T51" fmla="*/ 785 h 790"/>
                <a:gd name="T52" fmla="*/ 395 w 791"/>
                <a:gd name="T53" fmla="*/ 52 h 790"/>
                <a:gd name="T54" fmla="*/ 327 w 791"/>
                <a:gd name="T55" fmla="*/ 59 h 790"/>
                <a:gd name="T56" fmla="*/ 247 w 791"/>
                <a:gd name="T57" fmla="*/ 86 h 790"/>
                <a:gd name="T58" fmla="*/ 178 w 791"/>
                <a:gd name="T59" fmla="*/ 130 h 790"/>
                <a:gd name="T60" fmla="*/ 122 w 791"/>
                <a:gd name="T61" fmla="*/ 190 h 790"/>
                <a:gd name="T62" fmla="*/ 80 w 791"/>
                <a:gd name="T63" fmla="*/ 261 h 790"/>
                <a:gd name="T64" fmla="*/ 58 w 791"/>
                <a:gd name="T65" fmla="*/ 343 h 790"/>
                <a:gd name="T66" fmla="*/ 54 w 791"/>
                <a:gd name="T67" fmla="*/ 412 h 790"/>
                <a:gd name="T68" fmla="*/ 68 w 791"/>
                <a:gd name="T69" fmla="*/ 496 h 790"/>
                <a:gd name="T70" fmla="*/ 103 w 791"/>
                <a:gd name="T71" fmla="*/ 571 h 790"/>
                <a:gd name="T72" fmla="*/ 153 w 791"/>
                <a:gd name="T73" fmla="*/ 637 h 790"/>
                <a:gd name="T74" fmla="*/ 219 w 791"/>
                <a:gd name="T75" fmla="*/ 687 h 790"/>
                <a:gd name="T76" fmla="*/ 294 w 791"/>
                <a:gd name="T77" fmla="*/ 722 h 790"/>
                <a:gd name="T78" fmla="*/ 378 w 791"/>
                <a:gd name="T79" fmla="*/ 736 h 790"/>
                <a:gd name="T80" fmla="*/ 448 w 791"/>
                <a:gd name="T81" fmla="*/ 732 h 790"/>
                <a:gd name="T82" fmla="*/ 529 w 791"/>
                <a:gd name="T83" fmla="*/ 710 h 790"/>
                <a:gd name="T84" fmla="*/ 600 w 791"/>
                <a:gd name="T85" fmla="*/ 668 h 790"/>
                <a:gd name="T86" fmla="*/ 660 w 791"/>
                <a:gd name="T87" fmla="*/ 612 h 790"/>
                <a:gd name="T88" fmla="*/ 704 w 791"/>
                <a:gd name="T89" fmla="*/ 543 h 790"/>
                <a:gd name="T90" fmla="*/ 731 w 791"/>
                <a:gd name="T91" fmla="*/ 463 h 790"/>
                <a:gd name="T92" fmla="*/ 738 w 791"/>
                <a:gd name="T93" fmla="*/ 395 h 790"/>
                <a:gd name="T94" fmla="*/ 728 w 791"/>
                <a:gd name="T95" fmla="*/ 309 h 790"/>
                <a:gd name="T96" fmla="*/ 697 w 791"/>
                <a:gd name="T97" fmla="*/ 232 h 790"/>
                <a:gd name="T98" fmla="*/ 649 w 791"/>
                <a:gd name="T99" fmla="*/ 164 h 790"/>
                <a:gd name="T100" fmla="*/ 587 w 791"/>
                <a:gd name="T101" fmla="*/ 111 h 790"/>
                <a:gd name="T102" fmla="*/ 513 w 791"/>
                <a:gd name="T103" fmla="*/ 72 h 790"/>
                <a:gd name="T104" fmla="*/ 430 w 791"/>
                <a:gd name="T105" fmla="*/ 54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91" h="790">
                  <a:moveTo>
                    <a:pt x="395" y="790"/>
                  </a:moveTo>
                  <a:lnTo>
                    <a:pt x="395" y="790"/>
                  </a:lnTo>
                  <a:lnTo>
                    <a:pt x="376" y="789"/>
                  </a:lnTo>
                  <a:lnTo>
                    <a:pt x="355" y="788"/>
                  </a:lnTo>
                  <a:lnTo>
                    <a:pt x="335" y="785"/>
                  </a:lnTo>
                  <a:lnTo>
                    <a:pt x="316" y="782"/>
                  </a:lnTo>
                  <a:lnTo>
                    <a:pt x="297" y="777"/>
                  </a:lnTo>
                  <a:lnTo>
                    <a:pt x="278" y="772"/>
                  </a:lnTo>
                  <a:lnTo>
                    <a:pt x="260" y="766"/>
                  </a:lnTo>
                  <a:lnTo>
                    <a:pt x="242" y="759"/>
                  </a:lnTo>
                  <a:lnTo>
                    <a:pt x="224" y="751"/>
                  </a:lnTo>
                  <a:lnTo>
                    <a:pt x="207" y="742"/>
                  </a:lnTo>
                  <a:lnTo>
                    <a:pt x="190" y="732"/>
                  </a:lnTo>
                  <a:lnTo>
                    <a:pt x="175" y="722"/>
                  </a:lnTo>
                  <a:lnTo>
                    <a:pt x="159" y="711"/>
                  </a:lnTo>
                  <a:lnTo>
                    <a:pt x="145" y="700"/>
                  </a:lnTo>
                  <a:lnTo>
                    <a:pt x="129" y="687"/>
                  </a:lnTo>
                  <a:lnTo>
                    <a:pt x="116" y="674"/>
                  </a:lnTo>
                  <a:lnTo>
                    <a:pt x="103" y="661"/>
                  </a:lnTo>
                  <a:lnTo>
                    <a:pt x="90" y="645"/>
                  </a:lnTo>
                  <a:lnTo>
                    <a:pt x="79" y="631"/>
                  </a:lnTo>
                  <a:lnTo>
                    <a:pt x="67" y="615"/>
                  </a:lnTo>
                  <a:lnTo>
                    <a:pt x="58" y="600"/>
                  </a:lnTo>
                  <a:lnTo>
                    <a:pt x="48" y="582"/>
                  </a:lnTo>
                  <a:lnTo>
                    <a:pt x="39" y="566"/>
                  </a:lnTo>
                  <a:lnTo>
                    <a:pt x="31" y="548"/>
                  </a:lnTo>
                  <a:lnTo>
                    <a:pt x="24" y="530"/>
                  </a:lnTo>
                  <a:lnTo>
                    <a:pt x="18" y="511"/>
                  </a:lnTo>
                  <a:lnTo>
                    <a:pt x="13" y="493"/>
                  </a:lnTo>
                  <a:lnTo>
                    <a:pt x="9" y="474"/>
                  </a:lnTo>
                  <a:lnTo>
                    <a:pt x="5" y="455"/>
                  </a:lnTo>
                  <a:lnTo>
                    <a:pt x="2" y="435"/>
                  </a:lnTo>
                  <a:lnTo>
                    <a:pt x="1" y="414"/>
                  </a:lnTo>
                  <a:lnTo>
                    <a:pt x="0" y="395"/>
                  </a:lnTo>
                  <a:lnTo>
                    <a:pt x="0" y="395"/>
                  </a:lnTo>
                  <a:lnTo>
                    <a:pt x="1" y="374"/>
                  </a:lnTo>
                  <a:lnTo>
                    <a:pt x="2" y="355"/>
                  </a:lnTo>
                  <a:lnTo>
                    <a:pt x="5" y="334"/>
                  </a:lnTo>
                  <a:lnTo>
                    <a:pt x="9" y="315"/>
                  </a:lnTo>
                  <a:lnTo>
                    <a:pt x="13" y="296"/>
                  </a:lnTo>
                  <a:lnTo>
                    <a:pt x="18" y="277"/>
                  </a:lnTo>
                  <a:lnTo>
                    <a:pt x="24" y="259"/>
                  </a:lnTo>
                  <a:lnTo>
                    <a:pt x="31" y="240"/>
                  </a:lnTo>
                  <a:lnTo>
                    <a:pt x="39" y="223"/>
                  </a:lnTo>
                  <a:lnTo>
                    <a:pt x="48" y="206"/>
                  </a:lnTo>
                  <a:lnTo>
                    <a:pt x="58" y="189"/>
                  </a:lnTo>
                  <a:lnTo>
                    <a:pt x="67" y="174"/>
                  </a:lnTo>
                  <a:lnTo>
                    <a:pt x="79" y="159"/>
                  </a:lnTo>
                  <a:lnTo>
                    <a:pt x="90" y="143"/>
                  </a:lnTo>
                  <a:lnTo>
                    <a:pt x="103" y="129"/>
                  </a:lnTo>
                  <a:lnTo>
                    <a:pt x="116" y="115"/>
                  </a:lnTo>
                  <a:lnTo>
                    <a:pt x="129" y="102"/>
                  </a:lnTo>
                  <a:lnTo>
                    <a:pt x="145" y="90"/>
                  </a:lnTo>
                  <a:lnTo>
                    <a:pt x="159" y="78"/>
                  </a:lnTo>
                  <a:lnTo>
                    <a:pt x="175" y="67"/>
                  </a:lnTo>
                  <a:lnTo>
                    <a:pt x="190" y="56"/>
                  </a:lnTo>
                  <a:lnTo>
                    <a:pt x="207" y="46"/>
                  </a:lnTo>
                  <a:lnTo>
                    <a:pt x="224" y="38"/>
                  </a:lnTo>
                  <a:lnTo>
                    <a:pt x="242" y="30"/>
                  </a:lnTo>
                  <a:lnTo>
                    <a:pt x="260" y="23"/>
                  </a:lnTo>
                  <a:lnTo>
                    <a:pt x="278" y="17"/>
                  </a:lnTo>
                  <a:lnTo>
                    <a:pt x="297" y="12"/>
                  </a:lnTo>
                  <a:lnTo>
                    <a:pt x="316" y="7"/>
                  </a:lnTo>
                  <a:lnTo>
                    <a:pt x="335" y="4"/>
                  </a:lnTo>
                  <a:lnTo>
                    <a:pt x="355" y="1"/>
                  </a:lnTo>
                  <a:lnTo>
                    <a:pt x="376" y="0"/>
                  </a:lnTo>
                  <a:lnTo>
                    <a:pt x="395" y="0"/>
                  </a:lnTo>
                  <a:lnTo>
                    <a:pt x="395" y="0"/>
                  </a:lnTo>
                  <a:lnTo>
                    <a:pt x="416" y="0"/>
                  </a:lnTo>
                  <a:lnTo>
                    <a:pt x="436" y="1"/>
                  </a:lnTo>
                  <a:lnTo>
                    <a:pt x="456" y="4"/>
                  </a:lnTo>
                  <a:lnTo>
                    <a:pt x="475" y="7"/>
                  </a:lnTo>
                  <a:lnTo>
                    <a:pt x="494" y="12"/>
                  </a:lnTo>
                  <a:lnTo>
                    <a:pt x="513" y="17"/>
                  </a:lnTo>
                  <a:lnTo>
                    <a:pt x="531" y="23"/>
                  </a:lnTo>
                  <a:lnTo>
                    <a:pt x="549" y="30"/>
                  </a:lnTo>
                  <a:lnTo>
                    <a:pt x="567" y="38"/>
                  </a:lnTo>
                  <a:lnTo>
                    <a:pt x="584" y="46"/>
                  </a:lnTo>
                  <a:lnTo>
                    <a:pt x="600" y="56"/>
                  </a:lnTo>
                  <a:lnTo>
                    <a:pt x="616" y="67"/>
                  </a:lnTo>
                  <a:lnTo>
                    <a:pt x="632" y="78"/>
                  </a:lnTo>
                  <a:lnTo>
                    <a:pt x="647" y="90"/>
                  </a:lnTo>
                  <a:lnTo>
                    <a:pt x="661" y="102"/>
                  </a:lnTo>
                  <a:lnTo>
                    <a:pt x="675" y="115"/>
                  </a:lnTo>
                  <a:lnTo>
                    <a:pt x="688" y="129"/>
                  </a:lnTo>
                  <a:lnTo>
                    <a:pt x="700" y="143"/>
                  </a:lnTo>
                  <a:lnTo>
                    <a:pt x="712" y="159"/>
                  </a:lnTo>
                  <a:lnTo>
                    <a:pt x="723" y="174"/>
                  </a:lnTo>
                  <a:lnTo>
                    <a:pt x="734" y="189"/>
                  </a:lnTo>
                  <a:lnTo>
                    <a:pt x="743" y="206"/>
                  </a:lnTo>
                  <a:lnTo>
                    <a:pt x="751" y="223"/>
                  </a:lnTo>
                  <a:lnTo>
                    <a:pt x="760" y="240"/>
                  </a:lnTo>
                  <a:lnTo>
                    <a:pt x="767" y="259"/>
                  </a:lnTo>
                  <a:lnTo>
                    <a:pt x="773" y="277"/>
                  </a:lnTo>
                  <a:lnTo>
                    <a:pt x="779" y="296"/>
                  </a:lnTo>
                  <a:lnTo>
                    <a:pt x="783" y="315"/>
                  </a:lnTo>
                  <a:lnTo>
                    <a:pt x="786" y="334"/>
                  </a:lnTo>
                  <a:lnTo>
                    <a:pt x="789" y="355"/>
                  </a:lnTo>
                  <a:lnTo>
                    <a:pt x="791" y="374"/>
                  </a:lnTo>
                  <a:lnTo>
                    <a:pt x="791" y="395"/>
                  </a:lnTo>
                  <a:lnTo>
                    <a:pt x="791" y="395"/>
                  </a:lnTo>
                  <a:lnTo>
                    <a:pt x="791" y="414"/>
                  </a:lnTo>
                  <a:lnTo>
                    <a:pt x="789" y="435"/>
                  </a:lnTo>
                  <a:lnTo>
                    <a:pt x="786" y="455"/>
                  </a:lnTo>
                  <a:lnTo>
                    <a:pt x="783" y="474"/>
                  </a:lnTo>
                  <a:lnTo>
                    <a:pt x="779" y="493"/>
                  </a:lnTo>
                  <a:lnTo>
                    <a:pt x="773" y="511"/>
                  </a:lnTo>
                  <a:lnTo>
                    <a:pt x="767" y="530"/>
                  </a:lnTo>
                  <a:lnTo>
                    <a:pt x="760" y="548"/>
                  </a:lnTo>
                  <a:lnTo>
                    <a:pt x="751" y="566"/>
                  </a:lnTo>
                  <a:lnTo>
                    <a:pt x="743" y="582"/>
                  </a:lnTo>
                  <a:lnTo>
                    <a:pt x="734" y="600"/>
                  </a:lnTo>
                  <a:lnTo>
                    <a:pt x="723" y="615"/>
                  </a:lnTo>
                  <a:lnTo>
                    <a:pt x="712" y="631"/>
                  </a:lnTo>
                  <a:lnTo>
                    <a:pt x="700" y="645"/>
                  </a:lnTo>
                  <a:lnTo>
                    <a:pt x="688" y="661"/>
                  </a:lnTo>
                  <a:lnTo>
                    <a:pt x="675" y="674"/>
                  </a:lnTo>
                  <a:lnTo>
                    <a:pt x="661" y="687"/>
                  </a:lnTo>
                  <a:lnTo>
                    <a:pt x="647" y="700"/>
                  </a:lnTo>
                  <a:lnTo>
                    <a:pt x="632" y="711"/>
                  </a:lnTo>
                  <a:lnTo>
                    <a:pt x="616" y="722"/>
                  </a:lnTo>
                  <a:lnTo>
                    <a:pt x="600" y="732"/>
                  </a:lnTo>
                  <a:lnTo>
                    <a:pt x="584" y="742"/>
                  </a:lnTo>
                  <a:lnTo>
                    <a:pt x="567" y="751"/>
                  </a:lnTo>
                  <a:lnTo>
                    <a:pt x="549" y="759"/>
                  </a:lnTo>
                  <a:lnTo>
                    <a:pt x="531" y="766"/>
                  </a:lnTo>
                  <a:lnTo>
                    <a:pt x="513" y="772"/>
                  </a:lnTo>
                  <a:lnTo>
                    <a:pt x="494" y="777"/>
                  </a:lnTo>
                  <a:lnTo>
                    <a:pt x="475" y="782"/>
                  </a:lnTo>
                  <a:lnTo>
                    <a:pt x="456" y="785"/>
                  </a:lnTo>
                  <a:lnTo>
                    <a:pt x="436" y="788"/>
                  </a:lnTo>
                  <a:lnTo>
                    <a:pt x="416" y="789"/>
                  </a:lnTo>
                  <a:lnTo>
                    <a:pt x="395" y="790"/>
                  </a:lnTo>
                  <a:lnTo>
                    <a:pt x="395" y="790"/>
                  </a:lnTo>
                  <a:close/>
                  <a:moveTo>
                    <a:pt x="395" y="52"/>
                  </a:moveTo>
                  <a:lnTo>
                    <a:pt x="395" y="52"/>
                  </a:lnTo>
                  <a:lnTo>
                    <a:pt x="378" y="53"/>
                  </a:lnTo>
                  <a:lnTo>
                    <a:pt x="360" y="54"/>
                  </a:lnTo>
                  <a:lnTo>
                    <a:pt x="344" y="56"/>
                  </a:lnTo>
                  <a:lnTo>
                    <a:pt x="327" y="59"/>
                  </a:lnTo>
                  <a:lnTo>
                    <a:pt x="310" y="63"/>
                  </a:lnTo>
                  <a:lnTo>
                    <a:pt x="294" y="68"/>
                  </a:lnTo>
                  <a:lnTo>
                    <a:pt x="278" y="72"/>
                  </a:lnTo>
                  <a:lnTo>
                    <a:pt x="262" y="79"/>
                  </a:lnTo>
                  <a:lnTo>
                    <a:pt x="247" y="86"/>
                  </a:lnTo>
                  <a:lnTo>
                    <a:pt x="233" y="93"/>
                  </a:lnTo>
                  <a:lnTo>
                    <a:pt x="219" y="102"/>
                  </a:lnTo>
                  <a:lnTo>
                    <a:pt x="205" y="111"/>
                  </a:lnTo>
                  <a:lnTo>
                    <a:pt x="190" y="120"/>
                  </a:lnTo>
                  <a:lnTo>
                    <a:pt x="178" y="130"/>
                  </a:lnTo>
                  <a:lnTo>
                    <a:pt x="165" y="141"/>
                  </a:lnTo>
                  <a:lnTo>
                    <a:pt x="153" y="153"/>
                  </a:lnTo>
                  <a:lnTo>
                    <a:pt x="143" y="164"/>
                  </a:lnTo>
                  <a:lnTo>
                    <a:pt x="132" y="177"/>
                  </a:lnTo>
                  <a:lnTo>
                    <a:pt x="122" y="190"/>
                  </a:lnTo>
                  <a:lnTo>
                    <a:pt x="112" y="203"/>
                  </a:lnTo>
                  <a:lnTo>
                    <a:pt x="103" y="217"/>
                  </a:lnTo>
                  <a:lnTo>
                    <a:pt x="95" y="232"/>
                  </a:lnTo>
                  <a:lnTo>
                    <a:pt x="87" y="246"/>
                  </a:lnTo>
                  <a:lnTo>
                    <a:pt x="80" y="261"/>
                  </a:lnTo>
                  <a:lnTo>
                    <a:pt x="74" y="277"/>
                  </a:lnTo>
                  <a:lnTo>
                    <a:pt x="68" y="292"/>
                  </a:lnTo>
                  <a:lnTo>
                    <a:pt x="64" y="309"/>
                  </a:lnTo>
                  <a:lnTo>
                    <a:pt x="61" y="325"/>
                  </a:lnTo>
                  <a:lnTo>
                    <a:pt x="58" y="343"/>
                  </a:lnTo>
                  <a:lnTo>
                    <a:pt x="55" y="359"/>
                  </a:lnTo>
                  <a:lnTo>
                    <a:pt x="54" y="376"/>
                  </a:lnTo>
                  <a:lnTo>
                    <a:pt x="53" y="395"/>
                  </a:lnTo>
                  <a:lnTo>
                    <a:pt x="53" y="395"/>
                  </a:lnTo>
                  <a:lnTo>
                    <a:pt x="54" y="412"/>
                  </a:lnTo>
                  <a:lnTo>
                    <a:pt x="55" y="430"/>
                  </a:lnTo>
                  <a:lnTo>
                    <a:pt x="58" y="446"/>
                  </a:lnTo>
                  <a:lnTo>
                    <a:pt x="61" y="463"/>
                  </a:lnTo>
                  <a:lnTo>
                    <a:pt x="64" y="480"/>
                  </a:lnTo>
                  <a:lnTo>
                    <a:pt x="68" y="496"/>
                  </a:lnTo>
                  <a:lnTo>
                    <a:pt x="74" y="511"/>
                  </a:lnTo>
                  <a:lnTo>
                    <a:pt x="80" y="528"/>
                  </a:lnTo>
                  <a:lnTo>
                    <a:pt x="87" y="543"/>
                  </a:lnTo>
                  <a:lnTo>
                    <a:pt x="95" y="557"/>
                  </a:lnTo>
                  <a:lnTo>
                    <a:pt x="103" y="571"/>
                  </a:lnTo>
                  <a:lnTo>
                    <a:pt x="112" y="585"/>
                  </a:lnTo>
                  <a:lnTo>
                    <a:pt x="122" y="599"/>
                  </a:lnTo>
                  <a:lnTo>
                    <a:pt x="132" y="612"/>
                  </a:lnTo>
                  <a:lnTo>
                    <a:pt x="143" y="625"/>
                  </a:lnTo>
                  <a:lnTo>
                    <a:pt x="153" y="637"/>
                  </a:lnTo>
                  <a:lnTo>
                    <a:pt x="165" y="648"/>
                  </a:lnTo>
                  <a:lnTo>
                    <a:pt x="178" y="658"/>
                  </a:lnTo>
                  <a:lnTo>
                    <a:pt x="190" y="668"/>
                  </a:lnTo>
                  <a:lnTo>
                    <a:pt x="205" y="678"/>
                  </a:lnTo>
                  <a:lnTo>
                    <a:pt x="219" y="687"/>
                  </a:lnTo>
                  <a:lnTo>
                    <a:pt x="233" y="695"/>
                  </a:lnTo>
                  <a:lnTo>
                    <a:pt x="247" y="703"/>
                  </a:lnTo>
                  <a:lnTo>
                    <a:pt x="262" y="710"/>
                  </a:lnTo>
                  <a:lnTo>
                    <a:pt x="278" y="716"/>
                  </a:lnTo>
                  <a:lnTo>
                    <a:pt x="294" y="722"/>
                  </a:lnTo>
                  <a:lnTo>
                    <a:pt x="310" y="726"/>
                  </a:lnTo>
                  <a:lnTo>
                    <a:pt x="327" y="729"/>
                  </a:lnTo>
                  <a:lnTo>
                    <a:pt x="344" y="732"/>
                  </a:lnTo>
                  <a:lnTo>
                    <a:pt x="360" y="735"/>
                  </a:lnTo>
                  <a:lnTo>
                    <a:pt x="378" y="736"/>
                  </a:lnTo>
                  <a:lnTo>
                    <a:pt x="395" y="737"/>
                  </a:lnTo>
                  <a:lnTo>
                    <a:pt x="395" y="737"/>
                  </a:lnTo>
                  <a:lnTo>
                    <a:pt x="413" y="736"/>
                  </a:lnTo>
                  <a:lnTo>
                    <a:pt x="430" y="735"/>
                  </a:lnTo>
                  <a:lnTo>
                    <a:pt x="448" y="732"/>
                  </a:lnTo>
                  <a:lnTo>
                    <a:pt x="465" y="729"/>
                  </a:lnTo>
                  <a:lnTo>
                    <a:pt x="481" y="726"/>
                  </a:lnTo>
                  <a:lnTo>
                    <a:pt x="498" y="722"/>
                  </a:lnTo>
                  <a:lnTo>
                    <a:pt x="513" y="716"/>
                  </a:lnTo>
                  <a:lnTo>
                    <a:pt x="529" y="710"/>
                  </a:lnTo>
                  <a:lnTo>
                    <a:pt x="543" y="703"/>
                  </a:lnTo>
                  <a:lnTo>
                    <a:pt x="559" y="695"/>
                  </a:lnTo>
                  <a:lnTo>
                    <a:pt x="573" y="687"/>
                  </a:lnTo>
                  <a:lnTo>
                    <a:pt x="587" y="678"/>
                  </a:lnTo>
                  <a:lnTo>
                    <a:pt x="600" y="668"/>
                  </a:lnTo>
                  <a:lnTo>
                    <a:pt x="613" y="658"/>
                  </a:lnTo>
                  <a:lnTo>
                    <a:pt x="625" y="648"/>
                  </a:lnTo>
                  <a:lnTo>
                    <a:pt x="637" y="637"/>
                  </a:lnTo>
                  <a:lnTo>
                    <a:pt x="649" y="625"/>
                  </a:lnTo>
                  <a:lnTo>
                    <a:pt x="660" y="612"/>
                  </a:lnTo>
                  <a:lnTo>
                    <a:pt x="670" y="599"/>
                  </a:lnTo>
                  <a:lnTo>
                    <a:pt x="680" y="585"/>
                  </a:lnTo>
                  <a:lnTo>
                    <a:pt x="688" y="571"/>
                  </a:lnTo>
                  <a:lnTo>
                    <a:pt x="697" y="557"/>
                  </a:lnTo>
                  <a:lnTo>
                    <a:pt x="704" y="543"/>
                  </a:lnTo>
                  <a:lnTo>
                    <a:pt x="711" y="528"/>
                  </a:lnTo>
                  <a:lnTo>
                    <a:pt x="717" y="511"/>
                  </a:lnTo>
                  <a:lnTo>
                    <a:pt x="722" y="496"/>
                  </a:lnTo>
                  <a:lnTo>
                    <a:pt x="728" y="480"/>
                  </a:lnTo>
                  <a:lnTo>
                    <a:pt x="731" y="463"/>
                  </a:lnTo>
                  <a:lnTo>
                    <a:pt x="734" y="446"/>
                  </a:lnTo>
                  <a:lnTo>
                    <a:pt x="736" y="430"/>
                  </a:lnTo>
                  <a:lnTo>
                    <a:pt x="737" y="412"/>
                  </a:lnTo>
                  <a:lnTo>
                    <a:pt x="738" y="395"/>
                  </a:lnTo>
                  <a:lnTo>
                    <a:pt x="738" y="395"/>
                  </a:lnTo>
                  <a:lnTo>
                    <a:pt x="737" y="376"/>
                  </a:lnTo>
                  <a:lnTo>
                    <a:pt x="736" y="359"/>
                  </a:lnTo>
                  <a:lnTo>
                    <a:pt x="734" y="343"/>
                  </a:lnTo>
                  <a:lnTo>
                    <a:pt x="731" y="325"/>
                  </a:lnTo>
                  <a:lnTo>
                    <a:pt x="728" y="309"/>
                  </a:lnTo>
                  <a:lnTo>
                    <a:pt x="722" y="292"/>
                  </a:lnTo>
                  <a:lnTo>
                    <a:pt x="717" y="277"/>
                  </a:lnTo>
                  <a:lnTo>
                    <a:pt x="711" y="261"/>
                  </a:lnTo>
                  <a:lnTo>
                    <a:pt x="704" y="246"/>
                  </a:lnTo>
                  <a:lnTo>
                    <a:pt x="697" y="232"/>
                  </a:lnTo>
                  <a:lnTo>
                    <a:pt x="688" y="217"/>
                  </a:lnTo>
                  <a:lnTo>
                    <a:pt x="680" y="203"/>
                  </a:lnTo>
                  <a:lnTo>
                    <a:pt x="670" y="190"/>
                  </a:lnTo>
                  <a:lnTo>
                    <a:pt x="660" y="177"/>
                  </a:lnTo>
                  <a:lnTo>
                    <a:pt x="649" y="164"/>
                  </a:lnTo>
                  <a:lnTo>
                    <a:pt x="637" y="153"/>
                  </a:lnTo>
                  <a:lnTo>
                    <a:pt x="625" y="141"/>
                  </a:lnTo>
                  <a:lnTo>
                    <a:pt x="613" y="130"/>
                  </a:lnTo>
                  <a:lnTo>
                    <a:pt x="600" y="120"/>
                  </a:lnTo>
                  <a:lnTo>
                    <a:pt x="587" y="111"/>
                  </a:lnTo>
                  <a:lnTo>
                    <a:pt x="573" y="102"/>
                  </a:lnTo>
                  <a:lnTo>
                    <a:pt x="559" y="93"/>
                  </a:lnTo>
                  <a:lnTo>
                    <a:pt x="543" y="86"/>
                  </a:lnTo>
                  <a:lnTo>
                    <a:pt x="529" y="79"/>
                  </a:lnTo>
                  <a:lnTo>
                    <a:pt x="513" y="72"/>
                  </a:lnTo>
                  <a:lnTo>
                    <a:pt x="498" y="68"/>
                  </a:lnTo>
                  <a:lnTo>
                    <a:pt x="481" y="63"/>
                  </a:lnTo>
                  <a:lnTo>
                    <a:pt x="465" y="59"/>
                  </a:lnTo>
                  <a:lnTo>
                    <a:pt x="448" y="56"/>
                  </a:lnTo>
                  <a:lnTo>
                    <a:pt x="430" y="54"/>
                  </a:lnTo>
                  <a:lnTo>
                    <a:pt x="413" y="53"/>
                  </a:lnTo>
                  <a:lnTo>
                    <a:pt x="395" y="52"/>
                  </a:lnTo>
                  <a:lnTo>
                    <a:pt x="395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  <p:sp>
          <p:nvSpPr>
            <p:cNvPr id="28" name="Freeform 510">
              <a:extLst>
                <a:ext uri="{FF2B5EF4-FFF2-40B4-BE49-F238E27FC236}">
                  <a16:creationId xmlns:a16="http://schemas.microsoft.com/office/drawing/2014/main" id="{AA51D9F0-774F-F746-92BB-5F061571B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3497" y="7814814"/>
              <a:ext cx="268151" cy="231212"/>
            </a:xfrm>
            <a:custGeom>
              <a:avLst/>
              <a:gdLst>
                <a:gd name="T0" fmla="*/ 180 w 391"/>
                <a:gd name="T1" fmla="*/ 337 h 337"/>
                <a:gd name="T2" fmla="*/ 0 w 391"/>
                <a:gd name="T3" fmla="*/ 214 h 337"/>
                <a:gd name="T4" fmla="*/ 38 w 391"/>
                <a:gd name="T5" fmla="*/ 160 h 337"/>
                <a:gd name="T6" fmla="*/ 164 w 391"/>
                <a:gd name="T7" fmla="*/ 246 h 337"/>
                <a:gd name="T8" fmla="*/ 337 w 391"/>
                <a:gd name="T9" fmla="*/ 0 h 337"/>
                <a:gd name="T10" fmla="*/ 391 w 391"/>
                <a:gd name="T11" fmla="*/ 38 h 337"/>
                <a:gd name="T12" fmla="*/ 180 w 391"/>
                <a:gd name="T13" fmla="*/ 337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1" h="337">
                  <a:moveTo>
                    <a:pt x="180" y="337"/>
                  </a:moveTo>
                  <a:lnTo>
                    <a:pt x="0" y="214"/>
                  </a:lnTo>
                  <a:lnTo>
                    <a:pt x="38" y="160"/>
                  </a:lnTo>
                  <a:lnTo>
                    <a:pt x="164" y="246"/>
                  </a:lnTo>
                  <a:lnTo>
                    <a:pt x="337" y="0"/>
                  </a:lnTo>
                  <a:lnTo>
                    <a:pt x="391" y="38"/>
                  </a:lnTo>
                  <a:lnTo>
                    <a:pt x="180" y="3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298A335-BA9B-2D45-ACBD-1531AB81DFF2}"/>
              </a:ext>
            </a:extLst>
          </p:cNvPr>
          <p:cNvGrpSpPr/>
          <p:nvPr/>
        </p:nvGrpSpPr>
        <p:grpSpPr>
          <a:xfrm>
            <a:off x="10678340" y="3427218"/>
            <a:ext cx="327271" cy="327271"/>
            <a:chOff x="6766685" y="7662953"/>
            <a:chExt cx="540406" cy="540406"/>
          </a:xfrm>
          <a:solidFill>
            <a:schemeClr val="accent1"/>
          </a:solidFill>
        </p:grpSpPr>
        <p:sp>
          <p:nvSpPr>
            <p:cNvPr id="30" name="Freeform 509">
              <a:extLst>
                <a:ext uri="{FF2B5EF4-FFF2-40B4-BE49-F238E27FC236}">
                  <a16:creationId xmlns:a16="http://schemas.microsoft.com/office/drawing/2014/main" id="{9F531396-21C7-2C45-B685-A30DB88730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66685" y="7662953"/>
              <a:ext cx="540406" cy="540406"/>
            </a:xfrm>
            <a:custGeom>
              <a:avLst/>
              <a:gdLst>
                <a:gd name="T0" fmla="*/ 335 w 791"/>
                <a:gd name="T1" fmla="*/ 785 h 790"/>
                <a:gd name="T2" fmla="*/ 242 w 791"/>
                <a:gd name="T3" fmla="*/ 759 h 790"/>
                <a:gd name="T4" fmla="*/ 159 w 791"/>
                <a:gd name="T5" fmla="*/ 711 h 790"/>
                <a:gd name="T6" fmla="*/ 90 w 791"/>
                <a:gd name="T7" fmla="*/ 645 h 790"/>
                <a:gd name="T8" fmla="*/ 39 w 791"/>
                <a:gd name="T9" fmla="*/ 566 h 790"/>
                <a:gd name="T10" fmla="*/ 9 w 791"/>
                <a:gd name="T11" fmla="*/ 474 h 790"/>
                <a:gd name="T12" fmla="*/ 0 w 791"/>
                <a:gd name="T13" fmla="*/ 395 h 790"/>
                <a:gd name="T14" fmla="*/ 13 w 791"/>
                <a:gd name="T15" fmla="*/ 296 h 790"/>
                <a:gd name="T16" fmla="*/ 48 w 791"/>
                <a:gd name="T17" fmla="*/ 206 h 790"/>
                <a:gd name="T18" fmla="*/ 103 w 791"/>
                <a:gd name="T19" fmla="*/ 129 h 790"/>
                <a:gd name="T20" fmla="*/ 175 w 791"/>
                <a:gd name="T21" fmla="*/ 67 h 790"/>
                <a:gd name="T22" fmla="*/ 260 w 791"/>
                <a:gd name="T23" fmla="*/ 23 h 790"/>
                <a:gd name="T24" fmla="*/ 355 w 791"/>
                <a:gd name="T25" fmla="*/ 1 h 790"/>
                <a:gd name="T26" fmla="*/ 436 w 791"/>
                <a:gd name="T27" fmla="*/ 1 h 790"/>
                <a:gd name="T28" fmla="*/ 531 w 791"/>
                <a:gd name="T29" fmla="*/ 23 h 790"/>
                <a:gd name="T30" fmla="*/ 616 w 791"/>
                <a:gd name="T31" fmla="*/ 67 h 790"/>
                <a:gd name="T32" fmla="*/ 688 w 791"/>
                <a:gd name="T33" fmla="*/ 129 h 790"/>
                <a:gd name="T34" fmla="*/ 743 w 791"/>
                <a:gd name="T35" fmla="*/ 206 h 790"/>
                <a:gd name="T36" fmla="*/ 779 w 791"/>
                <a:gd name="T37" fmla="*/ 296 h 790"/>
                <a:gd name="T38" fmla="*/ 791 w 791"/>
                <a:gd name="T39" fmla="*/ 395 h 790"/>
                <a:gd name="T40" fmla="*/ 783 w 791"/>
                <a:gd name="T41" fmla="*/ 474 h 790"/>
                <a:gd name="T42" fmla="*/ 751 w 791"/>
                <a:gd name="T43" fmla="*/ 566 h 790"/>
                <a:gd name="T44" fmla="*/ 700 w 791"/>
                <a:gd name="T45" fmla="*/ 645 h 790"/>
                <a:gd name="T46" fmla="*/ 632 w 791"/>
                <a:gd name="T47" fmla="*/ 711 h 790"/>
                <a:gd name="T48" fmla="*/ 549 w 791"/>
                <a:gd name="T49" fmla="*/ 759 h 790"/>
                <a:gd name="T50" fmla="*/ 456 w 791"/>
                <a:gd name="T51" fmla="*/ 785 h 790"/>
                <a:gd name="T52" fmla="*/ 395 w 791"/>
                <a:gd name="T53" fmla="*/ 52 h 790"/>
                <a:gd name="T54" fmla="*/ 327 w 791"/>
                <a:gd name="T55" fmla="*/ 59 h 790"/>
                <a:gd name="T56" fmla="*/ 247 w 791"/>
                <a:gd name="T57" fmla="*/ 86 h 790"/>
                <a:gd name="T58" fmla="*/ 178 w 791"/>
                <a:gd name="T59" fmla="*/ 130 h 790"/>
                <a:gd name="T60" fmla="*/ 122 w 791"/>
                <a:gd name="T61" fmla="*/ 190 h 790"/>
                <a:gd name="T62" fmla="*/ 80 w 791"/>
                <a:gd name="T63" fmla="*/ 261 h 790"/>
                <a:gd name="T64" fmla="*/ 58 w 791"/>
                <a:gd name="T65" fmla="*/ 343 h 790"/>
                <a:gd name="T66" fmla="*/ 54 w 791"/>
                <a:gd name="T67" fmla="*/ 412 h 790"/>
                <a:gd name="T68" fmla="*/ 68 w 791"/>
                <a:gd name="T69" fmla="*/ 496 h 790"/>
                <a:gd name="T70" fmla="*/ 103 w 791"/>
                <a:gd name="T71" fmla="*/ 571 h 790"/>
                <a:gd name="T72" fmla="*/ 153 w 791"/>
                <a:gd name="T73" fmla="*/ 637 h 790"/>
                <a:gd name="T74" fmla="*/ 219 w 791"/>
                <a:gd name="T75" fmla="*/ 687 h 790"/>
                <a:gd name="T76" fmla="*/ 294 w 791"/>
                <a:gd name="T77" fmla="*/ 722 h 790"/>
                <a:gd name="T78" fmla="*/ 378 w 791"/>
                <a:gd name="T79" fmla="*/ 736 h 790"/>
                <a:gd name="T80" fmla="*/ 448 w 791"/>
                <a:gd name="T81" fmla="*/ 732 h 790"/>
                <a:gd name="T82" fmla="*/ 529 w 791"/>
                <a:gd name="T83" fmla="*/ 710 h 790"/>
                <a:gd name="T84" fmla="*/ 600 w 791"/>
                <a:gd name="T85" fmla="*/ 668 h 790"/>
                <a:gd name="T86" fmla="*/ 660 w 791"/>
                <a:gd name="T87" fmla="*/ 612 h 790"/>
                <a:gd name="T88" fmla="*/ 704 w 791"/>
                <a:gd name="T89" fmla="*/ 543 h 790"/>
                <a:gd name="T90" fmla="*/ 731 w 791"/>
                <a:gd name="T91" fmla="*/ 463 h 790"/>
                <a:gd name="T92" fmla="*/ 738 w 791"/>
                <a:gd name="T93" fmla="*/ 395 h 790"/>
                <a:gd name="T94" fmla="*/ 728 w 791"/>
                <a:gd name="T95" fmla="*/ 309 h 790"/>
                <a:gd name="T96" fmla="*/ 697 w 791"/>
                <a:gd name="T97" fmla="*/ 232 h 790"/>
                <a:gd name="T98" fmla="*/ 649 w 791"/>
                <a:gd name="T99" fmla="*/ 164 h 790"/>
                <a:gd name="T100" fmla="*/ 587 w 791"/>
                <a:gd name="T101" fmla="*/ 111 h 790"/>
                <a:gd name="T102" fmla="*/ 513 w 791"/>
                <a:gd name="T103" fmla="*/ 72 h 790"/>
                <a:gd name="T104" fmla="*/ 430 w 791"/>
                <a:gd name="T105" fmla="*/ 54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91" h="790">
                  <a:moveTo>
                    <a:pt x="395" y="790"/>
                  </a:moveTo>
                  <a:lnTo>
                    <a:pt x="395" y="790"/>
                  </a:lnTo>
                  <a:lnTo>
                    <a:pt x="376" y="789"/>
                  </a:lnTo>
                  <a:lnTo>
                    <a:pt x="355" y="788"/>
                  </a:lnTo>
                  <a:lnTo>
                    <a:pt x="335" y="785"/>
                  </a:lnTo>
                  <a:lnTo>
                    <a:pt x="316" y="782"/>
                  </a:lnTo>
                  <a:lnTo>
                    <a:pt x="297" y="777"/>
                  </a:lnTo>
                  <a:lnTo>
                    <a:pt x="278" y="772"/>
                  </a:lnTo>
                  <a:lnTo>
                    <a:pt x="260" y="766"/>
                  </a:lnTo>
                  <a:lnTo>
                    <a:pt x="242" y="759"/>
                  </a:lnTo>
                  <a:lnTo>
                    <a:pt x="224" y="751"/>
                  </a:lnTo>
                  <a:lnTo>
                    <a:pt x="207" y="742"/>
                  </a:lnTo>
                  <a:lnTo>
                    <a:pt x="190" y="732"/>
                  </a:lnTo>
                  <a:lnTo>
                    <a:pt x="175" y="722"/>
                  </a:lnTo>
                  <a:lnTo>
                    <a:pt x="159" y="711"/>
                  </a:lnTo>
                  <a:lnTo>
                    <a:pt x="145" y="700"/>
                  </a:lnTo>
                  <a:lnTo>
                    <a:pt x="129" y="687"/>
                  </a:lnTo>
                  <a:lnTo>
                    <a:pt x="116" y="674"/>
                  </a:lnTo>
                  <a:lnTo>
                    <a:pt x="103" y="661"/>
                  </a:lnTo>
                  <a:lnTo>
                    <a:pt x="90" y="645"/>
                  </a:lnTo>
                  <a:lnTo>
                    <a:pt x="79" y="631"/>
                  </a:lnTo>
                  <a:lnTo>
                    <a:pt x="67" y="615"/>
                  </a:lnTo>
                  <a:lnTo>
                    <a:pt x="58" y="600"/>
                  </a:lnTo>
                  <a:lnTo>
                    <a:pt x="48" y="582"/>
                  </a:lnTo>
                  <a:lnTo>
                    <a:pt x="39" y="566"/>
                  </a:lnTo>
                  <a:lnTo>
                    <a:pt x="31" y="548"/>
                  </a:lnTo>
                  <a:lnTo>
                    <a:pt x="24" y="530"/>
                  </a:lnTo>
                  <a:lnTo>
                    <a:pt x="18" y="511"/>
                  </a:lnTo>
                  <a:lnTo>
                    <a:pt x="13" y="493"/>
                  </a:lnTo>
                  <a:lnTo>
                    <a:pt x="9" y="474"/>
                  </a:lnTo>
                  <a:lnTo>
                    <a:pt x="5" y="455"/>
                  </a:lnTo>
                  <a:lnTo>
                    <a:pt x="2" y="435"/>
                  </a:lnTo>
                  <a:lnTo>
                    <a:pt x="1" y="414"/>
                  </a:lnTo>
                  <a:lnTo>
                    <a:pt x="0" y="395"/>
                  </a:lnTo>
                  <a:lnTo>
                    <a:pt x="0" y="395"/>
                  </a:lnTo>
                  <a:lnTo>
                    <a:pt x="1" y="374"/>
                  </a:lnTo>
                  <a:lnTo>
                    <a:pt x="2" y="355"/>
                  </a:lnTo>
                  <a:lnTo>
                    <a:pt x="5" y="334"/>
                  </a:lnTo>
                  <a:lnTo>
                    <a:pt x="9" y="315"/>
                  </a:lnTo>
                  <a:lnTo>
                    <a:pt x="13" y="296"/>
                  </a:lnTo>
                  <a:lnTo>
                    <a:pt x="18" y="277"/>
                  </a:lnTo>
                  <a:lnTo>
                    <a:pt x="24" y="259"/>
                  </a:lnTo>
                  <a:lnTo>
                    <a:pt x="31" y="240"/>
                  </a:lnTo>
                  <a:lnTo>
                    <a:pt x="39" y="223"/>
                  </a:lnTo>
                  <a:lnTo>
                    <a:pt x="48" y="206"/>
                  </a:lnTo>
                  <a:lnTo>
                    <a:pt x="58" y="189"/>
                  </a:lnTo>
                  <a:lnTo>
                    <a:pt x="67" y="174"/>
                  </a:lnTo>
                  <a:lnTo>
                    <a:pt x="79" y="159"/>
                  </a:lnTo>
                  <a:lnTo>
                    <a:pt x="90" y="143"/>
                  </a:lnTo>
                  <a:lnTo>
                    <a:pt x="103" y="129"/>
                  </a:lnTo>
                  <a:lnTo>
                    <a:pt x="116" y="115"/>
                  </a:lnTo>
                  <a:lnTo>
                    <a:pt x="129" y="102"/>
                  </a:lnTo>
                  <a:lnTo>
                    <a:pt x="145" y="90"/>
                  </a:lnTo>
                  <a:lnTo>
                    <a:pt x="159" y="78"/>
                  </a:lnTo>
                  <a:lnTo>
                    <a:pt x="175" y="67"/>
                  </a:lnTo>
                  <a:lnTo>
                    <a:pt x="190" y="56"/>
                  </a:lnTo>
                  <a:lnTo>
                    <a:pt x="207" y="46"/>
                  </a:lnTo>
                  <a:lnTo>
                    <a:pt x="224" y="38"/>
                  </a:lnTo>
                  <a:lnTo>
                    <a:pt x="242" y="30"/>
                  </a:lnTo>
                  <a:lnTo>
                    <a:pt x="260" y="23"/>
                  </a:lnTo>
                  <a:lnTo>
                    <a:pt x="278" y="17"/>
                  </a:lnTo>
                  <a:lnTo>
                    <a:pt x="297" y="12"/>
                  </a:lnTo>
                  <a:lnTo>
                    <a:pt x="316" y="7"/>
                  </a:lnTo>
                  <a:lnTo>
                    <a:pt x="335" y="4"/>
                  </a:lnTo>
                  <a:lnTo>
                    <a:pt x="355" y="1"/>
                  </a:lnTo>
                  <a:lnTo>
                    <a:pt x="376" y="0"/>
                  </a:lnTo>
                  <a:lnTo>
                    <a:pt x="395" y="0"/>
                  </a:lnTo>
                  <a:lnTo>
                    <a:pt x="395" y="0"/>
                  </a:lnTo>
                  <a:lnTo>
                    <a:pt x="416" y="0"/>
                  </a:lnTo>
                  <a:lnTo>
                    <a:pt x="436" y="1"/>
                  </a:lnTo>
                  <a:lnTo>
                    <a:pt x="456" y="4"/>
                  </a:lnTo>
                  <a:lnTo>
                    <a:pt x="475" y="7"/>
                  </a:lnTo>
                  <a:lnTo>
                    <a:pt x="494" y="12"/>
                  </a:lnTo>
                  <a:lnTo>
                    <a:pt x="513" y="17"/>
                  </a:lnTo>
                  <a:lnTo>
                    <a:pt x="531" y="23"/>
                  </a:lnTo>
                  <a:lnTo>
                    <a:pt x="549" y="30"/>
                  </a:lnTo>
                  <a:lnTo>
                    <a:pt x="567" y="38"/>
                  </a:lnTo>
                  <a:lnTo>
                    <a:pt x="584" y="46"/>
                  </a:lnTo>
                  <a:lnTo>
                    <a:pt x="600" y="56"/>
                  </a:lnTo>
                  <a:lnTo>
                    <a:pt x="616" y="67"/>
                  </a:lnTo>
                  <a:lnTo>
                    <a:pt x="632" y="78"/>
                  </a:lnTo>
                  <a:lnTo>
                    <a:pt x="647" y="90"/>
                  </a:lnTo>
                  <a:lnTo>
                    <a:pt x="661" y="102"/>
                  </a:lnTo>
                  <a:lnTo>
                    <a:pt x="675" y="115"/>
                  </a:lnTo>
                  <a:lnTo>
                    <a:pt x="688" y="129"/>
                  </a:lnTo>
                  <a:lnTo>
                    <a:pt x="700" y="143"/>
                  </a:lnTo>
                  <a:lnTo>
                    <a:pt x="712" y="159"/>
                  </a:lnTo>
                  <a:lnTo>
                    <a:pt x="723" y="174"/>
                  </a:lnTo>
                  <a:lnTo>
                    <a:pt x="734" y="189"/>
                  </a:lnTo>
                  <a:lnTo>
                    <a:pt x="743" y="206"/>
                  </a:lnTo>
                  <a:lnTo>
                    <a:pt x="751" y="223"/>
                  </a:lnTo>
                  <a:lnTo>
                    <a:pt x="760" y="240"/>
                  </a:lnTo>
                  <a:lnTo>
                    <a:pt x="767" y="259"/>
                  </a:lnTo>
                  <a:lnTo>
                    <a:pt x="773" y="277"/>
                  </a:lnTo>
                  <a:lnTo>
                    <a:pt x="779" y="296"/>
                  </a:lnTo>
                  <a:lnTo>
                    <a:pt x="783" y="315"/>
                  </a:lnTo>
                  <a:lnTo>
                    <a:pt x="786" y="334"/>
                  </a:lnTo>
                  <a:lnTo>
                    <a:pt x="789" y="355"/>
                  </a:lnTo>
                  <a:lnTo>
                    <a:pt x="791" y="374"/>
                  </a:lnTo>
                  <a:lnTo>
                    <a:pt x="791" y="395"/>
                  </a:lnTo>
                  <a:lnTo>
                    <a:pt x="791" y="395"/>
                  </a:lnTo>
                  <a:lnTo>
                    <a:pt x="791" y="414"/>
                  </a:lnTo>
                  <a:lnTo>
                    <a:pt x="789" y="435"/>
                  </a:lnTo>
                  <a:lnTo>
                    <a:pt x="786" y="455"/>
                  </a:lnTo>
                  <a:lnTo>
                    <a:pt x="783" y="474"/>
                  </a:lnTo>
                  <a:lnTo>
                    <a:pt x="779" y="493"/>
                  </a:lnTo>
                  <a:lnTo>
                    <a:pt x="773" y="511"/>
                  </a:lnTo>
                  <a:lnTo>
                    <a:pt x="767" y="530"/>
                  </a:lnTo>
                  <a:lnTo>
                    <a:pt x="760" y="548"/>
                  </a:lnTo>
                  <a:lnTo>
                    <a:pt x="751" y="566"/>
                  </a:lnTo>
                  <a:lnTo>
                    <a:pt x="743" y="582"/>
                  </a:lnTo>
                  <a:lnTo>
                    <a:pt x="734" y="600"/>
                  </a:lnTo>
                  <a:lnTo>
                    <a:pt x="723" y="615"/>
                  </a:lnTo>
                  <a:lnTo>
                    <a:pt x="712" y="631"/>
                  </a:lnTo>
                  <a:lnTo>
                    <a:pt x="700" y="645"/>
                  </a:lnTo>
                  <a:lnTo>
                    <a:pt x="688" y="661"/>
                  </a:lnTo>
                  <a:lnTo>
                    <a:pt x="675" y="674"/>
                  </a:lnTo>
                  <a:lnTo>
                    <a:pt x="661" y="687"/>
                  </a:lnTo>
                  <a:lnTo>
                    <a:pt x="647" y="700"/>
                  </a:lnTo>
                  <a:lnTo>
                    <a:pt x="632" y="711"/>
                  </a:lnTo>
                  <a:lnTo>
                    <a:pt x="616" y="722"/>
                  </a:lnTo>
                  <a:lnTo>
                    <a:pt x="600" y="732"/>
                  </a:lnTo>
                  <a:lnTo>
                    <a:pt x="584" y="742"/>
                  </a:lnTo>
                  <a:lnTo>
                    <a:pt x="567" y="751"/>
                  </a:lnTo>
                  <a:lnTo>
                    <a:pt x="549" y="759"/>
                  </a:lnTo>
                  <a:lnTo>
                    <a:pt x="531" y="766"/>
                  </a:lnTo>
                  <a:lnTo>
                    <a:pt x="513" y="772"/>
                  </a:lnTo>
                  <a:lnTo>
                    <a:pt x="494" y="777"/>
                  </a:lnTo>
                  <a:lnTo>
                    <a:pt x="475" y="782"/>
                  </a:lnTo>
                  <a:lnTo>
                    <a:pt x="456" y="785"/>
                  </a:lnTo>
                  <a:lnTo>
                    <a:pt x="436" y="788"/>
                  </a:lnTo>
                  <a:lnTo>
                    <a:pt x="416" y="789"/>
                  </a:lnTo>
                  <a:lnTo>
                    <a:pt x="395" y="790"/>
                  </a:lnTo>
                  <a:lnTo>
                    <a:pt x="395" y="790"/>
                  </a:lnTo>
                  <a:close/>
                  <a:moveTo>
                    <a:pt x="395" y="52"/>
                  </a:moveTo>
                  <a:lnTo>
                    <a:pt x="395" y="52"/>
                  </a:lnTo>
                  <a:lnTo>
                    <a:pt x="378" y="53"/>
                  </a:lnTo>
                  <a:lnTo>
                    <a:pt x="360" y="54"/>
                  </a:lnTo>
                  <a:lnTo>
                    <a:pt x="344" y="56"/>
                  </a:lnTo>
                  <a:lnTo>
                    <a:pt x="327" y="59"/>
                  </a:lnTo>
                  <a:lnTo>
                    <a:pt x="310" y="63"/>
                  </a:lnTo>
                  <a:lnTo>
                    <a:pt x="294" y="68"/>
                  </a:lnTo>
                  <a:lnTo>
                    <a:pt x="278" y="72"/>
                  </a:lnTo>
                  <a:lnTo>
                    <a:pt x="262" y="79"/>
                  </a:lnTo>
                  <a:lnTo>
                    <a:pt x="247" y="86"/>
                  </a:lnTo>
                  <a:lnTo>
                    <a:pt x="233" y="93"/>
                  </a:lnTo>
                  <a:lnTo>
                    <a:pt x="219" y="102"/>
                  </a:lnTo>
                  <a:lnTo>
                    <a:pt x="205" y="111"/>
                  </a:lnTo>
                  <a:lnTo>
                    <a:pt x="190" y="120"/>
                  </a:lnTo>
                  <a:lnTo>
                    <a:pt x="178" y="130"/>
                  </a:lnTo>
                  <a:lnTo>
                    <a:pt x="165" y="141"/>
                  </a:lnTo>
                  <a:lnTo>
                    <a:pt x="153" y="153"/>
                  </a:lnTo>
                  <a:lnTo>
                    <a:pt x="143" y="164"/>
                  </a:lnTo>
                  <a:lnTo>
                    <a:pt x="132" y="177"/>
                  </a:lnTo>
                  <a:lnTo>
                    <a:pt x="122" y="190"/>
                  </a:lnTo>
                  <a:lnTo>
                    <a:pt x="112" y="203"/>
                  </a:lnTo>
                  <a:lnTo>
                    <a:pt x="103" y="217"/>
                  </a:lnTo>
                  <a:lnTo>
                    <a:pt x="95" y="232"/>
                  </a:lnTo>
                  <a:lnTo>
                    <a:pt x="87" y="246"/>
                  </a:lnTo>
                  <a:lnTo>
                    <a:pt x="80" y="261"/>
                  </a:lnTo>
                  <a:lnTo>
                    <a:pt x="74" y="277"/>
                  </a:lnTo>
                  <a:lnTo>
                    <a:pt x="68" y="292"/>
                  </a:lnTo>
                  <a:lnTo>
                    <a:pt x="64" y="309"/>
                  </a:lnTo>
                  <a:lnTo>
                    <a:pt x="61" y="325"/>
                  </a:lnTo>
                  <a:lnTo>
                    <a:pt x="58" y="343"/>
                  </a:lnTo>
                  <a:lnTo>
                    <a:pt x="55" y="359"/>
                  </a:lnTo>
                  <a:lnTo>
                    <a:pt x="54" y="376"/>
                  </a:lnTo>
                  <a:lnTo>
                    <a:pt x="53" y="395"/>
                  </a:lnTo>
                  <a:lnTo>
                    <a:pt x="53" y="395"/>
                  </a:lnTo>
                  <a:lnTo>
                    <a:pt x="54" y="412"/>
                  </a:lnTo>
                  <a:lnTo>
                    <a:pt x="55" y="430"/>
                  </a:lnTo>
                  <a:lnTo>
                    <a:pt x="58" y="446"/>
                  </a:lnTo>
                  <a:lnTo>
                    <a:pt x="61" y="463"/>
                  </a:lnTo>
                  <a:lnTo>
                    <a:pt x="64" y="480"/>
                  </a:lnTo>
                  <a:lnTo>
                    <a:pt x="68" y="496"/>
                  </a:lnTo>
                  <a:lnTo>
                    <a:pt x="74" y="511"/>
                  </a:lnTo>
                  <a:lnTo>
                    <a:pt x="80" y="528"/>
                  </a:lnTo>
                  <a:lnTo>
                    <a:pt x="87" y="543"/>
                  </a:lnTo>
                  <a:lnTo>
                    <a:pt x="95" y="557"/>
                  </a:lnTo>
                  <a:lnTo>
                    <a:pt x="103" y="571"/>
                  </a:lnTo>
                  <a:lnTo>
                    <a:pt x="112" y="585"/>
                  </a:lnTo>
                  <a:lnTo>
                    <a:pt x="122" y="599"/>
                  </a:lnTo>
                  <a:lnTo>
                    <a:pt x="132" y="612"/>
                  </a:lnTo>
                  <a:lnTo>
                    <a:pt x="143" y="625"/>
                  </a:lnTo>
                  <a:lnTo>
                    <a:pt x="153" y="637"/>
                  </a:lnTo>
                  <a:lnTo>
                    <a:pt x="165" y="648"/>
                  </a:lnTo>
                  <a:lnTo>
                    <a:pt x="178" y="658"/>
                  </a:lnTo>
                  <a:lnTo>
                    <a:pt x="190" y="668"/>
                  </a:lnTo>
                  <a:lnTo>
                    <a:pt x="205" y="678"/>
                  </a:lnTo>
                  <a:lnTo>
                    <a:pt x="219" y="687"/>
                  </a:lnTo>
                  <a:lnTo>
                    <a:pt x="233" y="695"/>
                  </a:lnTo>
                  <a:lnTo>
                    <a:pt x="247" y="703"/>
                  </a:lnTo>
                  <a:lnTo>
                    <a:pt x="262" y="710"/>
                  </a:lnTo>
                  <a:lnTo>
                    <a:pt x="278" y="716"/>
                  </a:lnTo>
                  <a:lnTo>
                    <a:pt x="294" y="722"/>
                  </a:lnTo>
                  <a:lnTo>
                    <a:pt x="310" y="726"/>
                  </a:lnTo>
                  <a:lnTo>
                    <a:pt x="327" y="729"/>
                  </a:lnTo>
                  <a:lnTo>
                    <a:pt x="344" y="732"/>
                  </a:lnTo>
                  <a:lnTo>
                    <a:pt x="360" y="735"/>
                  </a:lnTo>
                  <a:lnTo>
                    <a:pt x="378" y="736"/>
                  </a:lnTo>
                  <a:lnTo>
                    <a:pt x="395" y="737"/>
                  </a:lnTo>
                  <a:lnTo>
                    <a:pt x="395" y="737"/>
                  </a:lnTo>
                  <a:lnTo>
                    <a:pt x="413" y="736"/>
                  </a:lnTo>
                  <a:lnTo>
                    <a:pt x="430" y="735"/>
                  </a:lnTo>
                  <a:lnTo>
                    <a:pt x="448" y="732"/>
                  </a:lnTo>
                  <a:lnTo>
                    <a:pt x="465" y="729"/>
                  </a:lnTo>
                  <a:lnTo>
                    <a:pt x="481" y="726"/>
                  </a:lnTo>
                  <a:lnTo>
                    <a:pt x="498" y="722"/>
                  </a:lnTo>
                  <a:lnTo>
                    <a:pt x="513" y="716"/>
                  </a:lnTo>
                  <a:lnTo>
                    <a:pt x="529" y="710"/>
                  </a:lnTo>
                  <a:lnTo>
                    <a:pt x="543" y="703"/>
                  </a:lnTo>
                  <a:lnTo>
                    <a:pt x="559" y="695"/>
                  </a:lnTo>
                  <a:lnTo>
                    <a:pt x="573" y="687"/>
                  </a:lnTo>
                  <a:lnTo>
                    <a:pt x="587" y="678"/>
                  </a:lnTo>
                  <a:lnTo>
                    <a:pt x="600" y="668"/>
                  </a:lnTo>
                  <a:lnTo>
                    <a:pt x="613" y="658"/>
                  </a:lnTo>
                  <a:lnTo>
                    <a:pt x="625" y="648"/>
                  </a:lnTo>
                  <a:lnTo>
                    <a:pt x="637" y="637"/>
                  </a:lnTo>
                  <a:lnTo>
                    <a:pt x="649" y="625"/>
                  </a:lnTo>
                  <a:lnTo>
                    <a:pt x="660" y="612"/>
                  </a:lnTo>
                  <a:lnTo>
                    <a:pt x="670" y="599"/>
                  </a:lnTo>
                  <a:lnTo>
                    <a:pt x="680" y="585"/>
                  </a:lnTo>
                  <a:lnTo>
                    <a:pt x="688" y="571"/>
                  </a:lnTo>
                  <a:lnTo>
                    <a:pt x="697" y="557"/>
                  </a:lnTo>
                  <a:lnTo>
                    <a:pt x="704" y="543"/>
                  </a:lnTo>
                  <a:lnTo>
                    <a:pt x="711" y="528"/>
                  </a:lnTo>
                  <a:lnTo>
                    <a:pt x="717" y="511"/>
                  </a:lnTo>
                  <a:lnTo>
                    <a:pt x="722" y="496"/>
                  </a:lnTo>
                  <a:lnTo>
                    <a:pt x="728" y="480"/>
                  </a:lnTo>
                  <a:lnTo>
                    <a:pt x="731" y="463"/>
                  </a:lnTo>
                  <a:lnTo>
                    <a:pt x="734" y="446"/>
                  </a:lnTo>
                  <a:lnTo>
                    <a:pt x="736" y="430"/>
                  </a:lnTo>
                  <a:lnTo>
                    <a:pt x="737" y="412"/>
                  </a:lnTo>
                  <a:lnTo>
                    <a:pt x="738" y="395"/>
                  </a:lnTo>
                  <a:lnTo>
                    <a:pt x="738" y="395"/>
                  </a:lnTo>
                  <a:lnTo>
                    <a:pt x="737" y="376"/>
                  </a:lnTo>
                  <a:lnTo>
                    <a:pt x="736" y="359"/>
                  </a:lnTo>
                  <a:lnTo>
                    <a:pt x="734" y="343"/>
                  </a:lnTo>
                  <a:lnTo>
                    <a:pt x="731" y="325"/>
                  </a:lnTo>
                  <a:lnTo>
                    <a:pt x="728" y="309"/>
                  </a:lnTo>
                  <a:lnTo>
                    <a:pt x="722" y="292"/>
                  </a:lnTo>
                  <a:lnTo>
                    <a:pt x="717" y="277"/>
                  </a:lnTo>
                  <a:lnTo>
                    <a:pt x="711" y="261"/>
                  </a:lnTo>
                  <a:lnTo>
                    <a:pt x="704" y="246"/>
                  </a:lnTo>
                  <a:lnTo>
                    <a:pt x="697" y="232"/>
                  </a:lnTo>
                  <a:lnTo>
                    <a:pt x="688" y="217"/>
                  </a:lnTo>
                  <a:lnTo>
                    <a:pt x="680" y="203"/>
                  </a:lnTo>
                  <a:lnTo>
                    <a:pt x="670" y="190"/>
                  </a:lnTo>
                  <a:lnTo>
                    <a:pt x="660" y="177"/>
                  </a:lnTo>
                  <a:lnTo>
                    <a:pt x="649" y="164"/>
                  </a:lnTo>
                  <a:lnTo>
                    <a:pt x="637" y="153"/>
                  </a:lnTo>
                  <a:lnTo>
                    <a:pt x="625" y="141"/>
                  </a:lnTo>
                  <a:lnTo>
                    <a:pt x="613" y="130"/>
                  </a:lnTo>
                  <a:lnTo>
                    <a:pt x="600" y="120"/>
                  </a:lnTo>
                  <a:lnTo>
                    <a:pt x="587" y="111"/>
                  </a:lnTo>
                  <a:lnTo>
                    <a:pt x="573" y="102"/>
                  </a:lnTo>
                  <a:lnTo>
                    <a:pt x="559" y="93"/>
                  </a:lnTo>
                  <a:lnTo>
                    <a:pt x="543" y="86"/>
                  </a:lnTo>
                  <a:lnTo>
                    <a:pt x="529" y="79"/>
                  </a:lnTo>
                  <a:lnTo>
                    <a:pt x="513" y="72"/>
                  </a:lnTo>
                  <a:lnTo>
                    <a:pt x="498" y="68"/>
                  </a:lnTo>
                  <a:lnTo>
                    <a:pt x="481" y="63"/>
                  </a:lnTo>
                  <a:lnTo>
                    <a:pt x="465" y="59"/>
                  </a:lnTo>
                  <a:lnTo>
                    <a:pt x="448" y="56"/>
                  </a:lnTo>
                  <a:lnTo>
                    <a:pt x="430" y="54"/>
                  </a:lnTo>
                  <a:lnTo>
                    <a:pt x="413" y="53"/>
                  </a:lnTo>
                  <a:lnTo>
                    <a:pt x="395" y="52"/>
                  </a:lnTo>
                  <a:lnTo>
                    <a:pt x="395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  <p:sp>
          <p:nvSpPr>
            <p:cNvPr id="31" name="Freeform 510">
              <a:extLst>
                <a:ext uri="{FF2B5EF4-FFF2-40B4-BE49-F238E27FC236}">
                  <a16:creationId xmlns:a16="http://schemas.microsoft.com/office/drawing/2014/main" id="{D29C0930-5F87-F949-9422-5728657A395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3497" y="7814814"/>
              <a:ext cx="268151" cy="231212"/>
            </a:xfrm>
            <a:custGeom>
              <a:avLst/>
              <a:gdLst>
                <a:gd name="T0" fmla="*/ 180 w 391"/>
                <a:gd name="T1" fmla="*/ 337 h 337"/>
                <a:gd name="T2" fmla="*/ 0 w 391"/>
                <a:gd name="T3" fmla="*/ 214 h 337"/>
                <a:gd name="T4" fmla="*/ 38 w 391"/>
                <a:gd name="T5" fmla="*/ 160 h 337"/>
                <a:gd name="T6" fmla="*/ 164 w 391"/>
                <a:gd name="T7" fmla="*/ 246 h 337"/>
                <a:gd name="T8" fmla="*/ 337 w 391"/>
                <a:gd name="T9" fmla="*/ 0 h 337"/>
                <a:gd name="T10" fmla="*/ 391 w 391"/>
                <a:gd name="T11" fmla="*/ 38 h 337"/>
                <a:gd name="T12" fmla="*/ 180 w 391"/>
                <a:gd name="T13" fmla="*/ 337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1" h="337">
                  <a:moveTo>
                    <a:pt x="180" y="337"/>
                  </a:moveTo>
                  <a:lnTo>
                    <a:pt x="0" y="214"/>
                  </a:lnTo>
                  <a:lnTo>
                    <a:pt x="38" y="160"/>
                  </a:lnTo>
                  <a:lnTo>
                    <a:pt x="164" y="246"/>
                  </a:lnTo>
                  <a:lnTo>
                    <a:pt x="337" y="0"/>
                  </a:lnTo>
                  <a:lnTo>
                    <a:pt x="391" y="38"/>
                  </a:lnTo>
                  <a:lnTo>
                    <a:pt x="180" y="3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C6E166A-4D31-014F-9D42-6376987A7A7B}"/>
              </a:ext>
            </a:extLst>
          </p:cNvPr>
          <p:cNvGrpSpPr/>
          <p:nvPr/>
        </p:nvGrpSpPr>
        <p:grpSpPr>
          <a:xfrm>
            <a:off x="10678340" y="4277734"/>
            <a:ext cx="327271" cy="327271"/>
            <a:chOff x="6766685" y="7662953"/>
            <a:chExt cx="540406" cy="540406"/>
          </a:xfrm>
          <a:solidFill>
            <a:schemeClr val="accent1"/>
          </a:solidFill>
        </p:grpSpPr>
        <p:sp>
          <p:nvSpPr>
            <p:cNvPr id="33" name="Freeform 509">
              <a:extLst>
                <a:ext uri="{FF2B5EF4-FFF2-40B4-BE49-F238E27FC236}">
                  <a16:creationId xmlns:a16="http://schemas.microsoft.com/office/drawing/2014/main" id="{0757A674-F2FB-DC4D-8E34-8E4A2D6948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66685" y="7662953"/>
              <a:ext cx="540406" cy="540406"/>
            </a:xfrm>
            <a:custGeom>
              <a:avLst/>
              <a:gdLst>
                <a:gd name="T0" fmla="*/ 335 w 791"/>
                <a:gd name="T1" fmla="*/ 785 h 790"/>
                <a:gd name="T2" fmla="*/ 242 w 791"/>
                <a:gd name="T3" fmla="*/ 759 h 790"/>
                <a:gd name="T4" fmla="*/ 159 w 791"/>
                <a:gd name="T5" fmla="*/ 711 h 790"/>
                <a:gd name="T6" fmla="*/ 90 w 791"/>
                <a:gd name="T7" fmla="*/ 645 h 790"/>
                <a:gd name="T8" fmla="*/ 39 w 791"/>
                <a:gd name="T9" fmla="*/ 566 h 790"/>
                <a:gd name="T10" fmla="*/ 9 w 791"/>
                <a:gd name="T11" fmla="*/ 474 h 790"/>
                <a:gd name="T12" fmla="*/ 0 w 791"/>
                <a:gd name="T13" fmla="*/ 395 h 790"/>
                <a:gd name="T14" fmla="*/ 13 w 791"/>
                <a:gd name="T15" fmla="*/ 296 h 790"/>
                <a:gd name="T16" fmla="*/ 48 w 791"/>
                <a:gd name="T17" fmla="*/ 206 h 790"/>
                <a:gd name="T18" fmla="*/ 103 w 791"/>
                <a:gd name="T19" fmla="*/ 129 h 790"/>
                <a:gd name="T20" fmla="*/ 175 w 791"/>
                <a:gd name="T21" fmla="*/ 67 h 790"/>
                <a:gd name="T22" fmla="*/ 260 w 791"/>
                <a:gd name="T23" fmla="*/ 23 h 790"/>
                <a:gd name="T24" fmla="*/ 355 w 791"/>
                <a:gd name="T25" fmla="*/ 1 h 790"/>
                <a:gd name="T26" fmla="*/ 436 w 791"/>
                <a:gd name="T27" fmla="*/ 1 h 790"/>
                <a:gd name="T28" fmla="*/ 531 w 791"/>
                <a:gd name="T29" fmla="*/ 23 h 790"/>
                <a:gd name="T30" fmla="*/ 616 w 791"/>
                <a:gd name="T31" fmla="*/ 67 h 790"/>
                <a:gd name="T32" fmla="*/ 688 w 791"/>
                <a:gd name="T33" fmla="*/ 129 h 790"/>
                <a:gd name="T34" fmla="*/ 743 w 791"/>
                <a:gd name="T35" fmla="*/ 206 h 790"/>
                <a:gd name="T36" fmla="*/ 779 w 791"/>
                <a:gd name="T37" fmla="*/ 296 h 790"/>
                <a:gd name="T38" fmla="*/ 791 w 791"/>
                <a:gd name="T39" fmla="*/ 395 h 790"/>
                <a:gd name="T40" fmla="*/ 783 w 791"/>
                <a:gd name="T41" fmla="*/ 474 h 790"/>
                <a:gd name="T42" fmla="*/ 751 w 791"/>
                <a:gd name="T43" fmla="*/ 566 h 790"/>
                <a:gd name="T44" fmla="*/ 700 w 791"/>
                <a:gd name="T45" fmla="*/ 645 h 790"/>
                <a:gd name="T46" fmla="*/ 632 w 791"/>
                <a:gd name="T47" fmla="*/ 711 h 790"/>
                <a:gd name="T48" fmla="*/ 549 w 791"/>
                <a:gd name="T49" fmla="*/ 759 h 790"/>
                <a:gd name="T50" fmla="*/ 456 w 791"/>
                <a:gd name="T51" fmla="*/ 785 h 790"/>
                <a:gd name="T52" fmla="*/ 395 w 791"/>
                <a:gd name="T53" fmla="*/ 52 h 790"/>
                <a:gd name="T54" fmla="*/ 327 w 791"/>
                <a:gd name="T55" fmla="*/ 59 h 790"/>
                <a:gd name="T56" fmla="*/ 247 w 791"/>
                <a:gd name="T57" fmla="*/ 86 h 790"/>
                <a:gd name="T58" fmla="*/ 178 w 791"/>
                <a:gd name="T59" fmla="*/ 130 h 790"/>
                <a:gd name="T60" fmla="*/ 122 w 791"/>
                <a:gd name="T61" fmla="*/ 190 h 790"/>
                <a:gd name="T62" fmla="*/ 80 w 791"/>
                <a:gd name="T63" fmla="*/ 261 h 790"/>
                <a:gd name="T64" fmla="*/ 58 w 791"/>
                <a:gd name="T65" fmla="*/ 343 h 790"/>
                <a:gd name="T66" fmla="*/ 54 w 791"/>
                <a:gd name="T67" fmla="*/ 412 h 790"/>
                <a:gd name="T68" fmla="*/ 68 w 791"/>
                <a:gd name="T69" fmla="*/ 496 h 790"/>
                <a:gd name="T70" fmla="*/ 103 w 791"/>
                <a:gd name="T71" fmla="*/ 571 h 790"/>
                <a:gd name="T72" fmla="*/ 153 w 791"/>
                <a:gd name="T73" fmla="*/ 637 h 790"/>
                <a:gd name="T74" fmla="*/ 219 w 791"/>
                <a:gd name="T75" fmla="*/ 687 h 790"/>
                <a:gd name="T76" fmla="*/ 294 w 791"/>
                <a:gd name="T77" fmla="*/ 722 h 790"/>
                <a:gd name="T78" fmla="*/ 378 w 791"/>
                <a:gd name="T79" fmla="*/ 736 h 790"/>
                <a:gd name="T80" fmla="*/ 448 w 791"/>
                <a:gd name="T81" fmla="*/ 732 h 790"/>
                <a:gd name="T82" fmla="*/ 529 w 791"/>
                <a:gd name="T83" fmla="*/ 710 h 790"/>
                <a:gd name="T84" fmla="*/ 600 w 791"/>
                <a:gd name="T85" fmla="*/ 668 h 790"/>
                <a:gd name="T86" fmla="*/ 660 w 791"/>
                <a:gd name="T87" fmla="*/ 612 h 790"/>
                <a:gd name="T88" fmla="*/ 704 w 791"/>
                <a:gd name="T89" fmla="*/ 543 h 790"/>
                <a:gd name="T90" fmla="*/ 731 w 791"/>
                <a:gd name="T91" fmla="*/ 463 h 790"/>
                <a:gd name="T92" fmla="*/ 738 w 791"/>
                <a:gd name="T93" fmla="*/ 395 h 790"/>
                <a:gd name="T94" fmla="*/ 728 w 791"/>
                <a:gd name="T95" fmla="*/ 309 h 790"/>
                <a:gd name="T96" fmla="*/ 697 w 791"/>
                <a:gd name="T97" fmla="*/ 232 h 790"/>
                <a:gd name="T98" fmla="*/ 649 w 791"/>
                <a:gd name="T99" fmla="*/ 164 h 790"/>
                <a:gd name="T100" fmla="*/ 587 w 791"/>
                <a:gd name="T101" fmla="*/ 111 h 790"/>
                <a:gd name="T102" fmla="*/ 513 w 791"/>
                <a:gd name="T103" fmla="*/ 72 h 790"/>
                <a:gd name="T104" fmla="*/ 430 w 791"/>
                <a:gd name="T105" fmla="*/ 54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91" h="790">
                  <a:moveTo>
                    <a:pt x="395" y="790"/>
                  </a:moveTo>
                  <a:lnTo>
                    <a:pt x="395" y="790"/>
                  </a:lnTo>
                  <a:lnTo>
                    <a:pt x="376" y="789"/>
                  </a:lnTo>
                  <a:lnTo>
                    <a:pt x="355" y="788"/>
                  </a:lnTo>
                  <a:lnTo>
                    <a:pt x="335" y="785"/>
                  </a:lnTo>
                  <a:lnTo>
                    <a:pt x="316" y="782"/>
                  </a:lnTo>
                  <a:lnTo>
                    <a:pt x="297" y="777"/>
                  </a:lnTo>
                  <a:lnTo>
                    <a:pt x="278" y="772"/>
                  </a:lnTo>
                  <a:lnTo>
                    <a:pt x="260" y="766"/>
                  </a:lnTo>
                  <a:lnTo>
                    <a:pt x="242" y="759"/>
                  </a:lnTo>
                  <a:lnTo>
                    <a:pt x="224" y="751"/>
                  </a:lnTo>
                  <a:lnTo>
                    <a:pt x="207" y="742"/>
                  </a:lnTo>
                  <a:lnTo>
                    <a:pt x="190" y="732"/>
                  </a:lnTo>
                  <a:lnTo>
                    <a:pt x="175" y="722"/>
                  </a:lnTo>
                  <a:lnTo>
                    <a:pt x="159" y="711"/>
                  </a:lnTo>
                  <a:lnTo>
                    <a:pt x="145" y="700"/>
                  </a:lnTo>
                  <a:lnTo>
                    <a:pt x="129" y="687"/>
                  </a:lnTo>
                  <a:lnTo>
                    <a:pt x="116" y="674"/>
                  </a:lnTo>
                  <a:lnTo>
                    <a:pt x="103" y="661"/>
                  </a:lnTo>
                  <a:lnTo>
                    <a:pt x="90" y="645"/>
                  </a:lnTo>
                  <a:lnTo>
                    <a:pt x="79" y="631"/>
                  </a:lnTo>
                  <a:lnTo>
                    <a:pt x="67" y="615"/>
                  </a:lnTo>
                  <a:lnTo>
                    <a:pt x="58" y="600"/>
                  </a:lnTo>
                  <a:lnTo>
                    <a:pt x="48" y="582"/>
                  </a:lnTo>
                  <a:lnTo>
                    <a:pt x="39" y="566"/>
                  </a:lnTo>
                  <a:lnTo>
                    <a:pt x="31" y="548"/>
                  </a:lnTo>
                  <a:lnTo>
                    <a:pt x="24" y="530"/>
                  </a:lnTo>
                  <a:lnTo>
                    <a:pt x="18" y="511"/>
                  </a:lnTo>
                  <a:lnTo>
                    <a:pt x="13" y="493"/>
                  </a:lnTo>
                  <a:lnTo>
                    <a:pt x="9" y="474"/>
                  </a:lnTo>
                  <a:lnTo>
                    <a:pt x="5" y="455"/>
                  </a:lnTo>
                  <a:lnTo>
                    <a:pt x="2" y="435"/>
                  </a:lnTo>
                  <a:lnTo>
                    <a:pt x="1" y="414"/>
                  </a:lnTo>
                  <a:lnTo>
                    <a:pt x="0" y="395"/>
                  </a:lnTo>
                  <a:lnTo>
                    <a:pt x="0" y="395"/>
                  </a:lnTo>
                  <a:lnTo>
                    <a:pt x="1" y="374"/>
                  </a:lnTo>
                  <a:lnTo>
                    <a:pt x="2" y="355"/>
                  </a:lnTo>
                  <a:lnTo>
                    <a:pt x="5" y="334"/>
                  </a:lnTo>
                  <a:lnTo>
                    <a:pt x="9" y="315"/>
                  </a:lnTo>
                  <a:lnTo>
                    <a:pt x="13" y="296"/>
                  </a:lnTo>
                  <a:lnTo>
                    <a:pt x="18" y="277"/>
                  </a:lnTo>
                  <a:lnTo>
                    <a:pt x="24" y="259"/>
                  </a:lnTo>
                  <a:lnTo>
                    <a:pt x="31" y="240"/>
                  </a:lnTo>
                  <a:lnTo>
                    <a:pt x="39" y="223"/>
                  </a:lnTo>
                  <a:lnTo>
                    <a:pt x="48" y="206"/>
                  </a:lnTo>
                  <a:lnTo>
                    <a:pt x="58" y="189"/>
                  </a:lnTo>
                  <a:lnTo>
                    <a:pt x="67" y="174"/>
                  </a:lnTo>
                  <a:lnTo>
                    <a:pt x="79" y="159"/>
                  </a:lnTo>
                  <a:lnTo>
                    <a:pt x="90" y="143"/>
                  </a:lnTo>
                  <a:lnTo>
                    <a:pt x="103" y="129"/>
                  </a:lnTo>
                  <a:lnTo>
                    <a:pt x="116" y="115"/>
                  </a:lnTo>
                  <a:lnTo>
                    <a:pt x="129" y="102"/>
                  </a:lnTo>
                  <a:lnTo>
                    <a:pt x="145" y="90"/>
                  </a:lnTo>
                  <a:lnTo>
                    <a:pt x="159" y="78"/>
                  </a:lnTo>
                  <a:lnTo>
                    <a:pt x="175" y="67"/>
                  </a:lnTo>
                  <a:lnTo>
                    <a:pt x="190" y="56"/>
                  </a:lnTo>
                  <a:lnTo>
                    <a:pt x="207" y="46"/>
                  </a:lnTo>
                  <a:lnTo>
                    <a:pt x="224" y="38"/>
                  </a:lnTo>
                  <a:lnTo>
                    <a:pt x="242" y="30"/>
                  </a:lnTo>
                  <a:lnTo>
                    <a:pt x="260" y="23"/>
                  </a:lnTo>
                  <a:lnTo>
                    <a:pt x="278" y="17"/>
                  </a:lnTo>
                  <a:lnTo>
                    <a:pt x="297" y="12"/>
                  </a:lnTo>
                  <a:lnTo>
                    <a:pt x="316" y="7"/>
                  </a:lnTo>
                  <a:lnTo>
                    <a:pt x="335" y="4"/>
                  </a:lnTo>
                  <a:lnTo>
                    <a:pt x="355" y="1"/>
                  </a:lnTo>
                  <a:lnTo>
                    <a:pt x="376" y="0"/>
                  </a:lnTo>
                  <a:lnTo>
                    <a:pt x="395" y="0"/>
                  </a:lnTo>
                  <a:lnTo>
                    <a:pt x="395" y="0"/>
                  </a:lnTo>
                  <a:lnTo>
                    <a:pt x="416" y="0"/>
                  </a:lnTo>
                  <a:lnTo>
                    <a:pt x="436" y="1"/>
                  </a:lnTo>
                  <a:lnTo>
                    <a:pt x="456" y="4"/>
                  </a:lnTo>
                  <a:lnTo>
                    <a:pt x="475" y="7"/>
                  </a:lnTo>
                  <a:lnTo>
                    <a:pt x="494" y="12"/>
                  </a:lnTo>
                  <a:lnTo>
                    <a:pt x="513" y="17"/>
                  </a:lnTo>
                  <a:lnTo>
                    <a:pt x="531" y="23"/>
                  </a:lnTo>
                  <a:lnTo>
                    <a:pt x="549" y="30"/>
                  </a:lnTo>
                  <a:lnTo>
                    <a:pt x="567" y="38"/>
                  </a:lnTo>
                  <a:lnTo>
                    <a:pt x="584" y="46"/>
                  </a:lnTo>
                  <a:lnTo>
                    <a:pt x="600" y="56"/>
                  </a:lnTo>
                  <a:lnTo>
                    <a:pt x="616" y="67"/>
                  </a:lnTo>
                  <a:lnTo>
                    <a:pt x="632" y="78"/>
                  </a:lnTo>
                  <a:lnTo>
                    <a:pt x="647" y="90"/>
                  </a:lnTo>
                  <a:lnTo>
                    <a:pt x="661" y="102"/>
                  </a:lnTo>
                  <a:lnTo>
                    <a:pt x="675" y="115"/>
                  </a:lnTo>
                  <a:lnTo>
                    <a:pt x="688" y="129"/>
                  </a:lnTo>
                  <a:lnTo>
                    <a:pt x="700" y="143"/>
                  </a:lnTo>
                  <a:lnTo>
                    <a:pt x="712" y="159"/>
                  </a:lnTo>
                  <a:lnTo>
                    <a:pt x="723" y="174"/>
                  </a:lnTo>
                  <a:lnTo>
                    <a:pt x="734" y="189"/>
                  </a:lnTo>
                  <a:lnTo>
                    <a:pt x="743" y="206"/>
                  </a:lnTo>
                  <a:lnTo>
                    <a:pt x="751" y="223"/>
                  </a:lnTo>
                  <a:lnTo>
                    <a:pt x="760" y="240"/>
                  </a:lnTo>
                  <a:lnTo>
                    <a:pt x="767" y="259"/>
                  </a:lnTo>
                  <a:lnTo>
                    <a:pt x="773" y="277"/>
                  </a:lnTo>
                  <a:lnTo>
                    <a:pt x="779" y="296"/>
                  </a:lnTo>
                  <a:lnTo>
                    <a:pt x="783" y="315"/>
                  </a:lnTo>
                  <a:lnTo>
                    <a:pt x="786" y="334"/>
                  </a:lnTo>
                  <a:lnTo>
                    <a:pt x="789" y="355"/>
                  </a:lnTo>
                  <a:lnTo>
                    <a:pt x="791" y="374"/>
                  </a:lnTo>
                  <a:lnTo>
                    <a:pt x="791" y="395"/>
                  </a:lnTo>
                  <a:lnTo>
                    <a:pt x="791" y="395"/>
                  </a:lnTo>
                  <a:lnTo>
                    <a:pt x="791" y="414"/>
                  </a:lnTo>
                  <a:lnTo>
                    <a:pt x="789" y="435"/>
                  </a:lnTo>
                  <a:lnTo>
                    <a:pt x="786" y="455"/>
                  </a:lnTo>
                  <a:lnTo>
                    <a:pt x="783" y="474"/>
                  </a:lnTo>
                  <a:lnTo>
                    <a:pt x="779" y="493"/>
                  </a:lnTo>
                  <a:lnTo>
                    <a:pt x="773" y="511"/>
                  </a:lnTo>
                  <a:lnTo>
                    <a:pt x="767" y="530"/>
                  </a:lnTo>
                  <a:lnTo>
                    <a:pt x="760" y="548"/>
                  </a:lnTo>
                  <a:lnTo>
                    <a:pt x="751" y="566"/>
                  </a:lnTo>
                  <a:lnTo>
                    <a:pt x="743" y="582"/>
                  </a:lnTo>
                  <a:lnTo>
                    <a:pt x="734" y="600"/>
                  </a:lnTo>
                  <a:lnTo>
                    <a:pt x="723" y="615"/>
                  </a:lnTo>
                  <a:lnTo>
                    <a:pt x="712" y="631"/>
                  </a:lnTo>
                  <a:lnTo>
                    <a:pt x="700" y="645"/>
                  </a:lnTo>
                  <a:lnTo>
                    <a:pt x="688" y="661"/>
                  </a:lnTo>
                  <a:lnTo>
                    <a:pt x="675" y="674"/>
                  </a:lnTo>
                  <a:lnTo>
                    <a:pt x="661" y="687"/>
                  </a:lnTo>
                  <a:lnTo>
                    <a:pt x="647" y="700"/>
                  </a:lnTo>
                  <a:lnTo>
                    <a:pt x="632" y="711"/>
                  </a:lnTo>
                  <a:lnTo>
                    <a:pt x="616" y="722"/>
                  </a:lnTo>
                  <a:lnTo>
                    <a:pt x="600" y="732"/>
                  </a:lnTo>
                  <a:lnTo>
                    <a:pt x="584" y="742"/>
                  </a:lnTo>
                  <a:lnTo>
                    <a:pt x="567" y="751"/>
                  </a:lnTo>
                  <a:lnTo>
                    <a:pt x="549" y="759"/>
                  </a:lnTo>
                  <a:lnTo>
                    <a:pt x="531" y="766"/>
                  </a:lnTo>
                  <a:lnTo>
                    <a:pt x="513" y="772"/>
                  </a:lnTo>
                  <a:lnTo>
                    <a:pt x="494" y="777"/>
                  </a:lnTo>
                  <a:lnTo>
                    <a:pt x="475" y="782"/>
                  </a:lnTo>
                  <a:lnTo>
                    <a:pt x="456" y="785"/>
                  </a:lnTo>
                  <a:lnTo>
                    <a:pt x="436" y="788"/>
                  </a:lnTo>
                  <a:lnTo>
                    <a:pt x="416" y="789"/>
                  </a:lnTo>
                  <a:lnTo>
                    <a:pt x="395" y="790"/>
                  </a:lnTo>
                  <a:lnTo>
                    <a:pt x="395" y="790"/>
                  </a:lnTo>
                  <a:close/>
                  <a:moveTo>
                    <a:pt x="395" y="52"/>
                  </a:moveTo>
                  <a:lnTo>
                    <a:pt x="395" y="52"/>
                  </a:lnTo>
                  <a:lnTo>
                    <a:pt x="378" y="53"/>
                  </a:lnTo>
                  <a:lnTo>
                    <a:pt x="360" y="54"/>
                  </a:lnTo>
                  <a:lnTo>
                    <a:pt x="344" y="56"/>
                  </a:lnTo>
                  <a:lnTo>
                    <a:pt x="327" y="59"/>
                  </a:lnTo>
                  <a:lnTo>
                    <a:pt x="310" y="63"/>
                  </a:lnTo>
                  <a:lnTo>
                    <a:pt x="294" y="68"/>
                  </a:lnTo>
                  <a:lnTo>
                    <a:pt x="278" y="72"/>
                  </a:lnTo>
                  <a:lnTo>
                    <a:pt x="262" y="79"/>
                  </a:lnTo>
                  <a:lnTo>
                    <a:pt x="247" y="86"/>
                  </a:lnTo>
                  <a:lnTo>
                    <a:pt x="233" y="93"/>
                  </a:lnTo>
                  <a:lnTo>
                    <a:pt x="219" y="102"/>
                  </a:lnTo>
                  <a:lnTo>
                    <a:pt x="205" y="111"/>
                  </a:lnTo>
                  <a:lnTo>
                    <a:pt x="190" y="120"/>
                  </a:lnTo>
                  <a:lnTo>
                    <a:pt x="178" y="130"/>
                  </a:lnTo>
                  <a:lnTo>
                    <a:pt x="165" y="141"/>
                  </a:lnTo>
                  <a:lnTo>
                    <a:pt x="153" y="153"/>
                  </a:lnTo>
                  <a:lnTo>
                    <a:pt x="143" y="164"/>
                  </a:lnTo>
                  <a:lnTo>
                    <a:pt x="132" y="177"/>
                  </a:lnTo>
                  <a:lnTo>
                    <a:pt x="122" y="190"/>
                  </a:lnTo>
                  <a:lnTo>
                    <a:pt x="112" y="203"/>
                  </a:lnTo>
                  <a:lnTo>
                    <a:pt x="103" y="217"/>
                  </a:lnTo>
                  <a:lnTo>
                    <a:pt x="95" y="232"/>
                  </a:lnTo>
                  <a:lnTo>
                    <a:pt x="87" y="246"/>
                  </a:lnTo>
                  <a:lnTo>
                    <a:pt x="80" y="261"/>
                  </a:lnTo>
                  <a:lnTo>
                    <a:pt x="74" y="277"/>
                  </a:lnTo>
                  <a:lnTo>
                    <a:pt x="68" y="292"/>
                  </a:lnTo>
                  <a:lnTo>
                    <a:pt x="64" y="309"/>
                  </a:lnTo>
                  <a:lnTo>
                    <a:pt x="61" y="325"/>
                  </a:lnTo>
                  <a:lnTo>
                    <a:pt x="58" y="343"/>
                  </a:lnTo>
                  <a:lnTo>
                    <a:pt x="55" y="359"/>
                  </a:lnTo>
                  <a:lnTo>
                    <a:pt x="54" y="376"/>
                  </a:lnTo>
                  <a:lnTo>
                    <a:pt x="53" y="395"/>
                  </a:lnTo>
                  <a:lnTo>
                    <a:pt x="53" y="395"/>
                  </a:lnTo>
                  <a:lnTo>
                    <a:pt x="54" y="412"/>
                  </a:lnTo>
                  <a:lnTo>
                    <a:pt x="55" y="430"/>
                  </a:lnTo>
                  <a:lnTo>
                    <a:pt x="58" y="446"/>
                  </a:lnTo>
                  <a:lnTo>
                    <a:pt x="61" y="463"/>
                  </a:lnTo>
                  <a:lnTo>
                    <a:pt x="64" y="480"/>
                  </a:lnTo>
                  <a:lnTo>
                    <a:pt x="68" y="496"/>
                  </a:lnTo>
                  <a:lnTo>
                    <a:pt x="74" y="511"/>
                  </a:lnTo>
                  <a:lnTo>
                    <a:pt x="80" y="528"/>
                  </a:lnTo>
                  <a:lnTo>
                    <a:pt x="87" y="543"/>
                  </a:lnTo>
                  <a:lnTo>
                    <a:pt x="95" y="557"/>
                  </a:lnTo>
                  <a:lnTo>
                    <a:pt x="103" y="571"/>
                  </a:lnTo>
                  <a:lnTo>
                    <a:pt x="112" y="585"/>
                  </a:lnTo>
                  <a:lnTo>
                    <a:pt x="122" y="599"/>
                  </a:lnTo>
                  <a:lnTo>
                    <a:pt x="132" y="612"/>
                  </a:lnTo>
                  <a:lnTo>
                    <a:pt x="143" y="625"/>
                  </a:lnTo>
                  <a:lnTo>
                    <a:pt x="153" y="637"/>
                  </a:lnTo>
                  <a:lnTo>
                    <a:pt x="165" y="648"/>
                  </a:lnTo>
                  <a:lnTo>
                    <a:pt x="178" y="658"/>
                  </a:lnTo>
                  <a:lnTo>
                    <a:pt x="190" y="668"/>
                  </a:lnTo>
                  <a:lnTo>
                    <a:pt x="205" y="678"/>
                  </a:lnTo>
                  <a:lnTo>
                    <a:pt x="219" y="687"/>
                  </a:lnTo>
                  <a:lnTo>
                    <a:pt x="233" y="695"/>
                  </a:lnTo>
                  <a:lnTo>
                    <a:pt x="247" y="703"/>
                  </a:lnTo>
                  <a:lnTo>
                    <a:pt x="262" y="710"/>
                  </a:lnTo>
                  <a:lnTo>
                    <a:pt x="278" y="716"/>
                  </a:lnTo>
                  <a:lnTo>
                    <a:pt x="294" y="722"/>
                  </a:lnTo>
                  <a:lnTo>
                    <a:pt x="310" y="726"/>
                  </a:lnTo>
                  <a:lnTo>
                    <a:pt x="327" y="729"/>
                  </a:lnTo>
                  <a:lnTo>
                    <a:pt x="344" y="732"/>
                  </a:lnTo>
                  <a:lnTo>
                    <a:pt x="360" y="735"/>
                  </a:lnTo>
                  <a:lnTo>
                    <a:pt x="378" y="736"/>
                  </a:lnTo>
                  <a:lnTo>
                    <a:pt x="395" y="737"/>
                  </a:lnTo>
                  <a:lnTo>
                    <a:pt x="395" y="737"/>
                  </a:lnTo>
                  <a:lnTo>
                    <a:pt x="413" y="736"/>
                  </a:lnTo>
                  <a:lnTo>
                    <a:pt x="430" y="735"/>
                  </a:lnTo>
                  <a:lnTo>
                    <a:pt x="448" y="732"/>
                  </a:lnTo>
                  <a:lnTo>
                    <a:pt x="465" y="729"/>
                  </a:lnTo>
                  <a:lnTo>
                    <a:pt x="481" y="726"/>
                  </a:lnTo>
                  <a:lnTo>
                    <a:pt x="498" y="722"/>
                  </a:lnTo>
                  <a:lnTo>
                    <a:pt x="513" y="716"/>
                  </a:lnTo>
                  <a:lnTo>
                    <a:pt x="529" y="710"/>
                  </a:lnTo>
                  <a:lnTo>
                    <a:pt x="543" y="703"/>
                  </a:lnTo>
                  <a:lnTo>
                    <a:pt x="559" y="695"/>
                  </a:lnTo>
                  <a:lnTo>
                    <a:pt x="573" y="687"/>
                  </a:lnTo>
                  <a:lnTo>
                    <a:pt x="587" y="678"/>
                  </a:lnTo>
                  <a:lnTo>
                    <a:pt x="600" y="668"/>
                  </a:lnTo>
                  <a:lnTo>
                    <a:pt x="613" y="658"/>
                  </a:lnTo>
                  <a:lnTo>
                    <a:pt x="625" y="648"/>
                  </a:lnTo>
                  <a:lnTo>
                    <a:pt x="637" y="637"/>
                  </a:lnTo>
                  <a:lnTo>
                    <a:pt x="649" y="625"/>
                  </a:lnTo>
                  <a:lnTo>
                    <a:pt x="660" y="612"/>
                  </a:lnTo>
                  <a:lnTo>
                    <a:pt x="670" y="599"/>
                  </a:lnTo>
                  <a:lnTo>
                    <a:pt x="680" y="585"/>
                  </a:lnTo>
                  <a:lnTo>
                    <a:pt x="688" y="571"/>
                  </a:lnTo>
                  <a:lnTo>
                    <a:pt x="697" y="557"/>
                  </a:lnTo>
                  <a:lnTo>
                    <a:pt x="704" y="543"/>
                  </a:lnTo>
                  <a:lnTo>
                    <a:pt x="711" y="528"/>
                  </a:lnTo>
                  <a:lnTo>
                    <a:pt x="717" y="511"/>
                  </a:lnTo>
                  <a:lnTo>
                    <a:pt x="722" y="496"/>
                  </a:lnTo>
                  <a:lnTo>
                    <a:pt x="728" y="480"/>
                  </a:lnTo>
                  <a:lnTo>
                    <a:pt x="731" y="463"/>
                  </a:lnTo>
                  <a:lnTo>
                    <a:pt x="734" y="446"/>
                  </a:lnTo>
                  <a:lnTo>
                    <a:pt x="736" y="430"/>
                  </a:lnTo>
                  <a:lnTo>
                    <a:pt x="737" y="412"/>
                  </a:lnTo>
                  <a:lnTo>
                    <a:pt x="738" y="395"/>
                  </a:lnTo>
                  <a:lnTo>
                    <a:pt x="738" y="395"/>
                  </a:lnTo>
                  <a:lnTo>
                    <a:pt x="737" y="376"/>
                  </a:lnTo>
                  <a:lnTo>
                    <a:pt x="736" y="359"/>
                  </a:lnTo>
                  <a:lnTo>
                    <a:pt x="734" y="343"/>
                  </a:lnTo>
                  <a:lnTo>
                    <a:pt x="731" y="325"/>
                  </a:lnTo>
                  <a:lnTo>
                    <a:pt x="728" y="309"/>
                  </a:lnTo>
                  <a:lnTo>
                    <a:pt x="722" y="292"/>
                  </a:lnTo>
                  <a:lnTo>
                    <a:pt x="717" y="277"/>
                  </a:lnTo>
                  <a:lnTo>
                    <a:pt x="711" y="261"/>
                  </a:lnTo>
                  <a:lnTo>
                    <a:pt x="704" y="246"/>
                  </a:lnTo>
                  <a:lnTo>
                    <a:pt x="697" y="232"/>
                  </a:lnTo>
                  <a:lnTo>
                    <a:pt x="688" y="217"/>
                  </a:lnTo>
                  <a:lnTo>
                    <a:pt x="680" y="203"/>
                  </a:lnTo>
                  <a:lnTo>
                    <a:pt x="670" y="190"/>
                  </a:lnTo>
                  <a:lnTo>
                    <a:pt x="660" y="177"/>
                  </a:lnTo>
                  <a:lnTo>
                    <a:pt x="649" y="164"/>
                  </a:lnTo>
                  <a:lnTo>
                    <a:pt x="637" y="153"/>
                  </a:lnTo>
                  <a:lnTo>
                    <a:pt x="625" y="141"/>
                  </a:lnTo>
                  <a:lnTo>
                    <a:pt x="613" y="130"/>
                  </a:lnTo>
                  <a:lnTo>
                    <a:pt x="600" y="120"/>
                  </a:lnTo>
                  <a:lnTo>
                    <a:pt x="587" y="111"/>
                  </a:lnTo>
                  <a:lnTo>
                    <a:pt x="573" y="102"/>
                  </a:lnTo>
                  <a:lnTo>
                    <a:pt x="559" y="93"/>
                  </a:lnTo>
                  <a:lnTo>
                    <a:pt x="543" y="86"/>
                  </a:lnTo>
                  <a:lnTo>
                    <a:pt x="529" y="79"/>
                  </a:lnTo>
                  <a:lnTo>
                    <a:pt x="513" y="72"/>
                  </a:lnTo>
                  <a:lnTo>
                    <a:pt x="498" y="68"/>
                  </a:lnTo>
                  <a:lnTo>
                    <a:pt x="481" y="63"/>
                  </a:lnTo>
                  <a:lnTo>
                    <a:pt x="465" y="59"/>
                  </a:lnTo>
                  <a:lnTo>
                    <a:pt x="448" y="56"/>
                  </a:lnTo>
                  <a:lnTo>
                    <a:pt x="430" y="54"/>
                  </a:lnTo>
                  <a:lnTo>
                    <a:pt x="413" y="53"/>
                  </a:lnTo>
                  <a:lnTo>
                    <a:pt x="395" y="52"/>
                  </a:lnTo>
                  <a:lnTo>
                    <a:pt x="395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  <p:sp>
          <p:nvSpPr>
            <p:cNvPr id="34" name="Freeform 510">
              <a:extLst>
                <a:ext uri="{FF2B5EF4-FFF2-40B4-BE49-F238E27FC236}">
                  <a16:creationId xmlns:a16="http://schemas.microsoft.com/office/drawing/2014/main" id="{5FC9526F-6798-9D47-B12F-46E4F4C35CD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3497" y="7814814"/>
              <a:ext cx="268151" cy="231212"/>
            </a:xfrm>
            <a:custGeom>
              <a:avLst/>
              <a:gdLst>
                <a:gd name="T0" fmla="*/ 180 w 391"/>
                <a:gd name="T1" fmla="*/ 337 h 337"/>
                <a:gd name="T2" fmla="*/ 0 w 391"/>
                <a:gd name="T3" fmla="*/ 214 h 337"/>
                <a:gd name="T4" fmla="*/ 38 w 391"/>
                <a:gd name="T5" fmla="*/ 160 h 337"/>
                <a:gd name="T6" fmla="*/ 164 w 391"/>
                <a:gd name="T7" fmla="*/ 246 h 337"/>
                <a:gd name="T8" fmla="*/ 337 w 391"/>
                <a:gd name="T9" fmla="*/ 0 h 337"/>
                <a:gd name="T10" fmla="*/ 391 w 391"/>
                <a:gd name="T11" fmla="*/ 38 h 337"/>
                <a:gd name="T12" fmla="*/ 180 w 391"/>
                <a:gd name="T13" fmla="*/ 337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1" h="337">
                  <a:moveTo>
                    <a:pt x="180" y="337"/>
                  </a:moveTo>
                  <a:lnTo>
                    <a:pt x="0" y="214"/>
                  </a:lnTo>
                  <a:lnTo>
                    <a:pt x="38" y="160"/>
                  </a:lnTo>
                  <a:lnTo>
                    <a:pt x="164" y="246"/>
                  </a:lnTo>
                  <a:lnTo>
                    <a:pt x="337" y="0"/>
                  </a:lnTo>
                  <a:lnTo>
                    <a:pt x="391" y="38"/>
                  </a:lnTo>
                  <a:lnTo>
                    <a:pt x="180" y="3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16D22DE-328D-644E-B38F-59514E06A372}"/>
              </a:ext>
            </a:extLst>
          </p:cNvPr>
          <p:cNvGrpSpPr/>
          <p:nvPr/>
        </p:nvGrpSpPr>
        <p:grpSpPr>
          <a:xfrm>
            <a:off x="10680621" y="5128250"/>
            <a:ext cx="327271" cy="327271"/>
            <a:chOff x="6766685" y="7662953"/>
            <a:chExt cx="540406" cy="540406"/>
          </a:xfrm>
          <a:solidFill>
            <a:schemeClr val="accent1"/>
          </a:solidFill>
        </p:grpSpPr>
        <p:sp>
          <p:nvSpPr>
            <p:cNvPr id="36" name="Freeform 509">
              <a:extLst>
                <a:ext uri="{FF2B5EF4-FFF2-40B4-BE49-F238E27FC236}">
                  <a16:creationId xmlns:a16="http://schemas.microsoft.com/office/drawing/2014/main" id="{268550A2-D63A-964A-9772-426F4D660B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66685" y="7662953"/>
              <a:ext cx="540406" cy="540406"/>
            </a:xfrm>
            <a:custGeom>
              <a:avLst/>
              <a:gdLst>
                <a:gd name="T0" fmla="*/ 335 w 791"/>
                <a:gd name="T1" fmla="*/ 785 h 790"/>
                <a:gd name="T2" fmla="*/ 242 w 791"/>
                <a:gd name="T3" fmla="*/ 759 h 790"/>
                <a:gd name="T4" fmla="*/ 159 w 791"/>
                <a:gd name="T5" fmla="*/ 711 h 790"/>
                <a:gd name="T6" fmla="*/ 90 w 791"/>
                <a:gd name="T7" fmla="*/ 645 h 790"/>
                <a:gd name="T8" fmla="*/ 39 w 791"/>
                <a:gd name="T9" fmla="*/ 566 h 790"/>
                <a:gd name="T10" fmla="*/ 9 w 791"/>
                <a:gd name="T11" fmla="*/ 474 h 790"/>
                <a:gd name="T12" fmla="*/ 0 w 791"/>
                <a:gd name="T13" fmla="*/ 395 h 790"/>
                <a:gd name="T14" fmla="*/ 13 w 791"/>
                <a:gd name="T15" fmla="*/ 296 h 790"/>
                <a:gd name="T16" fmla="*/ 48 w 791"/>
                <a:gd name="T17" fmla="*/ 206 h 790"/>
                <a:gd name="T18" fmla="*/ 103 w 791"/>
                <a:gd name="T19" fmla="*/ 129 h 790"/>
                <a:gd name="T20" fmla="*/ 175 w 791"/>
                <a:gd name="T21" fmla="*/ 67 h 790"/>
                <a:gd name="T22" fmla="*/ 260 w 791"/>
                <a:gd name="T23" fmla="*/ 23 h 790"/>
                <a:gd name="T24" fmla="*/ 355 w 791"/>
                <a:gd name="T25" fmla="*/ 1 h 790"/>
                <a:gd name="T26" fmla="*/ 436 w 791"/>
                <a:gd name="T27" fmla="*/ 1 h 790"/>
                <a:gd name="T28" fmla="*/ 531 w 791"/>
                <a:gd name="T29" fmla="*/ 23 h 790"/>
                <a:gd name="T30" fmla="*/ 616 w 791"/>
                <a:gd name="T31" fmla="*/ 67 h 790"/>
                <a:gd name="T32" fmla="*/ 688 w 791"/>
                <a:gd name="T33" fmla="*/ 129 h 790"/>
                <a:gd name="T34" fmla="*/ 743 w 791"/>
                <a:gd name="T35" fmla="*/ 206 h 790"/>
                <a:gd name="T36" fmla="*/ 779 w 791"/>
                <a:gd name="T37" fmla="*/ 296 h 790"/>
                <a:gd name="T38" fmla="*/ 791 w 791"/>
                <a:gd name="T39" fmla="*/ 395 h 790"/>
                <a:gd name="T40" fmla="*/ 783 w 791"/>
                <a:gd name="T41" fmla="*/ 474 h 790"/>
                <a:gd name="T42" fmla="*/ 751 w 791"/>
                <a:gd name="T43" fmla="*/ 566 h 790"/>
                <a:gd name="T44" fmla="*/ 700 w 791"/>
                <a:gd name="T45" fmla="*/ 645 h 790"/>
                <a:gd name="T46" fmla="*/ 632 w 791"/>
                <a:gd name="T47" fmla="*/ 711 h 790"/>
                <a:gd name="T48" fmla="*/ 549 w 791"/>
                <a:gd name="T49" fmla="*/ 759 h 790"/>
                <a:gd name="T50" fmla="*/ 456 w 791"/>
                <a:gd name="T51" fmla="*/ 785 h 790"/>
                <a:gd name="T52" fmla="*/ 395 w 791"/>
                <a:gd name="T53" fmla="*/ 52 h 790"/>
                <a:gd name="T54" fmla="*/ 327 w 791"/>
                <a:gd name="T55" fmla="*/ 59 h 790"/>
                <a:gd name="T56" fmla="*/ 247 w 791"/>
                <a:gd name="T57" fmla="*/ 86 h 790"/>
                <a:gd name="T58" fmla="*/ 178 w 791"/>
                <a:gd name="T59" fmla="*/ 130 h 790"/>
                <a:gd name="T60" fmla="*/ 122 w 791"/>
                <a:gd name="T61" fmla="*/ 190 h 790"/>
                <a:gd name="T62" fmla="*/ 80 w 791"/>
                <a:gd name="T63" fmla="*/ 261 h 790"/>
                <a:gd name="T64" fmla="*/ 58 w 791"/>
                <a:gd name="T65" fmla="*/ 343 h 790"/>
                <a:gd name="T66" fmla="*/ 54 w 791"/>
                <a:gd name="T67" fmla="*/ 412 h 790"/>
                <a:gd name="T68" fmla="*/ 68 w 791"/>
                <a:gd name="T69" fmla="*/ 496 h 790"/>
                <a:gd name="T70" fmla="*/ 103 w 791"/>
                <a:gd name="T71" fmla="*/ 571 h 790"/>
                <a:gd name="T72" fmla="*/ 153 w 791"/>
                <a:gd name="T73" fmla="*/ 637 h 790"/>
                <a:gd name="T74" fmla="*/ 219 w 791"/>
                <a:gd name="T75" fmla="*/ 687 h 790"/>
                <a:gd name="T76" fmla="*/ 294 w 791"/>
                <a:gd name="T77" fmla="*/ 722 h 790"/>
                <a:gd name="T78" fmla="*/ 378 w 791"/>
                <a:gd name="T79" fmla="*/ 736 h 790"/>
                <a:gd name="T80" fmla="*/ 448 w 791"/>
                <a:gd name="T81" fmla="*/ 732 h 790"/>
                <a:gd name="T82" fmla="*/ 529 w 791"/>
                <a:gd name="T83" fmla="*/ 710 h 790"/>
                <a:gd name="T84" fmla="*/ 600 w 791"/>
                <a:gd name="T85" fmla="*/ 668 h 790"/>
                <a:gd name="T86" fmla="*/ 660 w 791"/>
                <a:gd name="T87" fmla="*/ 612 h 790"/>
                <a:gd name="T88" fmla="*/ 704 w 791"/>
                <a:gd name="T89" fmla="*/ 543 h 790"/>
                <a:gd name="T90" fmla="*/ 731 w 791"/>
                <a:gd name="T91" fmla="*/ 463 h 790"/>
                <a:gd name="T92" fmla="*/ 738 w 791"/>
                <a:gd name="T93" fmla="*/ 395 h 790"/>
                <a:gd name="T94" fmla="*/ 728 w 791"/>
                <a:gd name="T95" fmla="*/ 309 h 790"/>
                <a:gd name="T96" fmla="*/ 697 w 791"/>
                <a:gd name="T97" fmla="*/ 232 h 790"/>
                <a:gd name="T98" fmla="*/ 649 w 791"/>
                <a:gd name="T99" fmla="*/ 164 h 790"/>
                <a:gd name="T100" fmla="*/ 587 w 791"/>
                <a:gd name="T101" fmla="*/ 111 h 790"/>
                <a:gd name="T102" fmla="*/ 513 w 791"/>
                <a:gd name="T103" fmla="*/ 72 h 790"/>
                <a:gd name="T104" fmla="*/ 430 w 791"/>
                <a:gd name="T105" fmla="*/ 54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91" h="790">
                  <a:moveTo>
                    <a:pt x="395" y="790"/>
                  </a:moveTo>
                  <a:lnTo>
                    <a:pt x="395" y="790"/>
                  </a:lnTo>
                  <a:lnTo>
                    <a:pt x="376" y="789"/>
                  </a:lnTo>
                  <a:lnTo>
                    <a:pt x="355" y="788"/>
                  </a:lnTo>
                  <a:lnTo>
                    <a:pt x="335" y="785"/>
                  </a:lnTo>
                  <a:lnTo>
                    <a:pt x="316" y="782"/>
                  </a:lnTo>
                  <a:lnTo>
                    <a:pt x="297" y="777"/>
                  </a:lnTo>
                  <a:lnTo>
                    <a:pt x="278" y="772"/>
                  </a:lnTo>
                  <a:lnTo>
                    <a:pt x="260" y="766"/>
                  </a:lnTo>
                  <a:lnTo>
                    <a:pt x="242" y="759"/>
                  </a:lnTo>
                  <a:lnTo>
                    <a:pt x="224" y="751"/>
                  </a:lnTo>
                  <a:lnTo>
                    <a:pt x="207" y="742"/>
                  </a:lnTo>
                  <a:lnTo>
                    <a:pt x="190" y="732"/>
                  </a:lnTo>
                  <a:lnTo>
                    <a:pt x="175" y="722"/>
                  </a:lnTo>
                  <a:lnTo>
                    <a:pt x="159" y="711"/>
                  </a:lnTo>
                  <a:lnTo>
                    <a:pt x="145" y="700"/>
                  </a:lnTo>
                  <a:lnTo>
                    <a:pt x="129" y="687"/>
                  </a:lnTo>
                  <a:lnTo>
                    <a:pt x="116" y="674"/>
                  </a:lnTo>
                  <a:lnTo>
                    <a:pt x="103" y="661"/>
                  </a:lnTo>
                  <a:lnTo>
                    <a:pt x="90" y="645"/>
                  </a:lnTo>
                  <a:lnTo>
                    <a:pt x="79" y="631"/>
                  </a:lnTo>
                  <a:lnTo>
                    <a:pt x="67" y="615"/>
                  </a:lnTo>
                  <a:lnTo>
                    <a:pt x="58" y="600"/>
                  </a:lnTo>
                  <a:lnTo>
                    <a:pt x="48" y="582"/>
                  </a:lnTo>
                  <a:lnTo>
                    <a:pt x="39" y="566"/>
                  </a:lnTo>
                  <a:lnTo>
                    <a:pt x="31" y="548"/>
                  </a:lnTo>
                  <a:lnTo>
                    <a:pt x="24" y="530"/>
                  </a:lnTo>
                  <a:lnTo>
                    <a:pt x="18" y="511"/>
                  </a:lnTo>
                  <a:lnTo>
                    <a:pt x="13" y="493"/>
                  </a:lnTo>
                  <a:lnTo>
                    <a:pt x="9" y="474"/>
                  </a:lnTo>
                  <a:lnTo>
                    <a:pt x="5" y="455"/>
                  </a:lnTo>
                  <a:lnTo>
                    <a:pt x="2" y="435"/>
                  </a:lnTo>
                  <a:lnTo>
                    <a:pt x="1" y="414"/>
                  </a:lnTo>
                  <a:lnTo>
                    <a:pt x="0" y="395"/>
                  </a:lnTo>
                  <a:lnTo>
                    <a:pt x="0" y="395"/>
                  </a:lnTo>
                  <a:lnTo>
                    <a:pt x="1" y="374"/>
                  </a:lnTo>
                  <a:lnTo>
                    <a:pt x="2" y="355"/>
                  </a:lnTo>
                  <a:lnTo>
                    <a:pt x="5" y="334"/>
                  </a:lnTo>
                  <a:lnTo>
                    <a:pt x="9" y="315"/>
                  </a:lnTo>
                  <a:lnTo>
                    <a:pt x="13" y="296"/>
                  </a:lnTo>
                  <a:lnTo>
                    <a:pt x="18" y="277"/>
                  </a:lnTo>
                  <a:lnTo>
                    <a:pt x="24" y="259"/>
                  </a:lnTo>
                  <a:lnTo>
                    <a:pt x="31" y="240"/>
                  </a:lnTo>
                  <a:lnTo>
                    <a:pt x="39" y="223"/>
                  </a:lnTo>
                  <a:lnTo>
                    <a:pt x="48" y="206"/>
                  </a:lnTo>
                  <a:lnTo>
                    <a:pt x="58" y="189"/>
                  </a:lnTo>
                  <a:lnTo>
                    <a:pt x="67" y="174"/>
                  </a:lnTo>
                  <a:lnTo>
                    <a:pt x="79" y="159"/>
                  </a:lnTo>
                  <a:lnTo>
                    <a:pt x="90" y="143"/>
                  </a:lnTo>
                  <a:lnTo>
                    <a:pt x="103" y="129"/>
                  </a:lnTo>
                  <a:lnTo>
                    <a:pt x="116" y="115"/>
                  </a:lnTo>
                  <a:lnTo>
                    <a:pt x="129" y="102"/>
                  </a:lnTo>
                  <a:lnTo>
                    <a:pt x="145" y="90"/>
                  </a:lnTo>
                  <a:lnTo>
                    <a:pt x="159" y="78"/>
                  </a:lnTo>
                  <a:lnTo>
                    <a:pt x="175" y="67"/>
                  </a:lnTo>
                  <a:lnTo>
                    <a:pt x="190" y="56"/>
                  </a:lnTo>
                  <a:lnTo>
                    <a:pt x="207" y="46"/>
                  </a:lnTo>
                  <a:lnTo>
                    <a:pt x="224" y="38"/>
                  </a:lnTo>
                  <a:lnTo>
                    <a:pt x="242" y="30"/>
                  </a:lnTo>
                  <a:lnTo>
                    <a:pt x="260" y="23"/>
                  </a:lnTo>
                  <a:lnTo>
                    <a:pt x="278" y="17"/>
                  </a:lnTo>
                  <a:lnTo>
                    <a:pt x="297" y="12"/>
                  </a:lnTo>
                  <a:lnTo>
                    <a:pt x="316" y="7"/>
                  </a:lnTo>
                  <a:lnTo>
                    <a:pt x="335" y="4"/>
                  </a:lnTo>
                  <a:lnTo>
                    <a:pt x="355" y="1"/>
                  </a:lnTo>
                  <a:lnTo>
                    <a:pt x="376" y="0"/>
                  </a:lnTo>
                  <a:lnTo>
                    <a:pt x="395" y="0"/>
                  </a:lnTo>
                  <a:lnTo>
                    <a:pt x="395" y="0"/>
                  </a:lnTo>
                  <a:lnTo>
                    <a:pt x="416" y="0"/>
                  </a:lnTo>
                  <a:lnTo>
                    <a:pt x="436" y="1"/>
                  </a:lnTo>
                  <a:lnTo>
                    <a:pt x="456" y="4"/>
                  </a:lnTo>
                  <a:lnTo>
                    <a:pt x="475" y="7"/>
                  </a:lnTo>
                  <a:lnTo>
                    <a:pt x="494" y="12"/>
                  </a:lnTo>
                  <a:lnTo>
                    <a:pt x="513" y="17"/>
                  </a:lnTo>
                  <a:lnTo>
                    <a:pt x="531" y="23"/>
                  </a:lnTo>
                  <a:lnTo>
                    <a:pt x="549" y="30"/>
                  </a:lnTo>
                  <a:lnTo>
                    <a:pt x="567" y="38"/>
                  </a:lnTo>
                  <a:lnTo>
                    <a:pt x="584" y="46"/>
                  </a:lnTo>
                  <a:lnTo>
                    <a:pt x="600" y="56"/>
                  </a:lnTo>
                  <a:lnTo>
                    <a:pt x="616" y="67"/>
                  </a:lnTo>
                  <a:lnTo>
                    <a:pt x="632" y="78"/>
                  </a:lnTo>
                  <a:lnTo>
                    <a:pt x="647" y="90"/>
                  </a:lnTo>
                  <a:lnTo>
                    <a:pt x="661" y="102"/>
                  </a:lnTo>
                  <a:lnTo>
                    <a:pt x="675" y="115"/>
                  </a:lnTo>
                  <a:lnTo>
                    <a:pt x="688" y="129"/>
                  </a:lnTo>
                  <a:lnTo>
                    <a:pt x="700" y="143"/>
                  </a:lnTo>
                  <a:lnTo>
                    <a:pt x="712" y="159"/>
                  </a:lnTo>
                  <a:lnTo>
                    <a:pt x="723" y="174"/>
                  </a:lnTo>
                  <a:lnTo>
                    <a:pt x="734" y="189"/>
                  </a:lnTo>
                  <a:lnTo>
                    <a:pt x="743" y="206"/>
                  </a:lnTo>
                  <a:lnTo>
                    <a:pt x="751" y="223"/>
                  </a:lnTo>
                  <a:lnTo>
                    <a:pt x="760" y="240"/>
                  </a:lnTo>
                  <a:lnTo>
                    <a:pt x="767" y="259"/>
                  </a:lnTo>
                  <a:lnTo>
                    <a:pt x="773" y="277"/>
                  </a:lnTo>
                  <a:lnTo>
                    <a:pt x="779" y="296"/>
                  </a:lnTo>
                  <a:lnTo>
                    <a:pt x="783" y="315"/>
                  </a:lnTo>
                  <a:lnTo>
                    <a:pt x="786" y="334"/>
                  </a:lnTo>
                  <a:lnTo>
                    <a:pt x="789" y="355"/>
                  </a:lnTo>
                  <a:lnTo>
                    <a:pt x="791" y="374"/>
                  </a:lnTo>
                  <a:lnTo>
                    <a:pt x="791" y="395"/>
                  </a:lnTo>
                  <a:lnTo>
                    <a:pt x="791" y="395"/>
                  </a:lnTo>
                  <a:lnTo>
                    <a:pt x="791" y="414"/>
                  </a:lnTo>
                  <a:lnTo>
                    <a:pt x="789" y="435"/>
                  </a:lnTo>
                  <a:lnTo>
                    <a:pt x="786" y="455"/>
                  </a:lnTo>
                  <a:lnTo>
                    <a:pt x="783" y="474"/>
                  </a:lnTo>
                  <a:lnTo>
                    <a:pt x="779" y="493"/>
                  </a:lnTo>
                  <a:lnTo>
                    <a:pt x="773" y="511"/>
                  </a:lnTo>
                  <a:lnTo>
                    <a:pt x="767" y="530"/>
                  </a:lnTo>
                  <a:lnTo>
                    <a:pt x="760" y="548"/>
                  </a:lnTo>
                  <a:lnTo>
                    <a:pt x="751" y="566"/>
                  </a:lnTo>
                  <a:lnTo>
                    <a:pt x="743" y="582"/>
                  </a:lnTo>
                  <a:lnTo>
                    <a:pt x="734" y="600"/>
                  </a:lnTo>
                  <a:lnTo>
                    <a:pt x="723" y="615"/>
                  </a:lnTo>
                  <a:lnTo>
                    <a:pt x="712" y="631"/>
                  </a:lnTo>
                  <a:lnTo>
                    <a:pt x="700" y="645"/>
                  </a:lnTo>
                  <a:lnTo>
                    <a:pt x="688" y="661"/>
                  </a:lnTo>
                  <a:lnTo>
                    <a:pt x="675" y="674"/>
                  </a:lnTo>
                  <a:lnTo>
                    <a:pt x="661" y="687"/>
                  </a:lnTo>
                  <a:lnTo>
                    <a:pt x="647" y="700"/>
                  </a:lnTo>
                  <a:lnTo>
                    <a:pt x="632" y="711"/>
                  </a:lnTo>
                  <a:lnTo>
                    <a:pt x="616" y="722"/>
                  </a:lnTo>
                  <a:lnTo>
                    <a:pt x="600" y="732"/>
                  </a:lnTo>
                  <a:lnTo>
                    <a:pt x="584" y="742"/>
                  </a:lnTo>
                  <a:lnTo>
                    <a:pt x="567" y="751"/>
                  </a:lnTo>
                  <a:lnTo>
                    <a:pt x="549" y="759"/>
                  </a:lnTo>
                  <a:lnTo>
                    <a:pt x="531" y="766"/>
                  </a:lnTo>
                  <a:lnTo>
                    <a:pt x="513" y="772"/>
                  </a:lnTo>
                  <a:lnTo>
                    <a:pt x="494" y="777"/>
                  </a:lnTo>
                  <a:lnTo>
                    <a:pt x="475" y="782"/>
                  </a:lnTo>
                  <a:lnTo>
                    <a:pt x="456" y="785"/>
                  </a:lnTo>
                  <a:lnTo>
                    <a:pt x="436" y="788"/>
                  </a:lnTo>
                  <a:lnTo>
                    <a:pt x="416" y="789"/>
                  </a:lnTo>
                  <a:lnTo>
                    <a:pt x="395" y="790"/>
                  </a:lnTo>
                  <a:lnTo>
                    <a:pt x="395" y="790"/>
                  </a:lnTo>
                  <a:close/>
                  <a:moveTo>
                    <a:pt x="395" y="52"/>
                  </a:moveTo>
                  <a:lnTo>
                    <a:pt x="395" y="52"/>
                  </a:lnTo>
                  <a:lnTo>
                    <a:pt x="378" y="53"/>
                  </a:lnTo>
                  <a:lnTo>
                    <a:pt x="360" y="54"/>
                  </a:lnTo>
                  <a:lnTo>
                    <a:pt x="344" y="56"/>
                  </a:lnTo>
                  <a:lnTo>
                    <a:pt x="327" y="59"/>
                  </a:lnTo>
                  <a:lnTo>
                    <a:pt x="310" y="63"/>
                  </a:lnTo>
                  <a:lnTo>
                    <a:pt x="294" y="68"/>
                  </a:lnTo>
                  <a:lnTo>
                    <a:pt x="278" y="72"/>
                  </a:lnTo>
                  <a:lnTo>
                    <a:pt x="262" y="79"/>
                  </a:lnTo>
                  <a:lnTo>
                    <a:pt x="247" y="86"/>
                  </a:lnTo>
                  <a:lnTo>
                    <a:pt x="233" y="93"/>
                  </a:lnTo>
                  <a:lnTo>
                    <a:pt x="219" y="102"/>
                  </a:lnTo>
                  <a:lnTo>
                    <a:pt x="205" y="111"/>
                  </a:lnTo>
                  <a:lnTo>
                    <a:pt x="190" y="120"/>
                  </a:lnTo>
                  <a:lnTo>
                    <a:pt x="178" y="130"/>
                  </a:lnTo>
                  <a:lnTo>
                    <a:pt x="165" y="141"/>
                  </a:lnTo>
                  <a:lnTo>
                    <a:pt x="153" y="153"/>
                  </a:lnTo>
                  <a:lnTo>
                    <a:pt x="143" y="164"/>
                  </a:lnTo>
                  <a:lnTo>
                    <a:pt x="132" y="177"/>
                  </a:lnTo>
                  <a:lnTo>
                    <a:pt x="122" y="190"/>
                  </a:lnTo>
                  <a:lnTo>
                    <a:pt x="112" y="203"/>
                  </a:lnTo>
                  <a:lnTo>
                    <a:pt x="103" y="217"/>
                  </a:lnTo>
                  <a:lnTo>
                    <a:pt x="95" y="232"/>
                  </a:lnTo>
                  <a:lnTo>
                    <a:pt x="87" y="246"/>
                  </a:lnTo>
                  <a:lnTo>
                    <a:pt x="80" y="261"/>
                  </a:lnTo>
                  <a:lnTo>
                    <a:pt x="74" y="277"/>
                  </a:lnTo>
                  <a:lnTo>
                    <a:pt x="68" y="292"/>
                  </a:lnTo>
                  <a:lnTo>
                    <a:pt x="64" y="309"/>
                  </a:lnTo>
                  <a:lnTo>
                    <a:pt x="61" y="325"/>
                  </a:lnTo>
                  <a:lnTo>
                    <a:pt x="58" y="343"/>
                  </a:lnTo>
                  <a:lnTo>
                    <a:pt x="55" y="359"/>
                  </a:lnTo>
                  <a:lnTo>
                    <a:pt x="54" y="376"/>
                  </a:lnTo>
                  <a:lnTo>
                    <a:pt x="53" y="395"/>
                  </a:lnTo>
                  <a:lnTo>
                    <a:pt x="53" y="395"/>
                  </a:lnTo>
                  <a:lnTo>
                    <a:pt x="54" y="412"/>
                  </a:lnTo>
                  <a:lnTo>
                    <a:pt x="55" y="430"/>
                  </a:lnTo>
                  <a:lnTo>
                    <a:pt x="58" y="446"/>
                  </a:lnTo>
                  <a:lnTo>
                    <a:pt x="61" y="463"/>
                  </a:lnTo>
                  <a:lnTo>
                    <a:pt x="64" y="480"/>
                  </a:lnTo>
                  <a:lnTo>
                    <a:pt x="68" y="496"/>
                  </a:lnTo>
                  <a:lnTo>
                    <a:pt x="74" y="511"/>
                  </a:lnTo>
                  <a:lnTo>
                    <a:pt x="80" y="528"/>
                  </a:lnTo>
                  <a:lnTo>
                    <a:pt x="87" y="543"/>
                  </a:lnTo>
                  <a:lnTo>
                    <a:pt x="95" y="557"/>
                  </a:lnTo>
                  <a:lnTo>
                    <a:pt x="103" y="571"/>
                  </a:lnTo>
                  <a:lnTo>
                    <a:pt x="112" y="585"/>
                  </a:lnTo>
                  <a:lnTo>
                    <a:pt x="122" y="599"/>
                  </a:lnTo>
                  <a:lnTo>
                    <a:pt x="132" y="612"/>
                  </a:lnTo>
                  <a:lnTo>
                    <a:pt x="143" y="625"/>
                  </a:lnTo>
                  <a:lnTo>
                    <a:pt x="153" y="637"/>
                  </a:lnTo>
                  <a:lnTo>
                    <a:pt x="165" y="648"/>
                  </a:lnTo>
                  <a:lnTo>
                    <a:pt x="178" y="658"/>
                  </a:lnTo>
                  <a:lnTo>
                    <a:pt x="190" y="668"/>
                  </a:lnTo>
                  <a:lnTo>
                    <a:pt x="205" y="678"/>
                  </a:lnTo>
                  <a:lnTo>
                    <a:pt x="219" y="687"/>
                  </a:lnTo>
                  <a:lnTo>
                    <a:pt x="233" y="695"/>
                  </a:lnTo>
                  <a:lnTo>
                    <a:pt x="247" y="703"/>
                  </a:lnTo>
                  <a:lnTo>
                    <a:pt x="262" y="710"/>
                  </a:lnTo>
                  <a:lnTo>
                    <a:pt x="278" y="716"/>
                  </a:lnTo>
                  <a:lnTo>
                    <a:pt x="294" y="722"/>
                  </a:lnTo>
                  <a:lnTo>
                    <a:pt x="310" y="726"/>
                  </a:lnTo>
                  <a:lnTo>
                    <a:pt x="327" y="729"/>
                  </a:lnTo>
                  <a:lnTo>
                    <a:pt x="344" y="732"/>
                  </a:lnTo>
                  <a:lnTo>
                    <a:pt x="360" y="735"/>
                  </a:lnTo>
                  <a:lnTo>
                    <a:pt x="378" y="736"/>
                  </a:lnTo>
                  <a:lnTo>
                    <a:pt x="395" y="737"/>
                  </a:lnTo>
                  <a:lnTo>
                    <a:pt x="395" y="737"/>
                  </a:lnTo>
                  <a:lnTo>
                    <a:pt x="413" y="736"/>
                  </a:lnTo>
                  <a:lnTo>
                    <a:pt x="430" y="735"/>
                  </a:lnTo>
                  <a:lnTo>
                    <a:pt x="448" y="732"/>
                  </a:lnTo>
                  <a:lnTo>
                    <a:pt x="465" y="729"/>
                  </a:lnTo>
                  <a:lnTo>
                    <a:pt x="481" y="726"/>
                  </a:lnTo>
                  <a:lnTo>
                    <a:pt x="498" y="722"/>
                  </a:lnTo>
                  <a:lnTo>
                    <a:pt x="513" y="716"/>
                  </a:lnTo>
                  <a:lnTo>
                    <a:pt x="529" y="710"/>
                  </a:lnTo>
                  <a:lnTo>
                    <a:pt x="543" y="703"/>
                  </a:lnTo>
                  <a:lnTo>
                    <a:pt x="559" y="695"/>
                  </a:lnTo>
                  <a:lnTo>
                    <a:pt x="573" y="687"/>
                  </a:lnTo>
                  <a:lnTo>
                    <a:pt x="587" y="678"/>
                  </a:lnTo>
                  <a:lnTo>
                    <a:pt x="600" y="668"/>
                  </a:lnTo>
                  <a:lnTo>
                    <a:pt x="613" y="658"/>
                  </a:lnTo>
                  <a:lnTo>
                    <a:pt x="625" y="648"/>
                  </a:lnTo>
                  <a:lnTo>
                    <a:pt x="637" y="637"/>
                  </a:lnTo>
                  <a:lnTo>
                    <a:pt x="649" y="625"/>
                  </a:lnTo>
                  <a:lnTo>
                    <a:pt x="660" y="612"/>
                  </a:lnTo>
                  <a:lnTo>
                    <a:pt x="670" y="599"/>
                  </a:lnTo>
                  <a:lnTo>
                    <a:pt x="680" y="585"/>
                  </a:lnTo>
                  <a:lnTo>
                    <a:pt x="688" y="571"/>
                  </a:lnTo>
                  <a:lnTo>
                    <a:pt x="697" y="557"/>
                  </a:lnTo>
                  <a:lnTo>
                    <a:pt x="704" y="543"/>
                  </a:lnTo>
                  <a:lnTo>
                    <a:pt x="711" y="528"/>
                  </a:lnTo>
                  <a:lnTo>
                    <a:pt x="717" y="511"/>
                  </a:lnTo>
                  <a:lnTo>
                    <a:pt x="722" y="496"/>
                  </a:lnTo>
                  <a:lnTo>
                    <a:pt x="728" y="480"/>
                  </a:lnTo>
                  <a:lnTo>
                    <a:pt x="731" y="463"/>
                  </a:lnTo>
                  <a:lnTo>
                    <a:pt x="734" y="446"/>
                  </a:lnTo>
                  <a:lnTo>
                    <a:pt x="736" y="430"/>
                  </a:lnTo>
                  <a:lnTo>
                    <a:pt x="737" y="412"/>
                  </a:lnTo>
                  <a:lnTo>
                    <a:pt x="738" y="395"/>
                  </a:lnTo>
                  <a:lnTo>
                    <a:pt x="738" y="395"/>
                  </a:lnTo>
                  <a:lnTo>
                    <a:pt x="737" y="376"/>
                  </a:lnTo>
                  <a:lnTo>
                    <a:pt x="736" y="359"/>
                  </a:lnTo>
                  <a:lnTo>
                    <a:pt x="734" y="343"/>
                  </a:lnTo>
                  <a:lnTo>
                    <a:pt x="731" y="325"/>
                  </a:lnTo>
                  <a:lnTo>
                    <a:pt x="728" y="309"/>
                  </a:lnTo>
                  <a:lnTo>
                    <a:pt x="722" y="292"/>
                  </a:lnTo>
                  <a:lnTo>
                    <a:pt x="717" y="277"/>
                  </a:lnTo>
                  <a:lnTo>
                    <a:pt x="711" y="261"/>
                  </a:lnTo>
                  <a:lnTo>
                    <a:pt x="704" y="246"/>
                  </a:lnTo>
                  <a:lnTo>
                    <a:pt x="697" y="232"/>
                  </a:lnTo>
                  <a:lnTo>
                    <a:pt x="688" y="217"/>
                  </a:lnTo>
                  <a:lnTo>
                    <a:pt x="680" y="203"/>
                  </a:lnTo>
                  <a:lnTo>
                    <a:pt x="670" y="190"/>
                  </a:lnTo>
                  <a:lnTo>
                    <a:pt x="660" y="177"/>
                  </a:lnTo>
                  <a:lnTo>
                    <a:pt x="649" y="164"/>
                  </a:lnTo>
                  <a:lnTo>
                    <a:pt x="637" y="153"/>
                  </a:lnTo>
                  <a:lnTo>
                    <a:pt x="625" y="141"/>
                  </a:lnTo>
                  <a:lnTo>
                    <a:pt x="613" y="130"/>
                  </a:lnTo>
                  <a:lnTo>
                    <a:pt x="600" y="120"/>
                  </a:lnTo>
                  <a:lnTo>
                    <a:pt x="587" y="111"/>
                  </a:lnTo>
                  <a:lnTo>
                    <a:pt x="573" y="102"/>
                  </a:lnTo>
                  <a:lnTo>
                    <a:pt x="559" y="93"/>
                  </a:lnTo>
                  <a:lnTo>
                    <a:pt x="543" y="86"/>
                  </a:lnTo>
                  <a:lnTo>
                    <a:pt x="529" y="79"/>
                  </a:lnTo>
                  <a:lnTo>
                    <a:pt x="513" y="72"/>
                  </a:lnTo>
                  <a:lnTo>
                    <a:pt x="498" y="68"/>
                  </a:lnTo>
                  <a:lnTo>
                    <a:pt x="481" y="63"/>
                  </a:lnTo>
                  <a:lnTo>
                    <a:pt x="465" y="59"/>
                  </a:lnTo>
                  <a:lnTo>
                    <a:pt x="448" y="56"/>
                  </a:lnTo>
                  <a:lnTo>
                    <a:pt x="430" y="54"/>
                  </a:lnTo>
                  <a:lnTo>
                    <a:pt x="413" y="53"/>
                  </a:lnTo>
                  <a:lnTo>
                    <a:pt x="395" y="52"/>
                  </a:lnTo>
                  <a:lnTo>
                    <a:pt x="395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  <p:sp>
          <p:nvSpPr>
            <p:cNvPr id="37" name="Freeform 510">
              <a:extLst>
                <a:ext uri="{FF2B5EF4-FFF2-40B4-BE49-F238E27FC236}">
                  <a16:creationId xmlns:a16="http://schemas.microsoft.com/office/drawing/2014/main" id="{C248DE2F-705D-4642-AAD4-CF54E8C6C9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3497" y="7814814"/>
              <a:ext cx="268151" cy="231212"/>
            </a:xfrm>
            <a:custGeom>
              <a:avLst/>
              <a:gdLst>
                <a:gd name="T0" fmla="*/ 180 w 391"/>
                <a:gd name="T1" fmla="*/ 337 h 337"/>
                <a:gd name="T2" fmla="*/ 0 w 391"/>
                <a:gd name="T3" fmla="*/ 214 h 337"/>
                <a:gd name="T4" fmla="*/ 38 w 391"/>
                <a:gd name="T5" fmla="*/ 160 h 337"/>
                <a:gd name="T6" fmla="*/ 164 w 391"/>
                <a:gd name="T7" fmla="*/ 246 h 337"/>
                <a:gd name="T8" fmla="*/ 337 w 391"/>
                <a:gd name="T9" fmla="*/ 0 h 337"/>
                <a:gd name="T10" fmla="*/ 391 w 391"/>
                <a:gd name="T11" fmla="*/ 38 h 337"/>
                <a:gd name="T12" fmla="*/ 180 w 391"/>
                <a:gd name="T13" fmla="*/ 337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1" h="337">
                  <a:moveTo>
                    <a:pt x="180" y="337"/>
                  </a:moveTo>
                  <a:lnTo>
                    <a:pt x="0" y="214"/>
                  </a:lnTo>
                  <a:lnTo>
                    <a:pt x="38" y="160"/>
                  </a:lnTo>
                  <a:lnTo>
                    <a:pt x="164" y="246"/>
                  </a:lnTo>
                  <a:lnTo>
                    <a:pt x="337" y="0"/>
                  </a:lnTo>
                  <a:lnTo>
                    <a:pt x="391" y="38"/>
                  </a:lnTo>
                  <a:lnTo>
                    <a:pt x="180" y="3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BB1474F-B564-5243-B7A8-5CFDF40E1A08}"/>
              </a:ext>
            </a:extLst>
          </p:cNvPr>
          <p:cNvGrpSpPr/>
          <p:nvPr/>
        </p:nvGrpSpPr>
        <p:grpSpPr>
          <a:xfrm>
            <a:off x="7914948" y="1726181"/>
            <a:ext cx="327271" cy="327271"/>
            <a:chOff x="6766685" y="7662953"/>
            <a:chExt cx="540406" cy="540406"/>
          </a:xfrm>
          <a:solidFill>
            <a:schemeClr val="accent1"/>
          </a:solidFill>
        </p:grpSpPr>
        <p:sp>
          <p:nvSpPr>
            <p:cNvPr id="40" name="Freeform 509">
              <a:extLst>
                <a:ext uri="{FF2B5EF4-FFF2-40B4-BE49-F238E27FC236}">
                  <a16:creationId xmlns:a16="http://schemas.microsoft.com/office/drawing/2014/main" id="{6DB0B9A5-79BA-584A-927C-899118E9CF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66685" y="7662953"/>
              <a:ext cx="540406" cy="540406"/>
            </a:xfrm>
            <a:custGeom>
              <a:avLst/>
              <a:gdLst>
                <a:gd name="T0" fmla="*/ 335 w 791"/>
                <a:gd name="T1" fmla="*/ 785 h 790"/>
                <a:gd name="T2" fmla="*/ 242 w 791"/>
                <a:gd name="T3" fmla="*/ 759 h 790"/>
                <a:gd name="T4" fmla="*/ 159 w 791"/>
                <a:gd name="T5" fmla="*/ 711 h 790"/>
                <a:gd name="T6" fmla="*/ 90 w 791"/>
                <a:gd name="T7" fmla="*/ 645 h 790"/>
                <a:gd name="T8" fmla="*/ 39 w 791"/>
                <a:gd name="T9" fmla="*/ 566 h 790"/>
                <a:gd name="T10" fmla="*/ 9 w 791"/>
                <a:gd name="T11" fmla="*/ 474 h 790"/>
                <a:gd name="T12" fmla="*/ 0 w 791"/>
                <a:gd name="T13" fmla="*/ 395 h 790"/>
                <a:gd name="T14" fmla="*/ 13 w 791"/>
                <a:gd name="T15" fmla="*/ 296 h 790"/>
                <a:gd name="T16" fmla="*/ 48 w 791"/>
                <a:gd name="T17" fmla="*/ 206 h 790"/>
                <a:gd name="T18" fmla="*/ 103 w 791"/>
                <a:gd name="T19" fmla="*/ 129 h 790"/>
                <a:gd name="T20" fmla="*/ 175 w 791"/>
                <a:gd name="T21" fmla="*/ 67 h 790"/>
                <a:gd name="T22" fmla="*/ 260 w 791"/>
                <a:gd name="T23" fmla="*/ 23 h 790"/>
                <a:gd name="T24" fmla="*/ 355 w 791"/>
                <a:gd name="T25" fmla="*/ 1 h 790"/>
                <a:gd name="T26" fmla="*/ 436 w 791"/>
                <a:gd name="T27" fmla="*/ 1 h 790"/>
                <a:gd name="T28" fmla="*/ 531 w 791"/>
                <a:gd name="T29" fmla="*/ 23 h 790"/>
                <a:gd name="T30" fmla="*/ 616 w 791"/>
                <a:gd name="T31" fmla="*/ 67 h 790"/>
                <a:gd name="T32" fmla="*/ 688 w 791"/>
                <a:gd name="T33" fmla="*/ 129 h 790"/>
                <a:gd name="T34" fmla="*/ 743 w 791"/>
                <a:gd name="T35" fmla="*/ 206 h 790"/>
                <a:gd name="T36" fmla="*/ 779 w 791"/>
                <a:gd name="T37" fmla="*/ 296 h 790"/>
                <a:gd name="T38" fmla="*/ 791 w 791"/>
                <a:gd name="T39" fmla="*/ 395 h 790"/>
                <a:gd name="T40" fmla="*/ 783 w 791"/>
                <a:gd name="T41" fmla="*/ 474 h 790"/>
                <a:gd name="T42" fmla="*/ 751 w 791"/>
                <a:gd name="T43" fmla="*/ 566 h 790"/>
                <a:gd name="T44" fmla="*/ 700 w 791"/>
                <a:gd name="T45" fmla="*/ 645 h 790"/>
                <a:gd name="T46" fmla="*/ 632 w 791"/>
                <a:gd name="T47" fmla="*/ 711 h 790"/>
                <a:gd name="T48" fmla="*/ 549 w 791"/>
                <a:gd name="T49" fmla="*/ 759 h 790"/>
                <a:gd name="T50" fmla="*/ 456 w 791"/>
                <a:gd name="T51" fmla="*/ 785 h 790"/>
                <a:gd name="T52" fmla="*/ 395 w 791"/>
                <a:gd name="T53" fmla="*/ 52 h 790"/>
                <a:gd name="T54" fmla="*/ 327 w 791"/>
                <a:gd name="T55" fmla="*/ 59 h 790"/>
                <a:gd name="T56" fmla="*/ 247 w 791"/>
                <a:gd name="T57" fmla="*/ 86 h 790"/>
                <a:gd name="T58" fmla="*/ 178 w 791"/>
                <a:gd name="T59" fmla="*/ 130 h 790"/>
                <a:gd name="T60" fmla="*/ 122 w 791"/>
                <a:gd name="T61" fmla="*/ 190 h 790"/>
                <a:gd name="T62" fmla="*/ 80 w 791"/>
                <a:gd name="T63" fmla="*/ 261 h 790"/>
                <a:gd name="T64" fmla="*/ 58 w 791"/>
                <a:gd name="T65" fmla="*/ 343 h 790"/>
                <a:gd name="T66" fmla="*/ 54 w 791"/>
                <a:gd name="T67" fmla="*/ 412 h 790"/>
                <a:gd name="T68" fmla="*/ 68 w 791"/>
                <a:gd name="T69" fmla="*/ 496 h 790"/>
                <a:gd name="T70" fmla="*/ 103 w 791"/>
                <a:gd name="T71" fmla="*/ 571 h 790"/>
                <a:gd name="T72" fmla="*/ 153 w 791"/>
                <a:gd name="T73" fmla="*/ 637 h 790"/>
                <a:gd name="T74" fmla="*/ 219 w 791"/>
                <a:gd name="T75" fmla="*/ 687 h 790"/>
                <a:gd name="T76" fmla="*/ 294 w 791"/>
                <a:gd name="T77" fmla="*/ 722 h 790"/>
                <a:gd name="T78" fmla="*/ 378 w 791"/>
                <a:gd name="T79" fmla="*/ 736 h 790"/>
                <a:gd name="T80" fmla="*/ 448 w 791"/>
                <a:gd name="T81" fmla="*/ 732 h 790"/>
                <a:gd name="T82" fmla="*/ 529 w 791"/>
                <a:gd name="T83" fmla="*/ 710 h 790"/>
                <a:gd name="T84" fmla="*/ 600 w 791"/>
                <a:gd name="T85" fmla="*/ 668 h 790"/>
                <a:gd name="T86" fmla="*/ 660 w 791"/>
                <a:gd name="T87" fmla="*/ 612 h 790"/>
                <a:gd name="T88" fmla="*/ 704 w 791"/>
                <a:gd name="T89" fmla="*/ 543 h 790"/>
                <a:gd name="T90" fmla="*/ 731 w 791"/>
                <a:gd name="T91" fmla="*/ 463 h 790"/>
                <a:gd name="T92" fmla="*/ 738 w 791"/>
                <a:gd name="T93" fmla="*/ 395 h 790"/>
                <a:gd name="T94" fmla="*/ 728 w 791"/>
                <a:gd name="T95" fmla="*/ 309 h 790"/>
                <a:gd name="T96" fmla="*/ 697 w 791"/>
                <a:gd name="T97" fmla="*/ 232 h 790"/>
                <a:gd name="T98" fmla="*/ 649 w 791"/>
                <a:gd name="T99" fmla="*/ 164 h 790"/>
                <a:gd name="T100" fmla="*/ 587 w 791"/>
                <a:gd name="T101" fmla="*/ 111 h 790"/>
                <a:gd name="T102" fmla="*/ 513 w 791"/>
                <a:gd name="T103" fmla="*/ 72 h 790"/>
                <a:gd name="T104" fmla="*/ 430 w 791"/>
                <a:gd name="T105" fmla="*/ 54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91" h="790">
                  <a:moveTo>
                    <a:pt x="395" y="790"/>
                  </a:moveTo>
                  <a:lnTo>
                    <a:pt x="395" y="790"/>
                  </a:lnTo>
                  <a:lnTo>
                    <a:pt x="376" y="789"/>
                  </a:lnTo>
                  <a:lnTo>
                    <a:pt x="355" y="788"/>
                  </a:lnTo>
                  <a:lnTo>
                    <a:pt x="335" y="785"/>
                  </a:lnTo>
                  <a:lnTo>
                    <a:pt x="316" y="782"/>
                  </a:lnTo>
                  <a:lnTo>
                    <a:pt x="297" y="777"/>
                  </a:lnTo>
                  <a:lnTo>
                    <a:pt x="278" y="772"/>
                  </a:lnTo>
                  <a:lnTo>
                    <a:pt x="260" y="766"/>
                  </a:lnTo>
                  <a:lnTo>
                    <a:pt x="242" y="759"/>
                  </a:lnTo>
                  <a:lnTo>
                    <a:pt x="224" y="751"/>
                  </a:lnTo>
                  <a:lnTo>
                    <a:pt x="207" y="742"/>
                  </a:lnTo>
                  <a:lnTo>
                    <a:pt x="190" y="732"/>
                  </a:lnTo>
                  <a:lnTo>
                    <a:pt x="175" y="722"/>
                  </a:lnTo>
                  <a:lnTo>
                    <a:pt x="159" y="711"/>
                  </a:lnTo>
                  <a:lnTo>
                    <a:pt x="145" y="700"/>
                  </a:lnTo>
                  <a:lnTo>
                    <a:pt x="129" y="687"/>
                  </a:lnTo>
                  <a:lnTo>
                    <a:pt x="116" y="674"/>
                  </a:lnTo>
                  <a:lnTo>
                    <a:pt x="103" y="661"/>
                  </a:lnTo>
                  <a:lnTo>
                    <a:pt x="90" y="645"/>
                  </a:lnTo>
                  <a:lnTo>
                    <a:pt x="79" y="631"/>
                  </a:lnTo>
                  <a:lnTo>
                    <a:pt x="67" y="615"/>
                  </a:lnTo>
                  <a:lnTo>
                    <a:pt x="58" y="600"/>
                  </a:lnTo>
                  <a:lnTo>
                    <a:pt x="48" y="582"/>
                  </a:lnTo>
                  <a:lnTo>
                    <a:pt x="39" y="566"/>
                  </a:lnTo>
                  <a:lnTo>
                    <a:pt x="31" y="548"/>
                  </a:lnTo>
                  <a:lnTo>
                    <a:pt x="24" y="530"/>
                  </a:lnTo>
                  <a:lnTo>
                    <a:pt x="18" y="511"/>
                  </a:lnTo>
                  <a:lnTo>
                    <a:pt x="13" y="493"/>
                  </a:lnTo>
                  <a:lnTo>
                    <a:pt x="9" y="474"/>
                  </a:lnTo>
                  <a:lnTo>
                    <a:pt x="5" y="455"/>
                  </a:lnTo>
                  <a:lnTo>
                    <a:pt x="2" y="435"/>
                  </a:lnTo>
                  <a:lnTo>
                    <a:pt x="1" y="414"/>
                  </a:lnTo>
                  <a:lnTo>
                    <a:pt x="0" y="395"/>
                  </a:lnTo>
                  <a:lnTo>
                    <a:pt x="0" y="395"/>
                  </a:lnTo>
                  <a:lnTo>
                    <a:pt x="1" y="374"/>
                  </a:lnTo>
                  <a:lnTo>
                    <a:pt x="2" y="355"/>
                  </a:lnTo>
                  <a:lnTo>
                    <a:pt x="5" y="334"/>
                  </a:lnTo>
                  <a:lnTo>
                    <a:pt x="9" y="315"/>
                  </a:lnTo>
                  <a:lnTo>
                    <a:pt x="13" y="296"/>
                  </a:lnTo>
                  <a:lnTo>
                    <a:pt x="18" y="277"/>
                  </a:lnTo>
                  <a:lnTo>
                    <a:pt x="24" y="259"/>
                  </a:lnTo>
                  <a:lnTo>
                    <a:pt x="31" y="240"/>
                  </a:lnTo>
                  <a:lnTo>
                    <a:pt x="39" y="223"/>
                  </a:lnTo>
                  <a:lnTo>
                    <a:pt x="48" y="206"/>
                  </a:lnTo>
                  <a:lnTo>
                    <a:pt x="58" y="189"/>
                  </a:lnTo>
                  <a:lnTo>
                    <a:pt x="67" y="174"/>
                  </a:lnTo>
                  <a:lnTo>
                    <a:pt x="79" y="159"/>
                  </a:lnTo>
                  <a:lnTo>
                    <a:pt x="90" y="143"/>
                  </a:lnTo>
                  <a:lnTo>
                    <a:pt x="103" y="129"/>
                  </a:lnTo>
                  <a:lnTo>
                    <a:pt x="116" y="115"/>
                  </a:lnTo>
                  <a:lnTo>
                    <a:pt x="129" y="102"/>
                  </a:lnTo>
                  <a:lnTo>
                    <a:pt x="145" y="90"/>
                  </a:lnTo>
                  <a:lnTo>
                    <a:pt x="159" y="78"/>
                  </a:lnTo>
                  <a:lnTo>
                    <a:pt x="175" y="67"/>
                  </a:lnTo>
                  <a:lnTo>
                    <a:pt x="190" y="56"/>
                  </a:lnTo>
                  <a:lnTo>
                    <a:pt x="207" y="46"/>
                  </a:lnTo>
                  <a:lnTo>
                    <a:pt x="224" y="38"/>
                  </a:lnTo>
                  <a:lnTo>
                    <a:pt x="242" y="30"/>
                  </a:lnTo>
                  <a:lnTo>
                    <a:pt x="260" y="23"/>
                  </a:lnTo>
                  <a:lnTo>
                    <a:pt x="278" y="17"/>
                  </a:lnTo>
                  <a:lnTo>
                    <a:pt x="297" y="12"/>
                  </a:lnTo>
                  <a:lnTo>
                    <a:pt x="316" y="7"/>
                  </a:lnTo>
                  <a:lnTo>
                    <a:pt x="335" y="4"/>
                  </a:lnTo>
                  <a:lnTo>
                    <a:pt x="355" y="1"/>
                  </a:lnTo>
                  <a:lnTo>
                    <a:pt x="376" y="0"/>
                  </a:lnTo>
                  <a:lnTo>
                    <a:pt x="395" y="0"/>
                  </a:lnTo>
                  <a:lnTo>
                    <a:pt x="395" y="0"/>
                  </a:lnTo>
                  <a:lnTo>
                    <a:pt x="416" y="0"/>
                  </a:lnTo>
                  <a:lnTo>
                    <a:pt x="436" y="1"/>
                  </a:lnTo>
                  <a:lnTo>
                    <a:pt x="456" y="4"/>
                  </a:lnTo>
                  <a:lnTo>
                    <a:pt x="475" y="7"/>
                  </a:lnTo>
                  <a:lnTo>
                    <a:pt x="494" y="12"/>
                  </a:lnTo>
                  <a:lnTo>
                    <a:pt x="513" y="17"/>
                  </a:lnTo>
                  <a:lnTo>
                    <a:pt x="531" y="23"/>
                  </a:lnTo>
                  <a:lnTo>
                    <a:pt x="549" y="30"/>
                  </a:lnTo>
                  <a:lnTo>
                    <a:pt x="567" y="38"/>
                  </a:lnTo>
                  <a:lnTo>
                    <a:pt x="584" y="46"/>
                  </a:lnTo>
                  <a:lnTo>
                    <a:pt x="600" y="56"/>
                  </a:lnTo>
                  <a:lnTo>
                    <a:pt x="616" y="67"/>
                  </a:lnTo>
                  <a:lnTo>
                    <a:pt x="632" y="78"/>
                  </a:lnTo>
                  <a:lnTo>
                    <a:pt x="647" y="90"/>
                  </a:lnTo>
                  <a:lnTo>
                    <a:pt x="661" y="102"/>
                  </a:lnTo>
                  <a:lnTo>
                    <a:pt x="675" y="115"/>
                  </a:lnTo>
                  <a:lnTo>
                    <a:pt x="688" y="129"/>
                  </a:lnTo>
                  <a:lnTo>
                    <a:pt x="700" y="143"/>
                  </a:lnTo>
                  <a:lnTo>
                    <a:pt x="712" y="159"/>
                  </a:lnTo>
                  <a:lnTo>
                    <a:pt x="723" y="174"/>
                  </a:lnTo>
                  <a:lnTo>
                    <a:pt x="734" y="189"/>
                  </a:lnTo>
                  <a:lnTo>
                    <a:pt x="743" y="206"/>
                  </a:lnTo>
                  <a:lnTo>
                    <a:pt x="751" y="223"/>
                  </a:lnTo>
                  <a:lnTo>
                    <a:pt x="760" y="240"/>
                  </a:lnTo>
                  <a:lnTo>
                    <a:pt x="767" y="259"/>
                  </a:lnTo>
                  <a:lnTo>
                    <a:pt x="773" y="277"/>
                  </a:lnTo>
                  <a:lnTo>
                    <a:pt x="779" y="296"/>
                  </a:lnTo>
                  <a:lnTo>
                    <a:pt x="783" y="315"/>
                  </a:lnTo>
                  <a:lnTo>
                    <a:pt x="786" y="334"/>
                  </a:lnTo>
                  <a:lnTo>
                    <a:pt x="789" y="355"/>
                  </a:lnTo>
                  <a:lnTo>
                    <a:pt x="791" y="374"/>
                  </a:lnTo>
                  <a:lnTo>
                    <a:pt x="791" y="395"/>
                  </a:lnTo>
                  <a:lnTo>
                    <a:pt x="791" y="395"/>
                  </a:lnTo>
                  <a:lnTo>
                    <a:pt x="791" y="414"/>
                  </a:lnTo>
                  <a:lnTo>
                    <a:pt x="789" y="435"/>
                  </a:lnTo>
                  <a:lnTo>
                    <a:pt x="786" y="455"/>
                  </a:lnTo>
                  <a:lnTo>
                    <a:pt x="783" y="474"/>
                  </a:lnTo>
                  <a:lnTo>
                    <a:pt x="779" y="493"/>
                  </a:lnTo>
                  <a:lnTo>
                    <a:pt x="773" y="511"/>
                  </a:lnTo>
                  <a:lnTo>
                    <a:pt x="767" y="530"/>
                  </a:lnTo>
                  <a:lnTo>
                    <a:pt x="760" y="548"/>
                  </a:lnTo>
                  <a:lnTo>
                    <a:pt x="751" y="566"/>
                  </a:lnTo>
                  <a:lnTo>
                    <a:pt x="743" y="582"/>
                  </a:lnTo>
                  <a:lnTo>
                    <a:pt x="734" y="600"/>
                  </a:lnTo>
                  <a:lnTo>
                    <a:pt x="723" y="615"/>
                  </a:lnTo>
                  <a:lnTo>
                    <a:pt x="712" y="631"/>
                  </a:lnTo>
                  <a:lnTo>
                    <a:pt x="700" y="645"/>
                  </a:lnTo>
                  <a:lnTo>
                    <a:pt x="688" y="661"/>
                  </a:lnTo>
                  <a:lnTo>
                    <a:pt x="675" y="674"/>
                  </a:lnTo>
                  <a:lnTo>
                    <a:pt x="661" y="687"/>
                  </a:lnTo>
                  <a:lnTo>
                    <a:pt x="647" y="700"/>
                  </a:lnTo>
                  <a:lnTo>
                    <a:pt x="632" y="711"/>
                  </a:lnTo>
                  <a:lnTo>
                    <a:pt x="616" y="722"/>
                  </a:lnTo>
                  <a:lnTo>
                    <a:pt x="600" y="732"/>
                  </a:lnTo>
                  <a:lnTo>
                    <a:pt x="584" y="742"/>
                  </a:lnTo>
                  <a:lnTo>
                    <a:pt x="567" y="751"/>
                  </a:lnTo>
                  <a:lnTo>
                    <a:pt x="549" y="759"/>
                  </a:lnTo>
                  <a:lnTo>
                    <a:pt x="531" y="766"/>
                  </a:lnTo>
                  <a:lnTo>
                    <a:pt x="513" y="772"/>
                  </a:lnTo>
                  <a:lnTo>
                    <a:pt x="494" y="777"/>
                  </a:lnTo>
                  <a:lnTo>
                    <a:pt x="475" y="782"/>
                  </a:lnTo>
                  <a:lnTo>
                    <a:pt x="456" y="785"/>
                  </a:lnTo>
                  <a:lnTo>
                    <a:pt x="436" y="788"/>
                  </a:lnTo>
                  <a:lnTo>
                    <a:pt x="416" y="789"/>
                  </a:lnTo>
                  <a:lnTo>
                    <a:pt x="395" y="790"/>
                  </a:lnTo>
                  <a:lnTo>
                    <a:pt x="395" y="790"/>
                  </a:lnTo>
                  <a:close/>
                  <a:moveTo>
                    <a:pt x="395" y="52"/>
                  </a:moveTo>
                  <a:lnTo>
                    <a:pt x="395" y="52"/>
                  </a:lnTo>
                  <a:lnTo>
                    <a:pt x="378" y="53"/>
                  </a:lnTo>
                  <a:lnTo>
                    <a:pt x="360" y="54"/>
                  </a:lnTo>
                  <a:lnTo>
                    <a:pt x="344" y="56"/>
                  </a:lnTo>
                  <a:lnTo>
                    <a:pt x="327" y="59"/>
                  </a:lnTo>
                  <a:lnTo>
                    <a:pt x="310" y="63"/>
                  </a:lnTo>
                  <a:lnTo>
                    <a:pt x="294" y="68"/>
                  </a:lnTo>
                  <a:lnTo>
                    <a:pt x="278" y="72"/>
                  </a:lnTo>
                  <a:lnTo>
                    <a:pt x="262" y="79"/>
                  </a:lnTo>
                  <a:lnTo>
                    <a:pt x="247" y="86"/>
                  </a:lnTo>
                  <a:lnTo>
                    <a:pt x="233" y="93"/>
                  </a:lnTo>
                  <a:lnTo>
                    <a:pt x="219" y="102"/>
                  </a:lnTo>
                  <a:lnTo>
                    <a:pt x="205" y="111"/>
                  </a:lnTo>
                  <a:lnTo>
                    <a:pt x="190" y="120"/>
                  </a:lnTo>
                  <a:lnTo>
                    <a:pt x="178" y="130"/>
                  </a:lnTo>
                  <a:lnTo>
                    <a:pt x="165" y="141"/>
                  </a:lnTo>
                  <a:lnTo>
                    <a:pt x="153" y="153"/>
                  </a:lnTo>
                  <a:lnTo>
                    <a:pt x="143" y="164"/>
                  </a:lnTo>
                  <a:lnTo>
                    <a:pt x="132" y="177"/>
                  </a:lnTo>
                  <a:lnTo>
                    <a:pt x="122" y="190"/>
                  </a:lnTo>
                  <a:lnTo>
                    <a:pt x="112" y="203"/>
                  </a:lnTo>
                  <a:lnTo>
                    <a:pt x="103" y="217"/>
                  </a:lnTo>
                  <a:lnTo>
                    <a:pt x="95" y="232"/>
                  </a:lnTo>
                  <a:lnTo>
                    <a:pt x="87" y="246"/>
                  </a:lnTo>
                  <a:lnTo>
                    <a:pt x="80" y="261"/>
                  </a:lnTo>
                  <a:lnTo>
                    <a:pt x="74" y="277"/>
                  </a:lnTo>
                  <a:lnTo>
                    <a:pt x="68" y="292"/>
                  </a:lnTo>
                  <a:lnTo>
                    <a:pt x="64" y="309"/>
                  </a:lnTo>
                  <a:lnTo>
                    <a:pt x="61" y="325"/>
                  </a:lnTo>
                  <a:lnTo>
                    <a:pt x="58" y="343"/>
                  </a:lnTo>
                  <a:lnTo>
                    <a:pt x="55" y="359"/>
                  </a:lnTo>
                  <a:lnTo>
                    <a:pt x="54" y="376"/>
                  </a:lnTo>
                  <a:lnTo>
                    <a:pt x="53" y="395"/>
                  </a:lnTo>
                  <a:lnTo>
                    <a:pt x="53" y="395"/>
                  </a:lnTo>
                  <a:lnTo>
                    <a:pt x="54" y="412"/>
                  </a:lnTo>
                  <a:lnTo>
                    <a:pt x="55" y="430"/>
                  </a:lnTo>
                  <a:lnTo>
                    <a:pt x="58" y="446"/>
                  </a:lnTo>
                  <a:lnTo>
                    <a:pt x="61" y="463"/>
                  </a:lnTo>
                  <a:lnTo>
                    <a:pt x="64" y="480"/>
                  </a:lnTo>
                  <a:lnTo>
                    <a:pt x="68" y="496"/>
                  </a:lnTo>
                  <a:lnTo>
                    <a:pt x="74" y="511"/>
                  </a:lnTo>
                  <a:lnTo>
                    <a:pt x="80" y="528"/>
                  </a:lnTo>
                  <a:lnTo>
                    <a:pt x="87" y="543"/>
                  </a:lnTo>
                  <a:lnTo>
                    <a:pt x="95" y="557"/>
                  </a:lnTo>
                  <a:lnTo>
                    <a:pt x="103" y="571"/>
                  </a:lnTo>
                  <a:lnTo>
                    <a:pt x="112" y="585"/>
                  </a:lnTo>
                  <a:lnTo>
                    <a:pt x="122" y="599"/>
                  </a:lnTo>
                  <a:lnTo>
                    <a:pt x="132" y="612"/>
                  </a:lnTo>
                  <a:lnTo>
                    <a:pt x="143" y="625"/>
                  </a:lnTo>
                  <a:lnTo>
                    <a:pt x="153" y="637"/>
                  </a:lnTo>
                  <a:lnTo>
                    <a:pt x="165" y="648"/>
                  </a:lnTo>
                  <a:lnTo>
                    <a:pt x="178" y="658"/>
                  </a:lnTo>
                  <a:lnTo>
                    <a:pt x="190" y="668"/>
                  </a:lnTo>
                  <a:lnTo>
                    <a:pt x="205" y="678"/>
                  </a:lnTo>
                  <a:lnTo>
                    <a:pt x="219" y="687"/>
                  </a:lnTo>
                  <a:lnTo>
                    <a:pt x="233" y="695"/>
                  </a:lnTo>
                  <a:lnTo>
                    <a:pt x="247" y="703"/>
                  </a:lnTo>
                  <a:lnTo>
                    <a:pt x="262" y="710"/>
                  </a:lnTo>
                  <a:lnTo>
                    <a:pt x="278" y="716"/>
                  </a:lnTo>
                  <a:lnTo>
                    <a:pt x="294" y="722"/>
                  </a:lnTo>
                  <a:lnTo>
                    <a:pt x="310" y="726"/>
                  </a:lnTo>
                  <a:lnTo>
                    <a:pt x="327" y="729"/>
                  </a:lnTo>
                  <a:lnTo>
                    <a:pt x="344" y="732"/>
                  </a:lnTo>
                  <a:lnTo>
                    <a:pt x="360" y="735"/>
                  </a:lnTo>
                  <a:lnTo>
                    <a:pt x="378" y="736"/>
                  </a:lnTo>
                  <a:lnTo>
                    <a:pt x="395" y="737"/>
                  </a:lnTo>
                  <a:lnTo>
                    <a:pt x="395" y="737"/>
                  </a:lnTo>
                  <a:lnTo>
                    <a:pt x="413" y="736"/>
                  </a:lnTo>
                  <a:lnTo>
                    <a:pt x="430" y="735"/>
                  </a:lnTo>
                  <a:lnTo>
                    <a:pt x="448" y="732"/>
                  </a:lnTo>
                  <a:lnTo>
                    <a:pt x="465" y="729"/>
                  </a:lnTo>
                  <a:lnTo>
                    <a:pt x="481" y="726"/>
                  </a:lnTo>
                  <a:lnTo>
                    <a:pt x="498" y="722"/>
                  </a:lnTo>
                  <a:lnTo>
                    <a:pt x="513" y="716"/>
                  </a:lnTo>
                  <a:lnTo>
                    <a:pt x="529" y="710"/>
                  </a:lnTo>
                  <a:lnTo>
                    <a:pt x="543" y="703"/>
                  </a:lnTo>
                  <a:lnTo>
                    <a:pt x="559" y="695"/>
                  </a:lnTo>
                  <a:lnTo>
                    <a:pt x="573" y="687"/>
                  </a:lnTo>
                  <a:lnTo>
                    <a:pt x="587" y="678"/>
                  </a:lnTo>
                  <a:lnTo>
                    <a:pt x="600" y="668"/>
                  </a:lnTo>
                  <a:lnTo>
                    <a:pt x="613" y="658"/>
                  </a:lnTo>
                  <a:lnTo>
                    <a:pt x="625" y="648"/>
                  </a:lnTo>
                  <a:lnTo>
                    <a:pt x="637" y="637"/>
                  </a:lnTo>
                  <a:lnTo>
                    <a:pt x="649" y="625"/>
                  </a:lnTo>
                  <a:lnTo>
                    <a:pt x="660" y="612"/>
                  </a:lnTo>
                  <a:lnTo>
                    <a:pt x="670" y="599"/>
                  </a:lnTo>
                  <a:lnTo>
                    <a:pt x="680" y="585"/>
                  </a:lnTo>
                  <a:lnTo>
                    <a:pt x="688" y="571"/>
                  </a:lnTo>
                  <a:lnTo>
                    <a:pt x="697" y="557"/>
                  </a:lnTo>
                  <a:lnTo>
                    <a:pt x="704" y="543"/>
                  </a:lnTo>
                  <a:lnTo>
                    <a:pt x="711" y="528"/>
                  </a:lnTo>
                  <a:lnTo>
                    <a:pt x="717" y="511"/>
                  </a:lnTo>
                  <a:lnTo>
                    <a:pt x="722" y="496"/>
                  </a:lnTo>
                  <a:lnTo>
                    <a:pt x="728" y="480"/>
                  </a:lnTo>
                  <a:lnTo>
                    <a:pt x="731" y="463"/>
                  </a:lnTo>
                  <a:lnTo>
                    <a:pt x="734" y="446"/>
                  </a:lnTo>
                  <a:lnTo>
                    <a:pt x="736" y="430"/>
                  </a:lnTo>
                  <a:lnTo>
                    <a:pt x="737" y="412"/>
                  </a:lnTo>
                  <a:lnTo>
                    <a:pt x="738" y="395"/>
                  </a:lnTo>
                  <a:lnTo>
                    <a:pt x="738" y="395"/>
                  </a:lnTo>
                  <a:lnTo>
                    <a:pt x="737" y="376"/>
                  </a:lnTo>
                  <a:lnTo>
                    <a:pt x="736" y="359"/>
                  </a:lnTo>
                  <a:lnTo>
                    <a:pt x="734" y="343"/>
                  </a:lnTo>
                  <a:lnTo>
                    <a:pt x="731" y="325"/>
                  </a:lnTo>
                  <a:lnTo>
                    <a:pt x="728" y="309"/>
                  </a:lnTo>
                  <a:lnTo>
                    <a:pt x="722" y="292"/>
                  </a:lnTo>
                  <a:lnTo>
                    <a:pt x="717" y="277"/>
                  </a:lnTo>
                  <a:lnTo>
                    <a:pt x="711" y="261"/>
                  </a:lnTo>
                  <a:lnTo>
                    <a:pt x="704" y="246"/>
                  </a:lnTo>
                  <a:lnTo>
                    <a:pt x="697" y="232"/>
                  </a:lnTo>
                  <a:lnTo>
                    <a:pt x="688" y="217"/>
                  </a:lnTo>
                  <a:lnTo>
                    <a:pt x="680" y="203"/>
                  </a:lnTo>
                  <a:lnTo>
                    <a:pt x="670" y="190"/>
                  </a:lnTo>
                  <a:lnTo>
                    <a:pt x="660" y="177"/>
                  </a:lnTo>
                  <a:lnTo>
                    <a:pt x="649" y="164"/>
                  </a:lnTo>
                  <a:lnTo>
                    <a:pt x="637" y="153"/>
                  </a:lnTo>
                  <a:lnTo>
                    <a:pt x="625" y="141"/>
                  </a:lnTo>
                  <a:lnTo>
                    <a:pt x="613" y="130"/>
                  </a:lnTo>
                  <a:lnTo>
                    <a:pt x="600" y="120"/>
                  </a:lnTo>
                  <a:lnTo>
                    <a:pt x="587" y="111"/>
                  </a:lnTo>
                  <a:lnTo>
                    <a:pt x="573" y="102"/>
                  </a:lnTo>
                  <a:lnTo>
                    <a:pt x="559" y="93"/>
                  </a:lnTo>
                  <a:lnTo>
                    <a:pt x="543" y="86"/>
                  </a:lnTo>
                  <a:lnTo>
                    <a:pt x="529" y="79"/>
                  </a:lnTo>
                  <a:lnTo>
                    <a:pt x="513" y="72"/>
                  </a:lnTo>
                  <a:lnTo>
                    <a:pt x="498" y="68"/>
                  </a:lnTo>
                  <a:lnTo>
                    <a:pt x="481" y="63"/>
                  </a:lnTo>
                  <a:lnTo>
                    <a:pt x="465" y="59"/>
                  </a:lnTo>
                  <a:lnTo>
                    <a:pt x="448" y="56"/>
                  </a:lnTo>
                  <a:lnTo>
                    <a:pt x="430" y="54"/>
                  </a:lnTo>
                  <a:lnTo>
                    <a:pt x="413" y="53"/>
                  </a:lnTo>
                  <a:lnTo>
                    <a:pt x="395" y="52"/>
                  </a:lnTo>
                  <a:lnTo>
                    <a:pt x="395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  <p:sp>
          <p:nvSpPr>
            <p:cNvPr id="41" name="Freeform 510">
              <a:extLst>
                <a:ext uri="{FF2B5EF4-FFF2-40B4-BE49-F238E27FC236}">
                  <a16:creationId xmlns:a16="http://schemas.microsoft.com/office/drawing/2014/main" id="{BB580A32-51AC-ED42-9F90-88C5F04F170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3497" y="7814814"/>
              <a:ext cx="268151" cy="231212"/>
            </a:xfrm>
            <a:custGeom>
              <a:avLst/>
              <a:gdLst>
                <a:gd name="T0" fmla="*/ 180 w 391"/>
                <a:gd name="T1" fmla="*/ 337 h 337"/>
                <a:gd name="T2" fmla="*/ 0 w 391"/>
                <a:gd name="T3" fmla="*/ 214 h 337"/>
                <a:gd name="T4" fmla="*/ 38 w 391"/>
                <a:gd name="T5" fmla="*/ 160 h 337"/>
                <a:gd name="T6" fmla="*/ 164 w 391"/>
                <a:gd name="T7" fmla="*/ 246 h 337"/>
                <a:gd name="T8" fmla="*/ 337 w 391"/>
                <a:gd name="T9" fmla="*/ 0 h 337"/>
                <a:gd name="T10" fmla="*/ 391 w 391"/>
                <a:gd name="T11" fmla="*/ 38 h 337"/>
                <a:gd name="T12" fmla="*/ 180 w 391"/>
                <a:gd name="T13" fmla="*/ 337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1" h="337">
                  <a:moveTo>
                    <a:pt x="180" y="337"/>
                  </a:moveTo>
                  <a:lnTo>
                    <a:pt x="0" y="214"/>
                  </a:lnTo>
                  <a:lnTo>
                    <a:pt x="38" y="160"/>
                  </a:lnTo>
                  <a:lnTo>
                    <a:pt x="164" y="246"/>
                  </a:lnTo>
                  <a:lnTo>
                    <a:pt x="337" y="0"/>
                  </a:lnTo>
                  <a:lnTo>
                    <a:pt x="391" y="38"/>
                  </a:lnTo>
                  <a:lnTo>
                    <a:pt x="180" y="3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A6AA72A-DA6E-EC4A-B4F4-6E145599EC49}"/>
              </a:ext>
            </a:extLst>
          </p:cNvPr>
          <p:cNvGrpSpPr/>
          <p:nvPr/>
        </p:nvGrpSpPr>
        <p:grpSpPr>
          <a:xfrm>
            <a:off x="7914948" y="2576702"/>
            <a:ext cx="327271" cy="327271"/>
            <a:chOff x="6766685" y="7662953"/>
            <a:chExt cx="540406" cy="540406"/>
          </a:xfrm>
          <a:solidFill>
            <a:schemeClr val="accent1"/>
          </a:solidFill>
        </p:grpSpPr>
        <p:sp>
          <p:nvSpPr>
            <p:cNvPr id="43" name="Freeform 509">
              <a:extLst>
                <a:ext uri="{FF2B5EF4-FFF2-40B4-BE49-F238E27FC236}">
                  <a16:creationId xmlns:a16="http://schemas.microsoft.com/office/drawing/2014/main" id="{F466CC74-1685-964F-8B36-F82A540739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66685" y="7662953"/>
              <a:ext cx="540406" cy="540406"/>
            </a:xfrm>
            <a:custGeom>
              <a:avLst/>
              <a:gdLst>
                <a:gd name="T0" fmla="*/ 335 w 791"/>
                <a:gd name="T1" fmla="*/ 785 h 790"/>
                <a:gd name="T2" fmla="*/ 242 w 791"/>
                <a:gd name="T3" fmla="*/ 759 h 790"/>
                <a:gd name="T4" fmla="*/ 159 w 791"/>
                <a:gd name="T5" fmla="*/ 711 h 790"/>
                <a:gd name="T6" fmla="*/ 90 w 791"/>
                <a:gd name="T7" fmla="*/ 645 h 790"/>
                <a:gd name="T8" fmla="*/ 39 w 791"/>
                <a:gd name="T9" fmla="*/ 566 h 790"/>
                <a:gd name="T10" fmla="*/ 9 w 791"/>
                <a:gd name="T11" fmla="*/ 474 h 790"/>
                <a:gd name="T12" fmla="*/ 0 w 791"/>
                <a:gd name="T13" fmla="*/ 395 h 790"/>
                <a:gd name="T14" fmla="*/ 13 w 791"/>
                <a:gd name="T15" fmla="*/ 296 h 790"/>
                <a:gd name="T16" fmla="*/ 48 w 791"/>
                <a:gd name="T17" fmla="*/ 206 h 790"/>
                <a:gd name="T18" fmla="*/ 103 w 791"/>
                <a:gd name="T19" fmla="*/ 129 h 790"/>
                <a:gd name="T20" fmla="*/ 175 w 791"/>
                <a:gd name="T21" fmla="*/ 67 h 790"/>
                <a:gd name="T22" fmla="*/ 260 w 791"/>
                <a:gd name="T23" fmla="*/ 23 h 790"/>
                <a:gd name="T24" fmla="*/ 355 w 791"/>
                <a:gd name="T25" fmla="*/ 1 h 790"/>
                <a:gd name="T26" fmla="*/ 436 w 791"/>
                <a:gd name="T27" fmla="*/ 1 h 790"/>
                <a:gd name="T28" fmla="*/ 531 w 791"/>
                <a:gd name="T29" fmla="*/ 23 h 790"/>
                <a:gd name="T30" fmla="*/ 616 w 791"/>
                <a:gd name="T31" fmla="*/ 67 h 790"/>
                <a:gd name="T32" fmla="*/ 688 w 791"/>
                <a:gd name="T33" fmla="*/ 129 h 790"/>
                <a:gd name="T34" fmla="*/ 743 w 791"/>
                <a:gd name="T35" fmla="*/ 206 h 790"/>
                <a:gd name="T36" fmla="*/ 779 w 791"/>
                <a:gd name="T37" fmla="*/ 296 h 790"/>
                <a:gd name="T38" fmla="*/ 791 w 791"/>
                <a:gd name="T39" fmla="*/ 395 h 790"/>
                <a:gd name="T40" fmla="*/ 783 w 791"/>
                <a:gd name="T41" fmla="*/ 474 h 790"/>
                <a:gd name="T42" fmla="*/ 751 w 791"/>
                <a:gd name="T43" fmla="*/ 566 h 790"/>
                <a:gd name="T44" fmla="*/ 700 w 791"/>
                <a:gd name="T45" fmla="*/ 645 h 790"/>
                <a:gd name="T46" fmla="*/ 632 w 791"/>
                <a:gd name="T47" fmla="*/ 711 h 790"/>
                <a:gd name="T48" fmla="*/ 549 w 791"/>
                <a:gd name="T49" fmla="*/ 759 h 790"/>
                <a:gd name="T50" fmla="*/ 456 w 791"/>
                <a:gd name="T51" fmla="*/ 785 h 790"/>
                <a:gd name="T52" fmla="*/ 395 w 791"/>
                <a:gd name="T53" fmla="*/ 52 h 790"/>
                <a:gd name="T54" fmla="*/ 327 w 791"/>
                <a:gd name="T55" fmla="*/ 59 h 790"/>
                <a:gd name="T56" fmla="*/ 247 w 791"/>
                <a:gd name="T57" fmla="*/ 86 h 790"/>
                <a:gd name="T58" fmla="*/ 178 w 791"/>
                <a:gd name="T59" fmla="*/ 130 h 790"/>
                <a:gd name="T60" fmla="*/ 122 w 791"/>
                <a:gd name="T61" fmla="*/ 190 h 790"/>
                <a:gd name="T62" fmla="*/ 80 w 791"/>
                <a:gd name="T63" fmla="*/ 261 h 790"/>
                <a:gd name="T64" fmla="*/ 58 w 791"/>
                <a:gd name="T65" fmla="*/ 343 h 790"/>
                <a:gd name="T66" fmla="*/ 54 w 791"/>
                <a:gd name="T67" fmla="*/ 412 h 790"/>
                <a:gd name="T68" fmla="*/ 68 w 791"/>
                <a:gd name="T69" fmla="*/ 496 h 790"/>
                <a:gd name="T70" fmla="*/ 103 w 791"/>
                <a:gd name="T71" fmla="*/ 571 h 790"/>
                <a:gd name="T72" fmla="*/ 153 w 791"/>
                <a:gd name="T73" fmla="*/ 637 h 790"/>
                <a:gd name="T74" fmla="*/ 219 w 791"/>
                <a:gd name="T75" fmla="*/ 687 h 790"/>
                <a:gd name="T76" fmla="*/ 294 w 791"/>
                <a:gd name="T77" fmla="*/ 722 h 790"/>
                <a:gd name="T78" fmla="*/ 378 w 791"/>
                <a:gd name="T79" fmla="*/ 736 h 790"/>
                <a:gd name="T80" fmla="*/ 448 w 791"/>
                <a:gd name="T81" fmla="*/ 732 h 790"/>
                <a:gd name="T82" fmla="*/ 529 w 791"/>
                <a:gd name="T83" fmla="*/ 710 h 790"/>
                <a:gd name="T84" fmla="*/ 600 w 791"/>
                <a:gd name="T85" fmla="*/ 668 h 790"/>
                <a:gd name="T86" fmla="*/ 660 w 791"/>
                <a:gd name="T87" fmla="*/ 612 h 790"/>
                <a:gd name="T88" fmla="*/ 704 w 791"/>
                <a:gd name="T89" fmla="*/ 543 h 790"/>
                <a:gd name="T90" fmla="*/ 731 w 791"/>
                <a:gd name="T91" fmla="*/ 463 h 790"/>
                <a:gd name="T92" fmla="*/ 738 w 791"/>
                <a:gd name="T93" fmla="*/ 395 h 790"/>
                <a:gd name="T94" fmla="*/ 728 w 791"/>
                <a:gd name="T95" fmla="*/ 309 h 790"/>
                <a:gd name="T96" fmla="*/ 697 w 791"/>
                <a:gd name="T97" fmla="*/ 232 h 790"/>
                <a:gd name="T98" fmla="*/ 649 w 791"/>
                <a:gd name="T99" fmla="*/ 164 h 790"/>
                <a:gd name="T100" fmla="*/ 587 w 791"/>
                <a:gd name="T101" fmla="*/ 111 h 790"/>
                <a:gd name="T102" fmla="*/ 513 w 791"/>
                <a:gd name="T103" fmla="*/ 72 h 790"/>
                <a:gd name="T104" fmla="*/ 430 w 791"/>
                <a:gd name="T105" fmla="*/ 54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91" h="790">
                  <a:moveTo>
                    <a:pt x="395" y="790"/>
                  </a:moveTo>
                  <a:lnTo>
                    <a:pt x="395" y="790"/>
                  </a:lnTo>
                  <a:lnTo>
                    <a:pt x="376" y="789"/>
                  </a:lnTo>
                  <a:lnTo>
                    <a:pt x="355" y="788"/>
                  </a:lnTo>
                  <a:lnTo>
                    <a:pt x="335" y="785"/>
                  </a:lnTo>
                  <a:lnTo>
                    <a:pt x="316" y="782"/>
                  </a:lnTo>
                  <a:lnTo>
                    <a:pt x="297" y="777"/>
                  </a:lnTo>
                  <a:lnTo>
                    <a:pt x="278" y="772"/>
                  </a:lnTo>
                  <a:lnTo>
                    <a:pt x="260" y="766"/>
                  </a:lnTo>
                  <a:lnTo>
                    <a:pt x="242" y="759"/>
                  </a:lnTo>
                  <a:lnTo>
                    <a:pt x="224" y="751"/>
                  </a:lnTo>
                  <a:lnTo>
                    <a:pt x="207" y="742"/>
                  </a:lnTo>
                  <a:lnTo>
                    <a:pt x="190" y="732"/>
                  </a:lnTo>
                  <a:lnTo>
                    <a:pt x="175" y="722"/>
                  </a:lnTo>
                  <a:lnTo>
                    <a:pt x="159" y="711"/>
                  </a:lnTo>
                  <a:lnTo>
                    <a:pt x="145" y="700"/>
                  </a:lnTo>
                  <a:lnTo>
                    <a:pt x="129" y="687"/>
                  </a:lnTo>
                  <a:lnTo>
                    <a:pt x="116" y="674"/>
                  </a:lnTo>
                  <a:lnTo>
                    <a:pt x="103" y="661"/>
                  </a:lnTo>
                  <a:lnTo>
                    <a:pt x="90" y="645"/>
                  </a:lnTo>
                  <a:lnTo>
                    <a:pt x="79" y="631"/>
                  </a:lnTo>
                  <a:lnTo>
                    <a:pt x="67" y="615"/>
                  </a:lnTo>
                  <a:lnTo>
                    <a:pt x="58" y="600"/>
                  </a:lnTo>
                  <a:lnTo>
                    <a:pt x="48" y="582"/>
                  </a:lnTo>
                  <a:lnTo>
                    <a:pt x="39" y="566"/>
                  </a:lnTo>
                  <a:lnTo>
                    <a:pt x="31" y="548"/>
                  </a:lnTo>
                  <a:lnTo>
                    <a:pt x="24" y="530"/>
                  </a:lnTo>
                  <a:lnTo>
                    <a:pt x="18" y="511"/>
                  </a:lnTo>
                  <a:lnTo>
                    <a:pt x="13" y="493"/>
                  </a:lnTo>
                  <a:lnTo>
                    <a:pt x="9" y="474"/>
                  </a:lnTo>
                  <a:lnTo>
                    <a:pt x="5" y="455"/>
                  </a:lnTo>
                  <a:lnTo>
                    <a:pt x="2" y="435"/>
                  </a:lnTo>
                  <a:lnTo>
                    <a:pt x="1" y="414"/>
                  </a:lnTo>
                  <a:lnTo>
                    <a:pt x="0" y="395"/>
                  </a:lnTo>
                  <a:lnTo>
                    <a:pt x="0" y="395"/>
                  </a:lnTo>
                  <a:lnTo>
                    <a:pt x="1" y="374"/>
                  </a:lnTo>
                  <a:lnTo>
                    <a:pt x="2" y="355"/>
                  </a:lnTo>
                  <a:lnTo>
                    <a:pt x="5" y="334"/>
                  </a:lnTo>
                  <a:lnTo>
                    <a:pt x="9" y="315"/>
                  </a:lnTo>
                  <a:lnTo>
                    <a:pt x="13" y="296"/>
                  </a:lnTo>
                  <a:lnTo>
                    <a:pt x="18" y="277"/>
                  </a:lnTo>
                  <a:lnTo>
                    <a:pt x="24" y="259"/>
                  </a:lnTo>
                  <a:lnTo>
                    <a:pt x="31" y="240"/>
                  </a:lnTo>
                  <a:lnTo>
                    <a:pt x="39" y="223"/>
                  </a:lnTo>
                  <a:lnTo>
                    <a:pt x="48" y="206"/>
                  </a:lnTo>
                  <a:lnTo>
                    <a:pt x="58" y="189"/>
                  </a:lnTo>
                  <a:lnTo>
                    <a:pt x="67" y="174"/>
                  </a:lnTo>
                  <a:lnTo>
                    <a:pt x="79" y="159"/>
                  </a:lnTo>
                  <a:lnTo>
                    <a:pt x="90" y="143"/>
                  </a:lnTo>
                  <a:lnTo>
                    <a:pt x="103" y="129"/>
                  </a:lnTo>
                  <a:lnTo>
                    <a:pt x="116" y="115"/>
                  </a:lnTo>
                  <a:lnTo>
                    <a:pt x="129" y="102"/>
                  </a:lnTo>
                  <a:lnTo>
                    <a:pt x="145" y="90"/>
                  </a:lnTo>
                  <a:lnTo>
                    <a:pt x="159" y="78"/>
                  </a:lnTo>
                  <a:lnTo>
                    <a:pt x="175" y="67"/>
                  </a:lnTo>
                  <a:lnTo>
                    <a:pt x="190" y="56"/>
                  </a:lnTo>
                  <a:lnTo>
                    <a:pt x="207" y="46"/>
                  </a:lnTo>
                  <a:lnTo>
                    <a:pt x="224" y="38"/>
                  </a:lnTo>
                  <a:lnTo>
                    <a:pt x="242" y="30"/>
                  </a:lnTo>
                  <a:lnTo>
                    <a:pt x="260" y="23"/>
                  </a:lnTo>
                  <a:lnTo>
                    <a:pt x="278" y="17"/>
                  </a:lnTo>
                  <a:lnTo>
                    <a:pt x="297" y="12"/>
                  </a:lnTo>
                  <a:lnTo>
                    <a:pt x="316" y="7"/>
                  </a:lnTo>
                  <a:lnTo>
                    <a:pt x="335" y="4"/>
                  </a:lnTo>
                  <a:lnTo>
                    <a:pt x="355" y="1"/>
                  </a:lnTo>
                  <a:lnTo>
                    <a:pt x="376" y="0"/>
                  </a:lnTo>
                  <a:lnTo>
                    <a:pt x="395" y="0"/>
                  </a:lnTo>
                  <a:lnTo>
                    <a:pt x="395" y="0"/>
                  </a:lnTo>
                  <a:lnTo>
                    <a:pt x="416" y="0"/>
                  </a:lnTo>
                  <a:lnTo>
                    <a:pt x="436" y="1"/>
                  </a:lnTo>
                  <a:lnTo>
                    <a:pt x="456" y="4"/>
                  </a:lnTo>
                  <a:lnTo>
                    <a:pt x="475" y="7"/>
                  </a:lnTo>
                  <a:lnTo>
                    <a:pt x="494" y="12"/>
                  </a:lnTo>
                  <a:lnTo>
                    <a:pt x="513" y="17"/>
                  </a:lnTo>
                  <a:lnTo>
                    <a:pt x="531" y="23"/>
                  </a:lnTo>
                  <a:lnTo>
                    <a:pt x="549" y="30"/>
                  </a:lnTo>
                  <a:lnTo>
                    <a:pt x="567" y="38"/>
                  </a:lnTo>
                  <a:lnTo>
                    <a:pt x="584" y="46"/>
                  </a:lnTo>
                  <a:lnTo>
                    <a:pt x="600" y="56"/>
                  </a:lnTo>
                  <a:lnTo>
                    <a:pt x="616" y="67"/>
                  </a:lnTo>
                  <a:lnTo>
                    <a:pt x="632" y="78"/>
                  </a:lnTo>
                  <a:lnTo>
                    <a:pt x="647" y="90"/>
                  </a:lnTo>
                  <a:lnTo>
                    <a:pt x="661" y="102"/>
                  </a:lnTo>
                  <a:lnTo>
                    <a:pt x="675" y="115"/>
                  </a:lnTo>
                  <a:lnTo>
                    <a:pt x="688" y="129"/>
                  </a:lnTo>
                  <a:lnTo>
                    <a:pt x="700" y="143"/>
                  </a:lnTo>
                  <a:lnTo>
                    <a:pt x="712" y="159"/>
                  </a:lnTo>
                  <a:lnTo>
                    <a:pt x="723" y="174"/>
                  </a:lnTo>
                  <a:lnTo>
                    <a:pt x="734" y="189"/>
                  </a:lnTo>
                  <a:lnTo>
                    <a:pt x="743" y="206"/>
                  </a:lnTo>
                  <a:lnTo>
                    <a:pt x="751" y="223"/>
                  </a:lnTo>
                  <a:lnTo>
                    <a:pt x="760" y="240"/>
                  </a:lnTo>
                  <a:lnTo>
                    <a:pt x="767" y="259"/>
                  </a:lnTo>
                  <a:lnTo>
                    <a:pt x="773" y="277"/>
                  </a:lnTo>
                  <a:lnTo>
                    <a:pt x="779" y="296"/>
                  </a:lnTo>
                  <a:lnTo>
                    <a:pt x="783" y="315"/>
                  </a:lnTo>
                  <a:lnTo>
                    <a:pt x="786" y="334"/>
                  </a:lnTo>
                  <a:lnTo>
                    <a:pt x="789" y="355"/>
                  </a:lnTo>
                  <a:lnTo>
                    <a:pt x="791" y="374"/>
                  </a:lnTo>
                  <a:lnTo>
                    <a:pt x="791" y="395"/>
                  </a:lnTo>
                  <a:lnTo>
                    <a:pt x="791" y="395"/>
                  </a:lnTo>
                  <a:lnTo>
                    <a:pt x="791" y="414"/>
                  </a:lnTo>
                  <a:lnTo>
                    <a:pt x="789" y="435"/>
                  </a:lnTo>
                  <a:lnTo>
                    <a:pt x="786" y="455"/>
                  </a:lnTo>
                  <a:lnTo>
                    <a:pt x="783" y="474"/>
                  </a:lnTo>
                  <a:lnTo>
                    <a:pt x="779" y="493"/>
                  </a:lnTo>
                  <a:lnTo>
                    <a:pt x="773" y="511"/>
                  </a:lnTo>
                  <a:lnTo>
                    <a:pt x="767" y="530"/>
                  </a:lnTo>
                  <a:lnTo>
                    <a:pt x="760" y="548"/>
                  </a:lnTo>
                  <a:lnTo>
                    <a:pt x="751" y="566"/>
                  </a:lnTo>
                  <a:lnTo>
                    <a:pt x="743" y="582"/>
                  </a:lnTo>
                  <a:lnTo>
                    <a:pt x="734" y="600"/>
                  </a:lnTo>
                  <a:lnTo>
                    <a:pt x="723" y="615"/>
                  </a:lnTo>
                  <a:lnTo>
                    <a:pt x="712" y="631"/>
                  </a:lnTo>
                  <a:lnTo>
                    <a:pt x="700" y="645"/>
                  </a:lnTo>
                  <a:lnTo>
                    <a:pt x="688" y="661"/>
                  </a:lnTo>
                  <a:lnTo>
                    <a:pt x="675" y="674"/>
                  </a:lnTo>
                  <a:lnTo>
                    <a:pt x="661" y="687"/>
                  </a:lnTo>
                  <a:lnTo>
                    <a:pt x="647" y="700"/>
                  </a:lnTo>
                  <a:lnTo>
                    <a:pt x="632" y="711"/>
                  </a:lnTo>
                  <a:lnTo>
                    <a:pt x="616" y="722"/>
                  </a:lnTo>
                  <a:lnTo>
                    <a:pt x="600" y="732"/>
                  </a:lnTo>
                  <a:lnTo>
                    <a:pt x="584" y="742"/>
                  </a:lnTo>
                  <a:lnTo>
                    <a:pt x="567" y="751"/>
                  </a:lnTo>
                  <a:lnTo>
                    <a:pt x="549" y="759"/>
                  </a:lnTo>
                  <a:lnTo>
                    <a:pt x="531" y="766"/>
                  </a:lnTo>
                  <a:lnTo>
                    <a:pt x="513" y="772"/>
                  </a:lnTo>
                  <a:lnTo>
                    <a:pt x="494" y="777"/>
                  </a:lnTo>
                  <a:lnTo>
                    <a:pt x="475" y="782"/>
                  </a:lnTo>
                  <a:lnTo>
                    <a:pt x="456" y="785"/>
                  </a:lnTo>
                  <a:lnTo>
                    <a:pt x="436" y="788"/>
                  </a:lnTo>
                  <a:lnTo>
                    <a:pt x="416" y="789"/>
                  </a:lnTo>
                  <a:lnTo>
                    <a:pt x="395" y="790"/>
                  </a:lnTo>
                  <a:lnTo>
                    <a:pt x="395" y="790"/>
                  </a:lnTo>
                  <a:close/>
                  <a:moveTo>
                    <a:pt x="395" y="52"/>
                  </a:moveTo>
                  <a:lnTo>
                    <a:pt x="395" y="52"/>
                  </a:lnTo>
                  <a:lnTo>
                    <a:pt x="378" y="53"/>
                  </a:lnTo>
                  <a:lnTo>
                    <a:pt x="360" y="54"/>
                  </a:lnTo>
                  <a:lnTo>
                    <a:pt x="344" y="56"/>
                  </a:lnTo>
                  <a:lnTo>
                    <a:pt x="327" y="59"/>
                  </a:lnTo>
                  <a:lnTo>
                    <a:pt x="310" y="63"/>
                  </a:lnTo>
                  <a:lnTo>
                    <a:pt x="294" y="68"/>
                  </a:lnTo>
                  <a:lnTo>
                    <a:pt x="278" y="72"/>
                  </a:lnTo>
                  <a:lnTo>
                    <a:pt x="262" y="79"/>
                  </a:lnTo>
                  <a:lnTo>
                    <a:pt x="247" y="86"/>
                  </a:lnTo>
                  <a:lnTo>
                    <a:pt x="233" y="93"/>
                  </a:lnTo>
                  <a:lnTo>
                    <a:pt x="219" y="102"/>
                  </a:lnTo>
                  <a:lnTo>
                    <a:pt x="205" y="111"/>
                  </a:lnTo>
                  <a:lnTo>
                    <a:pt x="190" y="120"/>
                  </a:lnTo>
                  <a:lnTo>
                    <a:pt x="178" y="130"/>
                  </a:lnTo>
                  <a:lnTo>
                    <a:pt x="165" y="141"/>
                  </a:lnTo>
                  <a:lnTo>
                    <a:pt x="153" y="153"/>
                  </a:lnTo>
                  <a:lnTo>
                    <a:pt x="143" y="164"/>
                  </a:lnTo>
                  <a:lnTo>
                    <a:pt x="132" y="177"/>
                  </a:lnTo>
                  <a:lnTo>
                    <a:pt x="122" y="190"/>
                  </a:lnTo>
                  <a:lnTo>
                    <a:pt x="112" y="203"/>
                  </a:lnTo>
                  <a:lnTo>
                    <a:pt x="103" y="217"/>
                  </a:lnTo>
                  <a:lnTo>
                    <a:pt x="95" y="232"/>
                  </a:lnTo>
                  <a:lnTo>
                    <a:pt x="87" y="246"/>
                  </a:lnTo>
                  <a:lnTo>
                    <a:pt x="80" y="261"/>
                  </a:lnTo>
                  <a:lnTo>
                    <a:pt x="74" y="277"/>
                  </a:lnTo>
                  <a:lnTo>
                    <a:pt x="68" y="292"/>
                  </a:lnTo>
                  <a:lnTo>
                    <a:pt x="64" y="309"/>
                  </a:lnTo>
                  <a:lnTo>
                    <a:pt x="61" y="325"/>
                  </a:lnTo>
                  <a:lnTo>
                    <a:pt x="58" y="343"/>
                  </a:lnTo>
                  <a:lnTo>
                    <a:pt x="55" y="359"/>
                  </a:lnTo>
                  <a:lnTo>
                    <a:pt x="54" y="376"/>
                  </a:lnTo>
                  <a:lnTo>
                    <a:pt x="53" y="395"/>
                  </a:lnTo>
                  <a:lnTo>
                    <a:pt x="53" y="395"/>
                  </a:lnTo>
                  <a:lnTo>
                    <a:pt x="54" y="412"/>
                  </a:lnTo>
                  <a:lnTo>
                    <a:pt x="55" y="430"/>
                  </a:lnTo>
                  <a:lnTo>
                    <a:pt x="58" y="446"/>
                  </a:lnTo>
                  <a:lnTo>
                    <a:pt x="61" y="463"/>
                  </a:lnTo>
                  <a:lnTo>
                    <a:pt x="64" y="480"/>
                  </a:lnTo>
                  <a:lnTo>
                    <a:pt x="68" y="496"/>
                  </a:lnTo>
                  <a:lnTo>
                    <a:pt x="74" y="511"/>
                  </a:lnTo>
                  <a:lnTo>
                    <a:pt x="80" y="528"/>
                  </a:lnTo>
                  <a:lnTo>
                    <a:pt x="87" y="543"/>
                  </a:lnTo>
                  <a:lnTo>
                    <a:pt x="95" y="557"/>
                  </a:lnTo>
                  <a:lnTo>
                    <a:pt x="103" y="571"/>
                  </a:lnTo>
                  <a:lnTo>
                    <a:pt x="112" y="585"/>
                  </a:lnTo>
                  <a:lnTo>
                    <a:pt x="122" y="599"/>
                  </a:lnTo>
                  <a:lnTo>
                    <a:pt x="132" y="612"/>
                  </a:lnTo>
                  <a:lnTo>
                    <a:pt x="143" y="625"/>
                  </a:lnTo>
                  <a:lnTo>
                    <a:pt x="153" y="637"/>
                  </a:lnTo>
                  <a:lnTo>
                    <a:pt x="165" y="648"/>
                  </a:lnTo>
                  <a:lnTo>
                    <a:pt x="178" y="658"/>
                  </a:lnTo>
                  <a:lnTo>
                    <a:pt x="190" y="668"/>
                  </a:lnTo>
                  <a:lnTo>
                    <a:pt x="205" y="678"/>
                  </a:lnTo>
                  <a:lnTo>
                    <a:pt x="219" y="687"/>
                  </a:lnTo>
                  <a:lnTo>
                    <a:pt x="233" y="695"/>
                  </a:lnTo>
                  <a:lnTo>
                    <a:pt x="247" y="703"/>
                  </a:lnTo>
                  <a:lnTo>
                    <a:pt x="262" y="710"/>
                  </a:lnTo>
                  <a:lnTo>
                    <a:pt x="278" y="716"/>
                  </a:lnTo>
                  <a:lnTo>
                    <a:pt x="294" y="722"/>
                  </a:lnTo>
                  <a:lnTo>
                    <a:pt x="310" y="726"/>
                  </a:lnTo>
                  <a:lnTo>
                    <a:pt x="327" y="729"/>
                  </a:lnTo>
                  <a:lnTo>
                    <a:pt x="344" y="732"/>
                  </a:lnTo>
                  <a:lnTo>
                    <a:pt x="360" y="735"/>
                  </a:lnTo>
                  <a:lnTo>
                    <a:pt x="378" y="736"/>
                  </a:lnTo>
                  <a:lnTo>
                    <a:pt x="395" y="737"/>
                  </a:lnTo>
                  <a:lnTo>
                    <a:pt x="395" y="737"/>
                  </a:lnTo>
                  <a:lnTo>
                    <a:pt x="413" y="736"/>
                  </a:lnTo>
                  <a:lnTo>
                    <a:pt x="430" y="735"/>
                  </a:lnTo>
                  <a:lnTo>
                    <a:pt x="448" y="732"/>
                  </a:lnTo>
                  <a:lnTo>
                    <a:pt x="465" y="729"/>
                  </a:lnTo>
                  <a:lnTo>
                    <a:pt x="481" y="726"/>
                  </a:lnTo>
                  <a:lnTo>
                    <a:pt x="498" y="722"/>
                  </a:lnTo>
                  <a:lnTo>
                    <a:pt x="513" y="716"/>
                  </a:lnTo>
                  <a:lnTo>
                    <a:pt x="529" y="710"/>
                  </a:lnTo>
                  <a:lnTo>
                    <a:pt x="543" y="703"/>
                  </a:lnTo>
                  <a:lnTo>
                    <a:pt x="559" y="695"/>
                  </a:lnTo>
                  <a:lnTo>
                    <a:pt x="573" y="687"/>
                  </a:lnTo>
                  <a:lnTo>
                    <a:pt x="587" y="678"/>
                  </a:lnTo>
                  <a:lnTo>
                    <a:pt x="600" y="668"/>
                  </a:lnTo>
                  <a:lnTo>
                    <a:pt x="613" y="658"/>
                  </a:lnTo>
                  <a:lnTo>
                    <a:pt x="625" y="648"/>
                  </a:lnTo>
                  <a:lnTo>
                    <a:pt x="637" y="637"/>
                  </a:lnTo>
                  <a:lnTo>
                    <a:pt x="649" y="625"/>
                  </a:lnTo>
                  <a:lnTo>
                    <a:pt x="660" y="612"/>
                  </a:lnTo>
                  <a:lnTo>
                    <a:pt x="670" y="599"/>
                  </a:lnTo>
                  <a:lnTo>
                    <a:pt x="680" y="585"/>
                  </a:lnTo>
                  <a:lnTo>
                    <a:pt x="688" y="571"/>
                  </a:lnTo>
                  <a:lnTo>
                    <a:pt x="697" y="557"/>
                  </a:lnTo>
                  <a:lnTo>
                    <a:pt x="704" y="543"/>
                  </a:lnTo>
                  <a:lnTo>
                    <a:pt x="711" y="528"/>
                  </a:lnTo>
                  <a:lnTo>
                    <a:pt x="717" y="511"/>
                  </a:lnTo>
                  <a:lnTo>
                    <a:pt x="722" y="496"/>
                  </a:lnTo>
                  <a:lnTo>
                    <a:pt x="728" y="480"/>
                  </a:lnTo>
                  <a:lnTo>
                    <a:pt x="731" y="463"/>
                  </a:lnTo>
                  <a:lnTo>
                    <a:pt x="734" y="446"/>
                  </a:lnTo>
                  <a:lnTo>
                    <a:pt x="736" y="430"/>
                  </a:lnTo>
                  <a:lnTo>
                    <a:pt x="737" y="412"/>
                  </a:lnTo>
                  <a:lnTo>
                    <a:pt x="738" y="395"/>
                  </a:lnTo>
                  <a:lnTo>
                    <a:pt x="738" y="395"/>
                  </a:lnTo>
                  <a:lnTo>
                    <a:pt x="737" y="376"/>
                  </a:lnTo>
                  <a:lnTo>
                    <a:pt x="736" y="359"/>
                  </a:lnTo>
                  <a:lnTo>
                    <a:pt x="734" y="343"/>
                  </a:lnTo>
                  <a:lnTo>
                    <a:pt x="731" y="325"/>
                  </a:lnTo>
                  <a:lnTo>
                    <a:pt x="728" y="309"/>
                  </a:lnTo>
                  <a:lnTo>
                    <a:pt x="722" y="292"/>
                  </a:lnTo>
                  <a:lnTo>
                    <a:pt x="717" y="277"/>
                  </a:lnTo>
                  <a:lnTo>
                    <a:pt x="711" y="261"/>
                  </a:lnTo>
                  <a:lnTo>
                    <a:pt x="704" y="246"/>
                  </a:lnTo>
                  <a:lnTo>
                    <a:pt x="697" y="232"/>
                  </a:lnTo>
                  <a:lnTo>
                    <a:pt x="688" y="217"/>
                  </a:lnTo>
                  <a:lnTo>
                    <a:pt x="680" y="203"/>
                  </a:lnTo>
                  <a:lnTo>
                    <a:pt x="670" y="190"/>
                  </a:lnTo>
                  <a:lnTo>
                    <a:pt x="660" y="177"/>
                  </a:lnTo>
                  <a:lnTo>
                    <a:pt x="649" y="164"/>
                  </a:lnTo>
                  <a:lnTo>
                    <a:pt x="637" y="153"/>
                  </a:lnTo>
                  <a:lnTo>
                    <a:pt x="625" y="141"/>
                  </a:lnTo>
                  <a:lnTo>
                    <a:pt x="613" y="130"/>
                  </a:lnTo>
                  <a:lnTo>
                    <a:pt x="600" y="120"/>
                  </a:lnTo>
                  <a:lnTo>
                    <a:pt x="587" y="111"/>
                  </a:lnTo>
                  <a:lnTo>
                    <a:pt x="573" y="102"/>
                  </a:lnTo>
                  <a:lnTo>
                    <a:pt x="559" y="93"/>
                  </a:lnTo>
                  <a:lnTo>
                    <a:pt x="543" y="86"/>
                  </a:lnTo>
                  <a:lnTo>
                    <a:pt x="529" y="79"/>
                  </a:lnTo>
                  <a:lnTo>
                    <a:pt x="513" y="72"/>
                  </a:lnTo>
                  <a:lnTo>
                    <a:pt x="498" y="68"/>
                  </a:lnTo>
                  <a:lnTo>
                    <a:pt x="481" y="63"/>
                  </a:lnTo>
                  <a:lnTo>
                    <a:pt x="465" y="59"/>
                  </a:lnTo>
                  <a:lnTo>
                    <a:pt x="448" y="56"/>
                  </a:lnTo>
                  <a:lnTo>
                    <a:pt x="430" y="54"/>
                  </a:lnTo>
                  <a:lnTo>
                    <a:pt x="413" y="53"/>
                  </a:lnTo>
                  <a:lnTo>
                    <a:pt x="395" y="52"/>
                  </a:lnTo>
                  <a:lnTo>
                    <a:pt x="395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  <p:sp>
          <p:nvSpPr>
            <p:cNvPr id="44" name="Freeform 510">
              <a:extLst>
                <a:ext uri="{FF2B5EF4-FFF2-40B4-BE49-F238E27FC236}">
                  <a16:creationId xmlns:a16="http://schemas.microsoft.com/office/drawing/2014/main" id="{938A0BFD-D65B-6D47-83CB-509107458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3497" y="7814814"/>
              <a:ext cx="268151" cy="231212"/>
            </a:xfrm>
            <a:custGeom>
              <a:avLst/>
              <a:gdLst>
                <a:gd name="T0" fmla="*/ 180 w 391"/>
                <a:gd name="T1" fmla="*/ 337 h 337"/>
                <a:gd name="T2" fmla="*/ 0 w 391"/>
                <a:gd name="T3" fmla="*/ 214 h 337"/>
                <a:gd name="T4" fmla="*/ 38 w 391"/>
                <a:gd name="T5" fmla="*/ 160 h 337"/>
                <a:gd name="T6" fmla="*/ 164 w 391"/>
                <a:gd name="T7" fmla="*/ 246 h 337"/>
                <a:gd name="T8" fmla="*/ 337 w 391"/>
                <a:gd name="T9" fmla="*/ 0 h 337"/>
                <a:gd name="T10" fmla="*/ 391 w 391"/>
                <a:gd name="T11" fmla="*/ 38 h 337"/>
                <a:gd name="T12" fmla="*/ 180 w 391"/>
                <a:gd name="T13" fmla="*/ 337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1" h="337">
                  <a:moveTo>
                    <a:pt x="180" y="337"/>
                  </a:moveTo>
                  <a:lnTo>
                    <a:pt x="0" y="214"/>
                  </a:lnTo>
                  <a:lnTo>
                    <a:pt x="38" y="160"/>
                  </a:lnTo>
                  <a:lnTo>
                    <a:pt x="164" y="246"/>
                  </a:lnTo>
                  <a:lnTo>
                    <a:pt x="337" y="0"/>
                  </a:lnTo>
                  <a:lnTo>
                    <a:pt x="391" y="38"/>
                  </a:lnTo>
                  <a:lnTo>
                    <a:pt x="180" y="3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572518B-C3B9-5741-85A8-8D7012C2AD01}"/>
              </a:ext>
            </a:extLst>
          </p:cNvPr>
          <p:cNvGrpSpPr/>
          <p:nvPr/>
        </p:nvGrpSpPr>
        <p:grpSpPr>
          <a:xfrm>
            <a:off x="7914948" y="3427218"/>
            <a:ext cx="327271" cy="327271"/>
            <a:chOff x="6766685" y="7662953"/>
            <a:chExt cx="540406" cy="540406"/>
          </a:xfrm>
          <a:solidFill>
            <a:schemeClr val="accent1"/>
          </a:solidFill>
        </p:grpSpPr>
        <p:sp>
          <p:nvSpPr>
            <p:cNvPr id="46" name="Freeform 509">
              <a:extLst>
                <a:ext uri="{FF2B5EF4-FFF2-40B4-BE49-F238E27FC236}">
                  <a16:creationId xmlns:a16="http://schemas.microsoft.com/office/drawing/2014/main" id="{776864C3-678A-8B4D-B222-6ABF2DB5F3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66685" y="7662953"/>
              <a:ext cx="540406" cy="540406"/>
            </a:xfrm>
            <a:custGeom>
              <a:avLst/>
              <a:gdLst>
                <a:gd name="T0" fmla="*/ 335 w 791"/>
                <a:gd name="T1" fmla="*/ 785 h 790"/>
                <a:gd name="T2" fmla="*/ 242 w 791"/>
                <a:gd name="T3" fmla="*/ 759 h 790"/>
                <a:gd name="T4" fmla="*/ 159 w 791"/>
                <a:gd name="T5" fmla="*/ 711 h 790"/>
                <a:gd name="T6" fmla="*/ 90 w 791"/>
                <a:gd name="T7" fmla="*/ 645 h 790"/>
                <a:gd name="T8" fmla="*/ 39 w 791"/>
                <a:gd name="T9" fmla="*/ 566 h 790"/>
                <a:gd name="T10" fmla="*/ 9 w 791"/>
                <a:gd name="T11" fmla="*/ 474 h 790"/>
                <a:gd name="T12" fmla="*/ 0 w 791"/>
                <a:gd name="T13" fmla="*/ 395 h 790"/>
                <a:gd name="T14" fmla="*/ 13 w 791"/>
                <a:gd name="T15" fmla="*/ 296 h 790"/>
                <a:gd name="T16" fmla="*/ 48 w 791"/>
                <a:gd name="T17" fmla="*/ 206 h 790"/>
                <a:gd name="T18" fmla="*/ 103 w 791"/>
                <a:gd name="T19" fmla="*/ 129 h 790"/>
                <a:gd name="T20" fmla="*/ 175 w 791"/>
                <a:gd name="T21" fmla="*/ 67 h 790"/>
                <a:gd name="T22" fmla="*/ 260 w 791"/>
                <a:gd name="T23" fmla="*/ 23 h 790"/>
                <a:gd name="T24" fmla="*/ 355 w 791"/>
                <a:gd name="T25" fmla="*/ 1 h 790"/>
                <a:gd name="T26" fmla="*/ 436 w 791"/>
                <a:gd name="T27" fmla="*/ 1 h 790"/>
                <a:gd name="T28" fmla="*/ 531 w 791"/>
                <a:gd name="T29" fmla="*/ 23 h 790"/>
                <a:gd name="T30" fmla="*/ 616 w 791"/>
                <a:gd name="T31" fmla="*/ 67 h 790"/>
                <a:gd name="T32" fmla="*/ 688 w 791"/>
                <a:gd name="T33" fmla="*/ 129 h 790"/>
                <a:gd name="T34" fmla="*/ 743 w 791"/>
                <a:gd name="T35" fmla="*/ 206 h 790"/>
                <a:gd name="T36" fmla="*/ 779 w 791"/>
                <a:gd name="T37" fmla="*/ 296 h 790"/>
                <a:gd name="T38" fmla="*/ 791 w 791"/>
                <a:gd name="T39" fmla="*/ 395 h 790"/>
                <a:gd name="T40" fmla="*/ 783 w 791"/>
                <a:gd name="T41" fmla="*/ 474 h 790"/>
                <a:gd name="T42" fmla="*/ 751 w 791"/>
                <a:gd name="T43" fmla="*/ 566 h 790"/>
                <a:gd name="T44" fmla="*/ 700 w 791"/>
                <a:gd name="T45" fmla="*/ 645 h 790"/>
                <a:gd name="T46" fmla="*/ 632 w 791"/>
                <a:gd name="T47" fmla="*/ 711 h 790"/>
                <a:gd name="T48" fmla="*/ 549 w 791"/>
                <a:gd name="T49" fmla="*/ 759 h 790"/>
                <a:gd name="T50" fmla="*/ 456 w 791"/>
                <a:gd name="T51" fmla="*/ 785 h 790"/>
                <a:gd name="T52" fmla="*/ 395 w 791"/>
                <a:gd name="T53" fmla="*/ 52 h 790"/>
                <a:gd name="T54" fmla="*/ 327 w 791"/>
                <a:gd name="T55" fmla="*/ 59 h 790"/>
                <a:gd name="T56" fmla="*/ 247 w 791"/>
                <a:gd name="T57" fmla="*/ 86 h 790"/>
                <a:gd name="T58" fmla="*/ 178 w 791"/>
                <a:gd name="T59" fmla="*/ 130 h 790"/>
                <a:gd name="T60" fmla="*/ 122 w 791"/>
                <a:gd name="T61" fmla="*/ 190 h 790"/>
                <a:gd name="T62" fmla="*/ 80 w 791"/>
                <a:gd name="T63" fmla="*/ 261 h 790"/>
                <a:gd name="T64" fmla="*/ 58 w 791"/>
                <a:gd name="T65" fmla="*/ 343 h 790"/>
                <a:gd name="T66" fmla="*/ 54 w 791"/>
                <a:gd name="T67" fmla="*/ 412 h 790"/>
                <a:gd name="T68" fmla="*/ 68 w 791"/>
                <a:gd name="T69" fmla="*/ 496 h 790"/>
                <a:gd name="T70" fmla="*/ 103 w 791"/>
                <a:gd name="T71" fmla="*/ 571 h 790"/>
                <a:gd name="T72" fmla="*/ 153 w 791"/>
                <a:gd name="T73" fmla="*/ 637 h 790"/>
                <a:gd name="T74" fmla="*/ 219 w 791"/>
                <a:gd name="T75" fmla="*/ 687 h 790"/>
                <a:gd name="T76" fmla="*/ 294 w 791"/>
                <a:gd name="T77" fmla="*/ 722 h 790"/>
                <a:gd name="T78" fmla="*/ 378 w 791"/>
                <a:gd name="T79" fmla="*/ 736 h 790"/>
                <a:gd name="T80" fmla="*/ 448 w 791"/>
                <a:gd name="T81" fmla="*/ 732 h 790"/>
                <a:gd name="T82" fmla="*/ 529 w 791"/>
                <a:gd name="T83" fmla="*/ 710 h 790"/>
                <a:gd name="T84" fmla="*/ 600 w 791"/>
                <a:gd name="T85" fmla="*/ 668 h 790"/>
                <a:gd name="T86" fmla="*/ 660 w 791"/>
                <a:gd name="T87" fmla="*/ 612 h 790"/>
                <a:gd name="T88" fmla="*/ 704 w 791"/>
                <a:gd name="T89" fmla="*/ 543 h 790"/>
                <a:gd name="T90" fmla="*/ 731 w 791"/>
                <a:gd name="T91" fmla="*/ 463 h 790"/>
                <a:gd name="T92" fmla="*/ 738 w 791"/>
                <a:gd name="T93" fmla="*/ 395 h 790"/>
                <a:gd name="T94" fmla="*/ 728 w 791"/>
                <a:gd name="T95" fmla="*/ 309 h 790"/>
                <a:gd name="T96" fmla="*/ 697 w 791"/>
                <a:gd name="T97" fmla="*/ 232 h 790"/>
                <a:gd name="T98" fmla="*/ 649 w 791"/>
                <a:gd name="T99" fmla="*/ 164 h 790"/>
                <a:gd name="T100" fmla="*/ 587 w 791"/>
                <a:gd name="T101" fmla="*/ 111 h 790"/>
                <a:gd name="T102" fmla="*/ 513 w 791"/>
                <a:gd name="T103" fmla="*/ 72 h 790"/>
                <a:gd name="T104" fmla="*/ 430 w 791"/>
                <a:gd name="T105" fmla="*/ 54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91" h="790">
                  <a:moveTo>
                    <a:pt x="395" y="790"/>
                  </a:moveTo>
                  <a:lnTo>
                    <a:pt x="395" y="790"/>
                  </a:lnTo>
                  <a:lnTo>
                    <a:pt x="376" y="789"/>
                  </a:lnTo>
                  <a:lnTo>
                    <a:pt x="355" y="788"/>
                  </a:lnTo>
                  <a:lnTo>
                    <a:pt x="335" y="785"/>
                  </a:lnTo>
                  <a:lnTo>
                    <a:pt x="316" y="782"/>
                  </a:lnTo>
                  <a:lnTo>
                    <a:pt x="297" y="777"/>
                  </a:lnTo>
                  <a:lnTo>
                    <a:pt x="278" y="772"/>
                  </a:lnTo>
                  <a:lnTo>
                    <a:pt x="260" y="766"/>
                  </a:lnTo>
                  <a:lnTo>
                    <a:pt x="242" y="759"/>
                  </a:lnTo>
                  <a:lnTo>
                    <a:pt x="224" y="751"/>
                  </a:lnTo>
                  <a:lnTo>
                    <a:pt x="207" y="742"/>
                  </a:lnTo>
                  <a:lnTo>
                    <a:pt x="190" y="732"/>
                  </a:lnTo>
                  <a:lnTo>
                    <a:pt x="175" y="722"/>
                  </a:lnTo>
                  <a:lnTo>
                    <a:pt x="159" y="711"/>
                  </a:lnTo>
                  <a:lnTo>
                    <a:pt x="145" y="700"/>
                  </a:lnTo>
                  <a:lnTo>
                    <a:pt x="129" y="687"/>
                  </a:lnTo>
                  <a:lnTo>
                    <a:pt x="116" y="674"/>
                  </a:lnTo>
                  <a:lnTo>
                    <a:pt x="103" y="661"/>
                  </a:lnTo>
                  <a:lnTo>
                    <a:pt x="90" y="645"/>
                  </a:lnTo>
                  <a:lnTo>
                    <a:pt x="79" y="631"/>
                  </a:lnTo>
                  <a:lnTo>
                    <a:pt x="67" y="615"/>
                  </a:lnTo>
                  <a:lnTo>
                    <a:pt x="58" y="600"/>
                  </a:lnTo>
                  <a:lnTo>
                    <a:pt x="48" y="582"/>
                  </a:lnTo>
                  <a:lnTo>
                    <a:pt x="39" y="566"/>
                  </a:lnTo>
                  <a:lnTo>
                    <a:pt x="31" y="548"/>
                  </a:lnTo>
                  <a:lnTo>
                    <a:pt x="24" y="530"/>
                  </a:lnTo>
                  <a:lnTo>
                    <a:pt x="18" y="511"/>
                  </a:lnTo>
                  <a:lnTo>
                    <a:pt x="13" y="493"/>
                  </a:lnTo>
                  <a:lnTo>
                    <a:pt x="9" y="474"/>
                  </a:lnTo>
                  <a:lnTo>
                    <a:pt x="5" y="455"/>
                  </a:lnTo>
                  <a:lnTo>
                    <a:pt x="2" y="435"/>
                  </a:lnTo>
                  <a:lnTo>
                    <a:pt x="1" y="414"/>
                  </a:lnTo>
                  <a:lnTo>
                    <a:pt x="0" y="395"/>
                  </a:lnTo>
                  <a:lnTo>
                    <a:pt x="0" y="395"/>
                  </a:lnTo>
                  <a:lnTo>
                    <a:pt x="1" y="374"/>
                  </a:lnTo>
                  <a:lnTo>
                    <a:pt x="2" y="355"/>
                  </a:lnTo>
                  <a:lnTo>
                    <a:pt x="5" y="334"/>
                  </a:lnTo>
                  <a:lnTo>
                    <a:pt x="9" y="315"/>
                  </a:lnTo>
                  <a:lnTo>
                    <a:pt x="13" y="296"/>
                  </a:lnTo>
                  <a:lnTo>
                    <a:pt x="18" y="277"/>
                  </a:lnTo>
                  <a:lnTo>
                    <a:pt x="24" y="259"/>
                  </a:lnTo>
                  <a:lnTo>
                    <a:pt x="31" y="240"/>
                  </a:lnTo>
                  <a:lnTo>
                    <a:pt x="39" y="223"/>
                  </a:lnTo>
                  <a:lnTo>
                    <a:pt x="48" y="206"/>
                  </a:lnTo>
                  <a:lnTo>
                    <a:pt x="58" y="189"/>
                  </a:lnTo>
                  <a:lnTo>
                    <a:pt x="67" y="174"/>
                  </a:lnTo>
                  <a:lnTo>
                    <a:pt x="79" y="159"/>
                  </a:lnTo>
                  <a:lnTo>
                    <a:pt x="90" y="143"/>
                  </a:lnTo>
                  <a:lnTo>
                    <a:pt x="103" y="129"/>
                  </a:lnTo>
                  <a:lnTo>
                    <a:pt x="116" y="115"/>
                  </a:lnTo>
                  <a:lnTo>
                    <a:pt x="129" y="102"/>
                  </a:lnTo>
                  <a:lnTo>
                    <a:pt x="145" y="90"/>
                  </a:lnTo>
                  <a:lnTo>
                    <a:pt x="159" y="78"/>
                  </a:lnTo>
                  <a:lnTo>
                    <a:pt x="175" y="67"/>
                  </a:lnTo>
                  <a:lnTo>
                    <a:pt x="190" y="56"/>
                  </a:lnTo>
                  <a:lnTo>
                    <a:pt x="207" y="46"/>
                  </a:lnTo>
                  <a:lnTo>
                    <a:pt x="224" y="38"/>
                  </a:lnTo>
                  <a:lnTo>
                    <a:pt x="242" y="30"/>
                  </a:lnTo>
                  <a:lnTo>
                    <a:pt x="260" y="23"/>
                  </a:lnTo>
                  <a:lnTo>
                    <a:pt x="278" y="17"/>
                  </a:lnTo>
                  <a:lnTo>
                    <a:pt x="297" y="12"/>
                  </a:lnTo>
                  <a:lnTo>
                    <a:pt x="316" y="7"/>
                  </a:lnTo>
                  <a:lnTo>
                    <a:pt x="335" y="4"/>
                  </a:lnTo>
                  <a:lnTo>
                    <a:pt x="355" y="1"/>
                  </a:lnTo>
                  <a:lnTo>
                    <a:pt x="376" y="0"/>
                  </a:lnTo>
                  <a:lnTo>
                    <a:pt x="395" y="0"/>
                  </a:lnTo>
                  <a:lnTo>
                    <a:pt x="395" y="0"/>
                  </a:lnTo>
                  <a:lnTo>
                    <a:pt x="416" y="0"/>
                  </a:lnTo>
                  <a:lnTo>
                    <a:pt x="436" y="1"/>
                  </a:lnTo>
                  <a:lnTo>
                    <a:pt x="456" y="4"/>
                  </a:lnTo>
                  <a:lnTo>
                    <a:pt x="475" y="7"/>
                  </a:lnTo>
                  <a:lnTo>
                    <a:pt x="494" y="12"/>
                  </a:lnTo>
                  <a:lnTo>
                    <a:pt x="513" y="17"/>
                  </a:lnTo>
                  <a:lnTo>
                    <a:pt x="531" y="23"/>
                  </a:lnTo>
                  <a:lnTo>
                    <a:pt x="549" y="30"/>
                  </a:lnTo>
                  <a:lnTo>
                    <a:pt x="567" y="38"/>
                  </a:lnTo>
                  <a:lnTo>
                    <a:pt x="584" y="46"/>
                  </a:lnTo>
                  <a:lnTo>
                    <a:pt x="600" y="56"/>
                  </a:lnTo>
                  <a:lnTo>
                    <a:pt x="616" y="67"/>
                  </a:lnTo>
                  <a:lnTo>
                    <a:pt x="632" y="78"/>
                  </a:lnTo>
                  <a:lnTo>
                    <a:pt x="647" y="90"/>
                  </a:lnTo>
                  <a:lnTo>
                    <a:pt x="661" y="102"/>
                  </a:lnTo>
                  <a:lnTo>
                    <a:pt x="675" y="115"/>
                  </a:lnTo>
                  <a:lnTo>
                    <a:pt x="688" y="129"/>
                  </a:lnTo>
                  <a:lnTo>
                    <a:pt x="700" y="143"/>
                  </a:lnTo>
                  <a:lnTo>
                    <a:pt x="712" y="159"/>
                  </a:lnTo>
                  <a:lnTo>
                    <a:pt x="723" y="174"/>
                  </a:lnTo>
                  <a:lnTo>
                    <a:pt x="734" y="189"/>
                  </a:lnTo>
                  <a:lnTo>
                    <a:pt x="743" y="206"/>
                  </a:lnTo>
                  <a:lnTo>
                    <a:pt x="751" y="223"/>
                  </a:lnTo>
                  <a:lnTo>
                    <a:pt x="760" y="240"/>
                  </a:lnTo>
                  <a:lnTo>
                    <a:pt x="767" y="259"/>
                  </a:lnTo>
                  <a:lnTo>
                    <a:pt x="773" y="277"/>
                  </a:lnTo>
                  <a:lnTo>
                    <a:pt x="779" y="296"/>
                  </a:lnTo>
                  <a:lnTo>
                    <a:pt x="783" y="315"/>
                  </a:lnTo>
                  <a:lnTo>
                    <a:pt x="786" y="334"/>
                  </a:lnTo>
                  <a:lnTo>
                    <a:pt x="789" y="355"/>
                  </a:lnTo>
                  <a:lnTo>
                    <a:pt x="791" y="374"/>
                  </a:lnTo>
                  <a:lnTo>
                    <a:pt x="791" y="395"/>
                  </a:lnTo>
                  <a:lnTo>
                    <a:pt x="791" y="395"/>
                  </a:lnTo>
                  <a:lnTo>
                    <a:pt x="791" y="414"/>
                  </a:lnTo>
                  <a:lnTo>
                    <a:pt x="789" y="435"/>
                  </a:lnTo>
                  <a:lnTo>
                    <a:pt x="786" y="455"/>
                  </a:lnTo>
                  <a:lnTo>
                    <a:pt x="783" y="474"/>
                  </a:lnTo>
                  <a:lnTo>
                    <a:pt x="779" y="493"/>
                  </a:lnTo>
                  <a:lnTo>
                    <a:pt x="773" y="511"/>
                  </a:lnTo>
                  <a:lnTo>
                    <a:pt x="767" y="530"/>
                  </a:lnTo>
                  <a:lnTo>
                    <a:pt x="760" y="548"/>
                  </a:lnTo>
                  <a:lnTo>
                    <a:pt x="751" y="566"/>
                  </a:lnTo>
                  <a:lnTo>
                    <a:pt x="743" y="582"/>
                  </a:lnTo>
                  <a:lnTo>
                    <a:pt x="734" y="600"/>
                  </a:lnTo>
                  <a:lnTo>
                    <a:pt x="723" y="615"/>
                  </a:lnTo>
                  <a:lnTo>
                    <a:pt x="712" y="631"/>
                  </a:lnTo>
                  <a:lnTo>
                    <a:pt x="700" y="645"/>
                  </a:lnTo>
                  <a:lnTo>
                    <a:pt x="688" y="661"/>
                  </a:lnTo>
                  <a:lnTo>
                    <a:pt x="675" y="674"/>
                  </a:lnTo>
                  <a:lnTo>
                    <a:pt x="661" y="687"/>
                  </a:lnTo>
                  <a:lnTo>
                    <a:pt x="647" y="700"/>
                  </a:lnTo>
                  <a:lnTo>
                    <a:pt x="632" y="711"/>
                  </a:lnTo>
                  <a:lnTo>
                    <a:pt x="616" y="722"/>
                  </a:lnTo>
                  <a:lnTo>
                    <a:pt x="600" y="732"/>
                  </a:lnTo>
                  <a:lnTo>
                    <a:pt x="584" y="742"/>
                  </a:lnTo>
                  <a:lnTo>
                    <a:pt x="567" y="751"/>
                  </a:lnTo>
                  <a:lnTo>
                    <a:pt x="549" y="759"/>
                  </a:lnTo>
                  <a:lnTo>
                    <a:pt x="531" y="766"/>
                  </a:lnTo>
                  <a:lnTo>
                    <a:pt x="513" y="772"/>
                  </a:lnTo>
                  <a:lnTo>
                    <a:pt x="494" y="777"/>
                  </a:lnTo>
                  <a:lnTo>
                    <a:pt x="475" y="782"/>
                  </a:lnTo>
                  <a:lnTo>
                    <a:pt x="456" y="785"/>
                  </a:lnTo>
                  <a:lnTo>
                    <a:pt x="436" y="788"/>
                  </a:lnTo>
                  <a:lnTo>
                    <a:pt x="416" y="789"/>
                  </a:lnTo>
                  <a:lnTo>
                    <a:pt x="395" y="790"/>
                  </a:lnTo>
                  <a:lnTo>
                    <a:pt x="395" y="790"/>
                  </a:lnTo>
                  <a:close/>
                  <a:moveTo>
                    <a:pt x="395" y="52"/>
                  </a:moveTo>
                  <a:lnTo>
                    <a:pt x="395" y="52"/>
                  </a:lnTo>
                  <a:lnTo>
                    <a:pt x="378" y="53"/>
                  </a:lnTo>
                  <a:lnTo>
                    <a:pt x="360" y="54"/>
                  </a:lnTo>
                  <a:lnTo>
                    <a:pt x="344" y="56"/>
                  </a:lnTo>
                  <a:lnTo>
                    <a:pt x="327" y="59"/>
                  </a:lnTo>
                  <a:lnTo>
                    <a:pt x="310" y="63"/>
                  </a:lnTo>
                  <a:lnTo>
                    <a:pt x="294" y="68"/>
                  </a:lnTo>
                  <a:lnTo>
                    <a:pt x="278" y="72"/>
                  </a:lnTo>
                  <a:lnTo>
                    <a:pt x="262" y="79"/>
                  </a:lnTo>
                  <a:lnTo>
                    <a:pt x="247" y="86"/>
                  </a:lnTo>
                  <a:lnTo>
                    <a:pt x="233" y="93"/>
                  </a:lnTo>
                  <a:lnTo>
                    <a:pt x="219" y="102"/>
                  </a:lnTo>
                  <a:lnTo>
                    <a:pt x="205" y="111"/>
                  </a:lnTo>
                  <a:lnTo>
                    <a:pt x="190" y="120"/>
                  </a:lnTo>
                  <a:lnTo>
                    <a:pt x="178" y="130"/>
                  </a:lnTo>
                  <a:lnTo>
                    <a:pt x="165" y="141"/>
                  </a:lnTo>
                  <a:lnTo>
                    <a:pt x="153" y="153"/>
                  </a:lnTo>
                  <a:lnTo>
                    <a:pt x="143" y="164"/>
                  </a:lnTo>
                  <a:lnTo>
                    <a:pt x="132" y="177"/>
                  </a:lnTo>
                  <a:lnTo>
                    <a:pt x="122" y="190"/>
                  </a:lnTo>
                  <a:lnTo>
                    <a:pt x="112" y="203"/>
                  </a:lnTo>
                  <a:lnTo>
                    <a:pt x="103" y="217"/>
                  </a:lnTo>
                  <a:lnTo>
                    <a:pt x="95" y="232"/>
                  </a:lnTo>
                  <a:lnTo>
                    <a:pt x="87" y="246"/>
                  </a:lnTo>
                  <a:lnTo>
                    <a:pt x="80" y="261"/>
                  </a:lnTo>
                  <a:lnTo>
                    <a:pt x="74" y="277"/>
                  </a:lnTo>
                  <a:lnTo>
                    <a:pt x="68" y="292"/>
                  </a:lnTo>
                  <a:lnTo>
                    <a:pt x="64" y="309"/>
                  </a:lnTo>
                  <a:lnTo>
                    <a:pt x="61" y="325"/>
                  </a:lnTo>
                  <a:lnTo>
                    <a:pt x="58" y="343"/>
                  </a:lnTo>
                  <a:lnTo>
                    <a:pt x="55" y="359"/>
                  </a:lnTo>
                  <a:lnTo>
                    <a:pt x="54" y="376"/>
                  </a:lnTo>
                  <a:lnTo>
                    <a:pt x="53" y="395"/>
                  </a:lnTo>
                  <a:lnTo>
                    <a:pt x="53" y="395"/>
                  </a:lnTo>
                  <a:lnTo>
                    <a:pt x="54" y="412"/>
                  </a:lnTo>
                  <a:lnTo>
                    <a:pt x="55" y="430"/>
                  </a:lnTo>
                  <a:lnTo>
                    <a:pt x="58" y="446"/>
                  </a:lnTo>
                  <a:lnTo>
                    <a:pt x="61" y="463"/>
                  </a:lnTo>
                  <a:lnTo>
                    <a:pt x="64" y="480"/>
                  </a:lnTo>
                  <a:lnTo>
                    <a:pt x="68" y="496"/>
                  </a:lnTo>
                  <a:lnTo>
                    <a:pt x="74" y="511"/>
                  </a:lnTo>
                  <a:lnTo>
                    <a:pt x="80" y="528"/>
                  </a:lnTo>
                  <a:lnTo>
                    <a:pt x="87" y="543"/>
                  </a:lnTo>
                  <a:lnTo>
                    <a:pt x="95" y="557"/>
                  </a:lnTo>
                  <a:lnTo>
                    <a:pt x="103" y="571"/>
                  </a:lnTo>
                  <a:lnTo>
                    <a:pt x="112" y="585"/>
                  </a:lnTo>
                  <a:lnTo>
                    <a:pt x="122" y="599"/>
                  </a:lnTo>
                  <a:lnTo>
                    <a:pt x="132" y="612"/>
                  </a:lnTo>
                  <a:lnTo>
                    <a:pt x="143" y="625"/>
                  </a:lnTo>
                  <a:lnTo>
                    <a:pt x="153" y="637"/>
                  </a:lnTo>
                  <a:lnTo>
                    <a:pt x="165" y="648"/>
                  </a:lnTo>
                  <a:lnTo>
                    <a:pt x="178" y="658"/>
                  </a:lnTo>
                  <a:lnTo>
                    <a:pt x="190" y="668"/>
                  </a:lnTo>
                  <a:lnTo>
                    <a:pt x="205" y="678"/>
                  </a:lnTo>
                  <a:lnTo>
                    <a:pt x="219" y="687"/>
                  </a:lnTo>
                  <a:lnTo>
                    <a:pt x="233" y="695"/>
                  </a:lnTo>
                  <a:lnTo>
                    <a:pt x="247" y="703"/>
                  </a:lnTo>
                  <a:lnTo>
                    <a:pt x="262" y="710"/>
                  </a:lnTo>
                  <a:lnTo>
                    <a:pt x="278" y="716"/>
                  </a:lnTo>
                  <a:lnTo>
                    <a:pt x="294" y="722"/>
                  </a:lnTo>
                  <a:lnTo>
                    <a:pt x="310" y="726"/>
                  </a:lnTo>
                  <a:lnTo>
                    <a:pt x="327" y="729"/>
                  </a:lnTo>
                  <a:lnTo>
                    <a:pt x="344" y="732"/>
                  </a:lnTo>
                  <a:lnTo>
                    <a:pt x="360" y="735"/>
                  </a:lnTo>
                  <a:lnTo>
                    <a:pt x="378" y="736"/>
                  </a:lnTo>
                  <a:lnTo>
                    <a:pt x="395" y="737"/>
                  </a:lnTo>
                  <a:lnTo>
                    <a:pt x="395" y="737"/>
                  </a:lnTo>
                  <a:lnTo>
                    <a:pt x="413" y="736"/>
                  </a:lnTo>
                  <a:lnTo>
                    <a:pt x="430" y="735"/>
                  </a:lnTo>
                  <a:lnTo>
                    <a:pt x="448" y="732"/>
                  </a:lnTo>
                  <a:lnTo>
                    <a:pt x="465" y="729"/>
                  </a:lnTo>
                  <a:lnTo>
                    <a:pt x="481" y="726"/>
                  </a:lnTo>
                  <a:lnTo>
                    <a:pt x="498" y="722"/>
                  </a:lnTo>
                  <a:lnTo>
                    <a:pt x="513" y="716"/>
                  </a:lnTo>
                  <a:lnTo>
                    <a:pt x="529" y="710"/>
                  </a:lnTo>
                  <a:lnTo>
                    <a:pt x="543" y="703"/>
                  </a:lnTo>
                  <a:lnTo>
                    <a:pt x="559" y="695"/>
                  </a:lnTo>
                  <a:lnTo>
                    <a:pt x="573" y="687"/>
                  </a:lnTo>
                  <a:lnTo>
                    <a:pt x="587" y="678"/>
                  </a:lnTo>
                  <a:lnTo>
                    <a:pt x="600" y="668"/>
                  </a:lnTo>
                  <a:lnTo>
                    <a:pt x="613" y="658"/>
                  </a:lnTo>
                  <a:lnTo>
                    <a:pt x="625" y="648"/>
                  </a:lnTo>
                  <a:lnTo>
                    <a:pt x="637" y="637"/>
                  </a:lnTo>
                  <a:lnTo>
                    <a:pt x="649" y="625"/>
                  </a:lnTo>
                  <a:lnTo>
                    <a:pt x="660" y="612"/>
                  </a:lnTo>
                  <a:lnTo>
                    <a:pt x="670" y="599"/>
                  </a:lnTo>
                  <a:lnTo>
                    <a:pt x="680" y="585"/>
                  </a:lnTo>
                  <a:lnTo>
                    <a:pt x="688" y="571"/>
                  </a:lnTo>
                  <a:lnTo>
                    <a:pt x="697" y="557"/>
                  </a:lnTo>
                  <a:lnTo>
                    <a:pt x="704" y="543"/>
                  </a:lnTo>
                  <a:lnTo>
                    <a:pt x="711" y="528"/>
                  </a:lnTo>
                  <a:lnTo>
                    <a:pt x="717" y="511"/>
                  </a:lnTo>
                  <a:lnTo>
                    <a:pt x="722" y="496"/>
                  </a:lnTo>
                  <a:lnTo>
                    <a:pt x="728" y="480"/>
                  </a:lnTo>
                  <a:lnTo>
                    <a:pt x="731" y="463"/>
                  </a:lnTo>
                  <a:lnTo>
                    <a:pt x="734" y="446"/>
                  </a:lnTo>
                  <a:lnTo>
                    <a:pt x="736" y="430"/>
                  </a:lnTo>
                  <a:lnTo>
                    <a:pt x="737" y="412"/>
                  </a:lnTo>
                  <a:lnTo>
                    <a:pt x="738" y="395"/>
                  </a:lnTo>
                  <a:lnTo>
                    <a:pt x="738" y="395"/>
                  </a:lnTo>
                  <a:lnTo>
                    <a:pt x="737" y="376"/>
                  </a:lnTo>
                  <a:lnTo>
                    <a:pt x="736" y="359"/>
                  </a:lnTo>
                  <a:lnTo>
                    <a:pt x="734" y="343"/>
                  </a:lnTo>
                  <a:lnTo>
                    <a:pt x="731" y="325"/>
                  </a:lnTo>
                  <a:lnTo>
                    <a:pt x="728" y="309"/>
                  </a:lnTo>
                  <a:lnTo>
                    <a:pt x="722" y="292"/>
                  </a:lnTo>
                  <a:lnTo>
                    <a:pt x="717" y="277"/>
                  </a:lnTo>
                  <a:lnTo>
                    <a:pt x="711" y="261"/>
                  </a:lnTo>
                  <a:lnTo>
                    <a:pt x="704" y="246"/>
                  </a:lnTo>
                  <a:lnTo>
                    <a:pt x="697" y="232"/>
                  </a:lnTo>
                  <a:lnTo>
                    <a:pt x="688" y="217"/>
                  </a:lnTo>
                  <a:lnTo>
                    <a:pt x="680" y="203"/>
                  </a:lnTo>
                  <a:lnTo>
                    <a:pt x="670" y="190"/>
                  </a:lnTo>
                  <a:lnTo>
                    <a:pt x="660" y="177"/>
                  </a:lnTo>
                  <a:lnTo>
                    <a:pt x="649" y="164"/>
                  </a:lnTo>
                  <a:lnTo>
                    <a:pt x="637" y="153"/>
                  </a:lnTo>
                  <a:lnTo>
                    <a:pt x="625" y="141"/>
                  </a:lnTo>
                  <a:lnTo>
                    <a:pt x="613" y="130"/>
                  </a:lnTo>
                  <a:lnTo>
                    <a:pt x="600" y="120"/>
                  </a:lnTo>
                  <a:lnTo>
                    <a:pt x="587" y="111"/>
                  </a:lnTo>
                  <a:lnTo>
                    <a:pt x="573" y="102"/>
                  </a:lnTo>
                  <a:lnTo>
                    <a:pt x="559" y="93"/>
                  </a:lnTo>
                  <a:lnTo>
                    <a:pt x="543" y="86"/>
                  </a:lnTo>
                  <a:lnTo>
                    <a:pt x="529" y="79"/>
                  </a:lnTo>
                  <a:lnTo>
                    <a:pt x="513" y="72"/>
                  </a:lnTo>
                  <a:lnTo>
                    <a:pt x="498" y="68"/>
                  </a:lnTo>
                  <a:lnTo>
                    <a:pt x="481" y="63"/>
                  </a:lnTo>
                  <a:lnTo>
                    <a:pt x="465" y="59"/>
                  </a:lnTo>
                  <a:lnTo>
                    <a:pt x="448" y="56"/>
                  </a:lnTo>
                  <a:lnTo>
                    <a:pt x="430" y="54"/>
                  </a:lnTo>
                  <a:lnTo>
                    <a:pt x="413" y="53"/>
                  </a:lnTo>
                  <a:lnTo>
                    <a:pt x="395" y="52"/>
                  </a:lnTo>
                  <a:lnTo>
                    <a:pt x="395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  <p:sp>
          <p:nvSpPr>
            <p:cNvPr id="47" name="Freeform 510">
              <a:extLst>
                <a:ext uri="{FF2B5EF4-FFF2-40B4-BE49-F238E27FC236}">
                  <a16:creationId xmlns:a16="http://schemas.microsoft.com/office/drawing/2014/main" id="{591848D7-E0D1-774D-A4BF-CE589EDAD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3497" y="7814814"/>
              <a:ext cx="268151" cy="231212"/>
            </a:xfrm>
            <a:custGeom>
              <a:avLst/>
              <a:gdLst>
                <a:gd name="T0" fmla="*/ 180 w 391"/>
                <a:gd name="T1" fmla="*/ 337 h 337"/>
                <a:gd name="T2" fmla="*/ 0 w 391"/>
                <a:gd name="T3" fmla="*/ 214 h 337"/>
                <a:gd name="T4" fmla="*/ 38 w 391"/>
                <a:gd name="T5" fmla="*/ 160 h 337"/>
                <a:gd name="T6" fmla="*/ 164 w 391"/>
                <a:gd name="T7" fmla="*/ 246 h 337"/>
                <a:gd name="T8" fmla="*/ 337 w 391"/>
                <a:gd name="T9" fmla="*/ 0 h 337"/>
                <a:gd name="T10" fmla="*/ 391 w 391"/>
                <a:gd name="T11" fmla="*/ 38 h 337"/>
                <a:gd name="T12" fmla="*/ 180 w 391"/>
                <a:gd name="T13" fmla="*/ 337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1" h="337">
                  <a:moveTo>
                    <a:pt x="180" y="337"/>
                  </a:moveTo>
                  <a:lnTo>
                    <a:pt x="0" y="214"/>
                  </a:lnTo>
                  <a:lnTo>
                    <a:pt x="38" y="160"/>
                  </a:lnTo>
                  <a:lnTo>
                    <a:pt x="164" y="246"/>
                  </a:lnTo>
                  <a:lnTo>
                    <a:pt x="337" y="0"/>
                  </a:lnTo>
                  <a:lnTo>
                    <a:pt x="391" y="38"/>
                  </a:lnTo>
                  <a:lnTo>
                    <a:pt x="180" y="3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863E55E-E5B1-5C4E-9348-3858B25F8ED3}"/>
              </a:ext>
            </a:extLst>
          </p:cNvPr>
          <p:cNvGrpSpPr/>
          <p:nvPr/>
        </p:nvGrpSpPr>
        <p:grpSpPr>
          <a:xfrm>
            <a:off x="7914948" y="4277734"/>
            <a:ext cx="327271" cy="327271"/>
            <a:chOff x="6766685" y="7662953"/>
            <a:chExt cx="540406" cy="540406"/>
          </a:xfrm>
          <a:solidFill>
            <a:schemeClr val="accent1"/>
          </a:solidFill>
        </p:grpSpPr>
        <p:sp>
          <p:nvSpPr>
            <p:cNvPr id="49" name="Freeform 509">
              <a:extLst>
                <a:ext uri="{FF2B5EF4-FFF2-40B4-BE49-F238E27FC236}">
                  <a16:creationId xmlns:a16="http://schemas.microsoft.com/office/drawing/2014/main" id="{E70185C9-B9CD-6E47-A93A-3645E5584B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66685" y="7662953"/>
              <a:ext cx="540406" cy="540406"/>
            </a:xfrm>
            <a:custGeom>
              <a:avLst/>
              <a:gdLst>
                <a:gd name="T0" fmla="*/ 335 w 791"/>
                <a:gd name="T1" fmla="*/ 785 h 790"/>
                <a:gd name="T2" fmla="*/ 242 w 791"/>
                <a:gd name="T3" fmla="*/ 759 h 790"/>
                <a:gd name="T4" fmla="*/ 159 w 791"/>
                <a:gd name="T5" fmla="*/ 711 h 790"/>
                <a:gd name="T6" fmla="*/ 90 w 791"/>
                <a:gd name="T7" fmla="*/ 645 h 790"/>
                <a:gd name="T8" fmla="*/ 39 w 791"/>
                <a:gd name="T9" fmla="*/ 566 h 790"/>
                <a:gd name="T10" fmla="*/ 9 w 791"/>
                <a:gd name="T11" fmla="*/ 474 h 790"/>
                <a:gd name="T12" fmla="*/ 0 w 791"/>
                <a:gd name="T13" fmla="*/ 395 h 790"/>
                <a:gd name="T14" fmla="*/ 13 w 791"/>
                <a:gd name="T15" fmla="*/ 296 h 790"/>
                <a:gd name="T16" fmla="*/ 48 w 791"/>
                <a:gd name="T17" fmla="*/ 206 h 790"/>
                <a:gd name="T18" fmla="*/ 103 w 791"/>
                <a:gd name="T19" fmla="*/ 129 h 790"/>
                <a:gd name="T20" fmla="*/ 175 w 791"/>
                <a:gd name="T21" fmla="*/ 67 h 790"/>
                <a:gd name="T22" fmla="*/ 260 w 791"/>
                <a:gd name="T23" fmla="*/ 23 h 790"/>
                <a:gd name="T24" fmla="*/ 355 w 791"/>
                <a:gd name="T25" fmla="*/ 1 h 790"/>
                <a:gd name="T26" fmla="*/ 436 w 791"/>
                <a:gd name="T27" fmla="*/ 1 h 790"/>
                <a:gd name="T28" fmla="*/ 531 w 791"/>
                <a:gd name="T29" fmla="*/ 23 h 790"/>
                <a:gd name="T30" fmla="*/ 616 w 791"/>
                <a:gd name="T31" fmla="*/ 67 h 790"/>
                <a:gd name="T32" fmla="*/ 688 w 791"/>
                <a:gd name="T33" fmla="*/ 129 h 790"/>
                <a:gd name="T34" fmla="*/ 743 w 791"/>
                <a:gd name="T35" fmla="*/ 206 h 790"/>
                <a:gd name="T36" fmla="*/ 779 w 791"/>
                <a:gd name="T37" fmla="*/ 296 h 790"/>
                <a:gd name="T38" fmla="*/ 791 w 791"/>
                <a:gd name="T39" fmla="*/ 395 h 790"/>
                <a:gd name="T40" fmla="*/ 783 w 791"/>
                <a:gd name="T41" fmla="*/ 474 h 790"/>
                <a:gd name="T42" fmla="*/ 751 w 791"/>
                <a:gd name="T43" fmla="*/ 566 h 790"/>
                <a:gd name="T44" fmla="*/ 700 w 791"/>
                <a:gd name="T45" fmla="*/ 645 h 790"/>
                <a:gd name="T46" fmla="*/ 632 w 791"/>
                <a:gd name="T47" fmla="*/ 711 h 790"/>
                <a:gd name="T48" fmla="*/ 549 w 791"/>
                <a:gd name="T49" fmla="*/ 759 h 790"/>
                <a:gd name="T50" fmla="*/ 456 w 791"/>
                <a:gd name="T51" fmla="*/ 785 h 790"/>
                <a:gd name="T52" fmla="*/ 395 w 791"/>
                <a:gd name="T53" fmla="*/ 52 h 790"/>
                <a:gd name="T54" fmla="*/ 327 w 791"/>
                <a:gd name="T55" fmla="*/ 59 h 790"/>
                <a:gd name="T56" fmla="*/ 247 w 791"/>
                <a:gd name="T57" fmla="*/ 86 h 790"/>
                <a:gd name="T58" fmla="*/ 178 w 791"/>
                <a:gd name="T59" fmla="*/ 130 h 790"/>
                <a:gd name="T60" fmla="*/ 122 w 791"/>
                <a:gd name="T61" fmla="*/ 190 h 790"/>
                <a:gd name="T62" fmla="*/ 80 w 791"/>
                <a:gd name="T63" fmla="*/ 261 h 790"/>
                <a:gd name="T64" fmla="*/ 58 w 791"/>
                <a:gd name="T65" fmla="*/ 343 h 790"/>
                <a:gd name="T66" fmla="*/ 54 w 791"/>
                <a:gd name="T67" fmla="*/ 412 h 790"/>
                <a:gd name="T68" fmla="*/ 68 w 791"/>
                <a:gd name="T69" fmla="*/ 496 h 790"/>
                <a:gd name="T70" fmla="*/ 103 w 791"/>
                <a:gd name="T71" fmla="*/ 571 h 790"/>
                <a:gd name="T72" fmla="*/ 153 w 791"/>
                <a:gd name="T73" fmla="*/ 637 h 790"/>
                <a:gd name="T74" fmla="*/ 219 w 791"/>
                <a:gd name="T75" fmla="*/ 687 h 790"/>
                <a:gd name="T76" fmla="*/ 294 w 791"/>
                <a:gd name="T77" fmla="*/ 722 h 790"/>
                <a:gd name="T78" fmla="*/ 378 w 791"/>
                <a:gd name="T79" fmla="*/ 736 h 790"/>
                <a:gd name="T80" fmla="*/ 448 w 791"/>
                <a:gd name="T81" fmla="*/ 732 h 790"/>
                <a:gd name="T82" fmla="*/ 529 w 791"/>
                <a:gd name="T83" fmla="*/ 710 h 790"/>
                <a:gd name="T84" fmla="*/ 600 w 791"/>
                <a:gd name="T85" fmla="*/ 668 h 790"/>
                <a:gd name="T86" fmla="*/ 660 w 791"/>
                <a:gd name="T87" fmla="*/ 612 h 790"/>
                <a:gd name="T88" fmla="*/ 704 w 791"/>
                <a:gd name="T89" fmla="*/ 543 h 790"/>
                <a:gd name="T90" fmla="*/ 731 w 791"/>
                <a:gd name="T91" fmla="*/ 463 h 790"/>
                <a:gd name="T92" fmla="*/ 738 w 791"/>
                <a:gd name="T93" fmla="*/ 395 h 790"/>
                <a:gd name="T94" fmla="*/ 728 w 791"/>
                <a:gd name="T95" fmla="*/ 309 h 790"/>
                <a:gd name="T96" fmla="*/ 697 w 791"/>
                <a:gd name="T97" fmla="*/ 232 h 790"/>
                <a:gd name="T98" fmla="*/ 649 w 791"/>
                <a:gd name="T99" fmla="*/ 164 h 790"/>
                <a:gd name="T100" fmla="*/ 587 w 791"/>
                <a:gd name="T101" fmla="*/ 111 h 790"/>
                <a:gd name="T102" fmla="*/ 513 w 791"/>
                <a:gd name="T103" fmla="*/ 72 h 790"/>
                <a:gd name="T104" fmla="*/ 430 w 791"/>
                <a:gd name="T105" fmla="*/ 54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91" h="790">
                  <a:moveTo>
                    <a:pt x="395" y="790"/>
                  </a:moveTo>
                  <a:lnTo>
                    <a:pt x="395" y="790"/>
                  </a:lnTo>
                  <a:lnTo>
                    <a:pt x="376" y="789"/>
                  </a:lnTo>
                  <a:lnTo>
                    <a:pt x="355" y="788"/>
                  </a:lnTo>
                  <a:lnTo>
                    <a:pt x="335" y="785"/>
                  </a:lnTo>
                  <a:lnTo>
                    <a:pt x="316" y="782"/>
                  </a:lnTo>
                  <a:lnTo>
                    <a:pt x="297" y="777"/>
                  </a:lnTo>
                  <a:lnTo>
                    <a:pt x="278" y="772"/>
                  </a:lnTo>
                  <a:lnTo>
                    <a:pt x="260" y="766"/>
                  </a:lnTo>
                  <a:lnTo>
                    <a:pt x="242" y="759"/>
                  </a:lnTo>
                  <a:lnTo>
                    <a:pt x="224" y="751"/>
                  </a:lnTo>
                  <a:lnTo>
                    <a:pt x="207" y="742"/>
                  </a:lnTo>
                  <a:lnTo>
                    <a:pt x="190" y="732"/>
                  </a:lnTo>
                  <a:lnTo>
                    <a:pt x="175" y="722"/>
                  </a:lnTo>
                  <a:lnTo>
                    <a:pt x="159" y="711"/>
                  </a:lnTo>
                  <a:lnTo>
                    <a:pt x="145" y="700"/>
                  </a:lnTo>
                  <a:lnTo>
                    <a:pt x="129" y="687"/>
                  </a:lnTo>
                  <a:lnTo>
                    <a:pt x="116" y="674"/>
                  </a:lnTo>
                  <a:lnTo>
                    <a:pt x="103" y="661"/>
                  </a:lnTo>
                  <a:lnTo>
                    <a:pt x="90" y="645"/>
                  </a:lnTo>
                  <a:lnTo>
                    <a:pt x="79" y="631"/>
                  </a:lnTo>
                  <a:lnTo>
                    <a:pt x="67" y="615"/>
                  </a:lnTo>
                  <a:lnTo>
                    <a:pt x="58" y="600"/>
                  </a:lnTo>
                  <a:lnTo>
                    <a:pt x="48" y="582"/>
                  </a:lnTo>
                  <a:lnTo>
                    <a:pt x="39" y="566"/>
                  </a:lnTo>
                  <a:lnTo>
                    <a:pt x="31" y="548"/>
                  </a:lnTo>
                  <a:lnTo>
                    <a:pt x="24" y="530"/>
                  </a:lnTo>
                  <a:lnTo>
                    <a:pt x="18" y="511"/>
                  </a:lnTo>
                  <a:lnTo>
                    <a:pt x="13" y="493"/>
                  </a:lnTo>
                  <a:lnTo>
                    <a:pt x="9" y="474"/>
                  </a:lnTo>
                  <a:lnTo>
                    <a:pt x="5" y="455"/>
                  </a:lnTo>
                  <a:lnTo>
                    <a:pt x="2" y="435"/>
                  </a:lnTo>
                  <a:lnTo>
                    <a:pt x="1" y="414"/>
                  </a:lnTo>
                  <a:lnTo>
                    <a:pt x="0" y="395"/>
                  </a:lnTo>
                  <a:lnTo>
                    <a:pt x="0" y="395"/>
                  </a:lnTo>
                  <a:lnTo>
                    <a:pt x="1" y="374"/>
                  </a:lnTo>
                  <a:lnTo>
                    <a:pt x="2" y="355"/>
                  </a:lnTo>
                  <a:lnTo>
                    <a:pt x="5" y="334"/>
                  </a:lnTo>
                  <a:lnTo>
                    <a:pt x="9" y="315"/>
                  </a:lnTo>
                  <a:lnTo>
                    <a:pt x="13" y="296"/>
                  </a:lnTo>
                  <a:lnTo>
                    <a:pt x="18" y="277"/>
                  </a:lnTo>
                  <a:lnTo>
                    <a:pt x="24" y="259"/>
                  </a:lnTo>
                  <a:lnTo>
                    <a:pt x="31" y="240"/>
                  </a:lnTo>
                  <a:lnTo>
                    <a:pt x="39" y="223"/>
                  </a:lnTo>
                  <a:lnTo>
                    <a:pt x="48" y="206"/>
                  </a:lnTo>
                  <a:lnTo>
                    <a:pt x="58" y="189"/>
                  </a:lnTo>
                  <a:lnTo>
                    <a:pt x="67" y="174"/>
                  </a:lnTo>
                  <a:lnTo>
                    <a:pt x="79" y="159"/>
                  </a:lnTo>
                  <a:lnTo>
                    <a:pt x="90" y="143"/>
                  </a:lnTo>
                  <a:lnTo>
                    <a:pt x="103" y="129"/>
                  </a:lnTo>
                  <a:lnTo>
                    <a:pt x="116" y="115"/>
                  </a:lnTo>
                  <a:lnTo>
                    <a:pt x="129" y="102"/>
                  </a:lnTo>
                  <a:lnTo>
                    <a:pt x="145" y="90"/>
                  </a:lnTo>
                  <a:lnTo>
                    <a:pt x="159" y="78"/>
                  </a:lnTo>
                  <a:lnTo>
                    <a:pt x="175" y="67"/>
                  </a:lnTo>
                  <a:lnTo>
                    <a:pt x="190" y="56"/>
                  </a:lnTo>
                  <a:lnTo>
                    <a:pt x="207" y="46"/>
                  </a:lnTo>
                  <a:lnTo>
                    <a:pt x="224" y="38"/>
                  </a:lnTo>
                  <a:lnTo>
                    <a:pt x="242" y="30"/>
                  </a:lnTo>
                  <a:lnTo>
                    <a:pt x="260" y="23"/>
                  </a:lnTo>
                  <a:lnTo>
                    <a:pt x="278" y="17"/>
                  </a:lnTo>
                  <a:lnTo>
                    <a:pt x="297" y="12"/>
                  </a:lnTo>
                  <a:lnTo>
                    <a:pt x="316" y="7"/>
                  </a:lnTo>
                  <a:lnTo>
                    <a:pt x="335" y="4"/>
                  </a:lnTo>
                  <a:lnTo>
                    <a:pt x="355" y="1"/>
                  </a:lnTo>
                  <a:lnTo>
                    <a:pt x="376" y="0"/>
                  </a:lnTo>
                  <a:lnTo>
                    <a:pt x="395" y="0"/>
                  </a:lnTo>
                  <a:lnTo>
                    <a:pt x="395" y="0"/>
                  </a:lnTo>
                  <a:lnTo>
                    <a:pt x="416" y="0"/>
                  </a:lnTo>
                  <a:lnTo>
                    <a:pt x="436" y="1"/>
                  </a:lnTo>
                  <a:lnTo>
                    <a:pt x="456" y="4"/>
                  </a:lnTo>
                  <a:lnTo>
                    <a:pt x="475" y="7"/>
                  </a:lnTo>
                  <a:lnTo>
                    <a:pt x="494" y="12"/>
                  </a:lnTo>
                  <a:lnTo>
                    <a:pt x="513" y="17"/>
                  </a:lnTo>
                  <a:lnTo>
                    <a:pt x="531" y="23"/>
                  </a:lnTo>
                  <a:lnTo>
                    <a:pt x="549" y="30"/>
                  </a:lnTo>
                  <a:lnTo>
                    <a:pt x="567" y="38"/>
                  </a:lnTo>
                  <a:lnTo>
                    <a:pt x="584" y="46"/>
                  </a:lnTo>
                  <a:lnTo>
                    <a:pt x="600" y="56"/>
                  </a:lnTo>
                  <a:lnTo>
                    <a:pt x="616" y="67"/>
                  </a:lnTo>
                  <a:lnTo>
                    <a:pt x="632" y="78"/>
                  </a:lnTo>
                  <a:lnTo>
                    <a:pt x="647" y="90"/>
                  </a:lnTo>
                  <a:lnTo>
                    <a:pt x="661" y="102"/>
                  </a:lnTo>
                  <a:lnTo>
                    <a:pt x="675" y="115"/>
                  </a:lnTo>
                  <a:lnTo>
                    <a:pt x="688" y="129"/>
                  </a:lnTo>
                  <a:lnTo>
                    <a:pt x="700" y="143"/>
                  </a:lnTo>
                  <a:lnTo>
                    <a:pt x="712" y="159"/>
                  </a:lnTo>
                  <a:lnTo>
                    <a:pt x="723" y="174"/>
                  </a:lnTo>
                  <a:lnTo>
                    <a:pt x="734" y="189"/>
                  </a:lnTo>
                  <a:lnTo>
                    <a:pt x="743" y="206"/>
                  </a:lnTo>
                  <a:lnTo>
                    <a:pt x="751" y="223"/>
                  </a:lnTo>
                  <a:lnTo>
                    <a:pt x="760" y="240"/>
                  </a:lnTo>
                  <a:lnTo>
                    <a:pt x="767" y="259"/>
                  </a:lnTo>
                  <a:lnTo>
                    <a:pt x="773" y="277"/>
                  </a:lnTo>
                  <a:lnTo>
                    <a:pt x="779" y="296"/>
                  </a:lnTo>
                  <a:lnTo>
                    <a:pt x="783" y="315"/>
                  </a:lnTo>
                  <a:lnTo>
                    <a:pt x="786" y="334"/>
                  </a:lnTo>
                  <a:lnTo>
                    <a:pt x="789" y="355"/>
                  </a:lnTo>
                  <a:lnTo>
                    <a:pt x="791" y="374"/>
                  </a:lnTo>
                  <a:lnTo>
                    <a:pt x="791" y="395"/>
                  </a:lnTo>
                  <a:lnTo>
                    <a:pt x="791" y="395"/>
                  </a:lnTo>
                  <a:lnTo>
                    <a:pt x="791" y="414"/>
                  </a:lnTo>
                  <a:lnTo>
                    <a:pt x="789" y="435"/>
                  </a:lnTo>
                  <a:lnTo>
                    <a:pt x="786" y="455"/>
                  </a:lnTo>
                  <a:lnTo>
                    <a:pt x="783" y="474"/>
                  </a:lnTo>
                  <a:lnTo>
                    <a:pt x="779" y="493"/>
                  </a:lnTo>
                  <a:lnTo>
                    <a:pt x="773" y="511"/>
                  </a:lnTo>
                  <a:lnTo>
                    <a:pt x="767" y="530"/>
                  </a:lnTo>
                  <a:lnTo>
                    <a:pt x="760" y="548"/>
                  </a:lnTo>
                  <a:lnTo>
                    <a:pt x="751" y="566"/>
                  </a:lnTo>
                  <a:lnTo>
                    <a:pt x="743" y="582"/>
                  </a:lnTo>
                  <a:lnTo>
                    <a:pt x="734" y="600"/>
                  </a:lnTo>
                  <a:lnTo>
                    <a:pt x="723" y="615"/>
                  </a:lnTo>
                  <a:lnTo>
                    <a:pt x="712" y="631"/>
                  </a:lnTo>
                  <a:lnTo>
                    <a:pt x="700" y="645"/>
                  </a:lnTo>
                  <a:lnTo>
                    <a:pt x="688" y="661"/>
                  </a:lnTo>
                  <a:lnTo>
                    <a:pt x="675" y="674"/>
                  </a:lnTo>
                  <a:lnTo>
                    <a:pt x="661" y="687"/>
                  </a:lnTo>
                  <a:lnTo>
                    <a:pt x="647" y="700"/>
                  </a:lnTo>
                  <a:lnTo>
                    <a:pt x="632" y="711"/>
                  </a:lnTo>
                  <a:lnTo>
                    <a:pt x="616" y="722"/>
                  </a:lnTo>
                  <a:lnTo>
                    <a:pt x="600" y="732"/>
                  </a:lnTo>
                  <a:lnTo>
                    <a:pt x="584" y="742"/>
                  </a:lnTo>
                  <a:lnTo>
                    <a:pt x="567" y="751"/>
                  </a:lnTo>
                  <a:lnTo>
                    <a:pt x="549" y="759"/>
                  </a:lnTo>
                  <a:lnTo>
                    <a:pt x="531" y="766"/>
                  </a:lnTo>
                  <a:lnTo>
                    <a:pt x="513" y="772"/>
                  </a:lnTo>
                  <a:lnTo>
                    <a:pt x="494" y="777"/>
                  </a:lnTo>
                  <a:lnTo>
                    <a:pt x="475" y="782"/>
                  </a:lnTo>
                  <a:lnTo>
                    <a:pt x="456" y="785"/>
                  </a:lnTo>
                  <a:lnTo>
                    <a:pt x="436" y="788"/>
                  </a:lnTo>
                  <a:lnTo>
                    <a:pt x="416" y="789"/>
                  </a:lnTo>
                  <a:lnTo>
                    <a:pt x="395" y="790"/>
                  </a:lnTo>
                  <a:lnTo>
                    <a:pt x="395" y="790"/>
                  </a:lnTo>
                  <a:close/>
                  <a:moveTo>
                    <a:pt x="395" y="52"/>
                  </a:moveTo>
                  <a:lnTo>
                    <a:pt x="395" y="52"/>
                  </a:lnTo>
                  <a:lnTo>
                    <a:pt x="378" y="53"/>
                  </a:lnTo>
                  <a:lnTo>
                    <a:pt x="360" y="54"/>
                  </a:lnTo>
                  <a:lnTo>
                    <a:pt x="344" y="56"/>
                  </a:lnTo>
                  <a:lnTo>
                    <a:pt x="327" y="59"/>
                  </a:lnTo>
                  <a:lnTo>
                    <a:pt x="310" y="63"/>
                  </a:lnTo>
                  <a:lnTo>
                    <a:pt x="294" y="68"/>
                  </a:lnTo>
                  <a:lnTo>
                    <a:pt x="278" y="72"/>
                  </a:lnTo>
                  <a:lnTo>
                    <a:pt x="262" y="79"/>
                  </a:lnTo>
                  <a:lnTo>
                    <a:pt x="247" y="86"/>
                  </a:lnTo>
                  <a:lnTo>
                    <a:pt x="233" y="93"/>
                  </a:lnTo>
                  <a:lnTo>
                    <a:pt x="219" y="102"/>
                  </a:lnTo>
                  <a:lnTo>
                    <a:pt x="205" y="111"/>
                  </a:lnTo>
                  <a:lnTo>
                    <a:pt x="190" y="120"/>
                  </a:lnTo>
                  <a:lnTo>
                    <a:pt x="178" y="130"/>
                  </a:lnTo>
                  <a:lnTo>
                    <a:pt x="165" y="141"/>
                  </a:lnTo>
                  <a:lnTo>
                    <a:pt x="153" y="153"/>
                  </a:lnTo>
                  <a:lnTo>
                    <a:pt x="143" y="164"/>
                  </a:lnTo>
                  <a:lnTo>
                    <a:pt x="132" y="177"/>
                  </a:lnTo>
                  <a:lnTo>
                    <a:pt x="122" y="190"/>
                  </a:lnTo>
                  <a:lnTo>
                    <a:pt x="112" y="203"/>
                  </a:lnTo>
                  <a:lnTo>
                    <a:pt x="103" y="217"/>
                  </a:lnTo>
                  <a:lnTo>
                    <a:pt x="95" y="232"/>
                  </a:lnTo>
                  <a:lnTo>
                    <a:pt x="87" y="246"/>
                  </a:lnTo>
                  <a:lnTo>
                    <a:pt x="80" y="261"/>
                  </a:lnTo>
                  <a:lnTo>
                    <a:pt x="74" y="277"/>
                  </a:lnTo>
                  <a:lnTo>
                    <a:pt x="68" y="292"/>
                  </a:lnTo>
                  <a:lnTo>
                    <a:pt x="64" y="309"/>
                  </a:lnTo>
                  <a:lnTo>
                    <a:pt x="61" y="325"/>
                  </a:lnTo>
                  <a:lnTo>
                    <a:pt x="58" y="343"/>
                  </a:lnTo>
                  <a:lnTo>
                    <a:pt x="55" y="359"/>
                  </a:lnTo>
                  <a:lnTo>
                    <a:pt x="54" y="376"/>
                  </a:lnTo>
                  <a:lnTo>
                    <a:pt x="53" y="395"/>
                  </a:lnTo>
                  <a:lnTo>
                    <a:pt x="53" y="395"/>
                  </a:lnTo>
                  <a:lnTo>
                    <a:pt x="54" y="412"/>
                  </a:lnTo>
                  <a:lnTo>
                    <a:pt x="55" y="430"/>
                  </a:lnTo>
                  <a:lnTo>
                    <a:pt x="58" y="446"/>
                  </a:lnTo>
                  <a:lnTo>
                    <a:pt x="61" y="463"/>
                  </a:lnTo>
                  <a:lnTo>
                    <a:pt x="64" y="480"/>
                  </a:lnTo>
                  <a:lnTo>
                    <a:pt x="68" y="496"/>
                  </a:lnTo>
                  <a:lnTo>
                    <a:pt x="74" y="511"/>
                  </a:lnTo>
                  <a:lnTo>
                    <a:pt x="80" y="528"/>
                  </a:lnTo>
                  <a:lnTo>
                    <a:pt x="87" y="543"/>
                  </a:lnTo>
                  <a:lnTo>
                    <a:pt x="95" y="557"/>
                  </a:lnTo>
                  <a:lnTo>
                    <a:pt x="103" y="571"/>
                  </a:lnTo>
                  <a:lnTo>
                    <a:pt x="112" y="585"/>
                  </a:lnTo>
                  <a:lnTo>
                    <a:pt x="122" y="599"/>
                  </a:lnTo>
                  <a:lnTo>
                    <a:pt x="132" y="612"/>
                  </a:lnTo>
                  <a:lnTo>
                    <a:pt x="143" y="625"/>
                  </a:lnTo>
                  <a:lnTo>
                    <a:pt x="153" y="637"/>
                  </a:lnTo>
                  <a:lnTo>
                    <a:pt x="165" y="648"/>
                  </a:lnTo>
                  <a:lnTo>
                    <a:pt x="178" y="658"/>
                  </a:lnTo>
                  <a:lnTo>
                    <a:pt x="190" y="668"/>
                  </a:lnTo>
                  <a:lnTo>
                    <a:pt x="205" y="678"/>
                  </a:lnTo>
                  <a:lnTo>
                    <a:pt x="219" y="687"/>
                  </a:lnTo>
                  <a:lnTo>
                    <a:pt x="233" y="695"/>
                  </a:lnTo>
                  <a:lnTo>
                    <a:pt x="247" y="703"/>
                  </a:lnTo>
                  <a:lnTo>
                    <a:pt x="262" y="710"/>
                  </a:lnTo>
                  <a:lnTo>
                    <a:pt x="278" y="716"/>
                  </a:lnTo>
                  <a:lnTo>
                    <a:pt x="294" y="722"/>
                  </a:lnTo>
                  <a:lnTo>
                    <a:pt x="310" y="726"/>
                  </a:lnTo>
                  <a:lnTo>
                    <a:pt x="327" y="729"/>
                  </a:lnTo>
                  <a:lnTo>
                    <a:pt x="344" y="732"/>
                  </a:lnTo>
                  <a:lnTo>
                    <a:pt x="360" y="735"/>
                  </a:lnTo>
                  <a:lnTo>
                    <a:pt x="378" y="736"/>
                  </a:lnTo>
                  <a:lnTo>
                    <a:pt x="395" y="737"/>
                  </a:lnTo>
                  <a:lnTo>
                    <a:pt x="395" y="737"/>
                  </a:lnTo>
                  <a:lnTo>
                    <a:pt x="413" y="736"/>
                  </a:lnTo>
                  <a:lnTo>
                    <a:pt x="430" y="735"/>
                  </a:lnTo>
                  <a:lnTo>
                    <a:pt x="448" y="732"/>
                  </a:lnTo>
                  <a:lnTo>
                    <a:pt x="465" y="729"/>
                  </a:lnTo>
                  <a:lnTo>
                    <a:pt x="481" y="726"/>
                  </a:lnTo>
                  <a:lnTo>
                    <a:pt x="498" y="722"/>
                  </a:lnTo>
                  <a:lnTo>
                    <a:pt x="513" y="716"/>
                  </a:lnTo>
                  <a:lnTo>
                    <a:pt x="529" y="710"/>
                  </a:lnTo>
                  <a:lnTo>
                    <a:pt x="543" y="703"/>
                  </a:lnTo>
                  <a:lnTo>
                    <a:pt x="559" y="695"/>
                  </a:lnTo>
                  <a:lnTo>
                    <a:pt x="573" y="687"/>
                  </a:lnTo>
                  <a:lnTo>
                    <a:pt x="587" y="678"/>
                  </a:lnTo>
                  <a:lnTo>
                    <a:pt x="600" y="668"/>
                  </a:lnTo>
                  <a:lnTo>
                    <a:pt x="613" y="658"/>
                  </a:lnTo>
                  <a:lnTo>
                    <a:pt x="625" y="648"/>
                  </a:lnTo>
                  <a:lnTo>
                    <a:pt x="637" y="637"/>
                  </a:lnTo>
                  <a:lnTo>
                    <a:pt x="649" y="625"/>
                  </a:lnTo>
                  <a:lnTo>
                    <a:pt x="660" y="612"/>
                  </a:lnTo>
                  <a:lnTo>
                    <a:pt x="670" y="599"/>
                  </a:lnTo>
                  <a:lnTo>
                    <a:pt x="680" y="585"/>
                  </a:lnTo>
                  <a:lnTo>
                    <a:pt x="688" y="571"/>
                  </a:lnTo>
                  <a:lnTo>
                    <a:pt x="697" y="557"/>
                  </a:lnTo>
                  <a:lnTo>
                    <a:pt x="704" y="543"/>
                  </a:lnTo>
                  <a:lnTo>
                    <a:pt x="711" y="528"/>
                  </a:lnTo>
                  <a:lnTo>
                    <a:pt x="717" y="511"/>
                  </a:lnTo>
                  <a:lnTo>
                    <a:pt x="722" y="496"/>
                  </a:lnTo>
                  <a:lnTo>
                    <a:pt x="728" y="480"/>
                  </a:lnTo>
                  <a:lnTo>
                    <a:pt x="731" y="463"/>
                  </a:lnTo>
                  <a:lnTo>
                    <a:pt x="734" y="446"/>
                  </a:lnTo>
                  <a:lnTo>
                    <a:pt x="736" y="430"/>
                  </a:lnTo>
                  <a:lnTo>
                    <a:pt x="737" y="412"/>
                  </a:lnTo>
                  <a:lnTo>
                    <a:pt x="738" y="395"/>
                  </a:lnTo>
                  <a:lnTo>
                    <a:pt x="738" y="395"/>
                  </a:lnTo>
                  <a:lnTo>
                    <a:pt x="737" y="376"/>
                  </a:lnTo>
                  <a:lnTo>
                    <a:pt x="736" y="359"/>
                  </a:lnTo>
                  <a:lnTo>
                    <a:pt x="734" y="343"/>
                  </a:lnTo>
                  <a:lnTo>
                    <a:pt x="731" y="325"/>
                  </a:lnTo>
                  <a:lnTo>
                    <a:pt x="728" y="309"/>
                  </a:lnTo>
                  <a:lnTo>
                    <a:pt x="722" y="292"/>
                  </a:lnTo>
                  <a:lnTo>
                    <a:pt x="717" y="277"/>
                  </a:lnTo>
                  <a:lnTo>
                    <a:pt x="711" y="261"/>
                  </a:lnTo>
                  <a:lnTo>
                    <a:pt x="704" y="246"/>
                  </a:lnTo>
                  <a:lnTo>
                    <a:pt x="697" y="232"/>
                  </a:lnTo>
                  <a:lnTo>
                    <a:pt x="688" y="217"/>
                  </a:lnTo>
                  <a:lnTo>
                    <a:pt x="680" y="203"/>
                  </a:lnTo>
                  <a:lnTo>
                    <a:pt x="670" y="190"/>
                  </a:lnTo>
                  <a:lnTo>
                    <a:pt x="660" y="177"/>
                  </a:lnTo>
                  <a:lnTo>
                    <a:pt x="649" y="164"/>
                  </a:lnTo>
                  <a:lnTo>
                    <a:pt x="637" y="153"/>
                  </a:lnTo>
                  <a:lnTo>
                    <a:pt x="625" y="141"/>
                  </a:lnTo>
                  <a:lnTo>
                    <a:pt x="613" y="130"/>
                  </a:lnTo>
                  <a:lnTo>
                    <a:pt x="600" y="120"/>
                  </a:lnTo>
                  <a:lnTo>
                    <a:pt x="587" y="111"/>
                  </a:lnTo>
                  <a:lnTo>
                    <a:pt x="573" y="102"/>
                  </a:lnTo>
                  <a:lnTo>
                    <a:pt x="559" y="93"/>
                  </a:lnTo>
                  <a:lnTo>
                    <a:pt x="543" y="86"/>
                  </a:lnTo>
                  <a:lnTo>
                    <a:pt x="529" y="79"/>
                  </a:lnTo>
                  <a:lnTo>
                    <a:pt x="513" y="72"/>
                  </a:lnTo>
                  <a:lnTo>
                    <a:pt x="498" y="68"/>
                  </a:lnTo>
                  <a:lnTo>
                    <a:pt x="481" y="63"/>
                  </a:lnTo>
                  <a:lnTo>
                    <a:pt x="465" y="59"/>
                  </a:lnTo>
                  <a:lnTo>
                    <a:pt x="448" y="56"/>
                  </a:lnTo>
                  <a:lnTo>
                    <a:pt x="430" y="54"/>
                  </a:lnTo>
                  <a:lnTo>
                    <a:pt x="413" y="53"/>
                  </a:lnTo>
                  <a:lnTo>
                    <a:pt x="395" y="52"/>
                  </a:lnTo>
                  <a:lnTo>
                    <a:pt x="395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  <p:sp>
          <p:nvSpPr>
            <p:cNvPr id="50" name="Freeform 510">
              <a:extLst>
                <a:ext uri="{FF2B5EF4-FFF2-40B4-BE49-F238E27FC236}">
                  <a16:creationId xmlns:a16="http://schemas.microsoft.com/office/drawing/2014/main" id="{A69A7AF4-49F1-F048-9141-6120ABCB636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3497" y="7814814"/>
              <a:ext cx="268151" cy="231212"/>
            </a:xfrm>
            <a:custGeom>
              <a:avLst/>
              <a:gdLst>
                <a:gd name="T0" fmla="*/ 180 w 391"/>
                <a:gd name="T1" fmla="*/ 337 h 337"/>
                <a:gd name="T2" fmla="*/ 0 w 391"/>
                <a:gd name="T3" fmla="*/ 214 h 337"/>
                <a:gd name="T4" fmla="*/ 38 w 391"/>
                <a:gd name="T5" fmla="*/ 160 h 337"/>
                <a:gd name="T6" fmla="*/ 164 w 391"/>
                <a:gd name="T7" fmla="*/ 246 h 337"/>
                <a:gd name="T8" fmla="*/ 337 w 391"/>
                <a:gd name="T9" fmla="*/ 0 h 337"/>
                <a:gd name="T10" fmla="*/ 391 w 391"/>
                <a:gd name="T11" fmla="*/ 38 h 337"/>
                <a:gd name="T12" fmla="*/ 180 w 391"/>
                <a:gd name="T13" fmla="*/ 337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1" h="337">
                  <a:moveTo>
                    <a:pt x="180" y="337"/>
                  </a:moveTo>
                  <a:lnTo>
                    <a:pt x="0" y="214"/>
                  </a:lnTo>
                  <a:lnTo>
                    <a:pt x="38" y="160"/>
                  </a:lnTo>
                  <a:lnTo>
                    <a:pt x="164" y="246"/>
                  </a:lnTo>
                  <a:lnTo>
                    <a:pt x="337" y="0"/>
                  </a:lnTo>
                  <a:lnTo>
                    <a:pt x="391" y="38"/>
                  </a:lnTo>
                  <a:lnTo>
                    <a:pt x="180" y="3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4CAECC3-D052-7D47-8A83-63C07BCCB71A}"/>
              </a:ext>
            </a:extLst>
          </p:cNvPr>
          <p:cNvGrpSpPr/>
          <p:nvPr/>
        </p:nvGrpSpPr>
        <p:grpSpPr>
          <a:xfrm>
            <a:off x="5149275" y="1726181"/>
            <a:ext cx="327271" cy="327271"/>
            <a:chOff x="6766685" y="7662953"/>
            <a:chExt cx="540406" cy="540406"/>
          </a:xfrm>
          <a:solidFill>
            <a:schemeClr val="accent1"/>
          </a:solidFill>
        </p:grpSpPr>
        <p:sp>
          <p:nvSpPr>
            <p:cNvPr id="52" name="Freeform 509">
              <a:extLst>
                <a:ext uri="{FF2B5EF4-FFF2-40B4-BE49-F238E27FC236}">
                  <a16:creationId xmlns:a16="http://schemas.microsoft.com/office/drawing/2014/main" id="{843422A9-AB0C-914B-8F9F-2ECD0215BE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66685" y="7662953"/>
              <a:ext cx="540406" cy="540406"/>
            </a:xfrm>
            <a:custGeom>
              <a:avLst/>
              <a:gdLst>
                <a:gd name="T0" fmla="*/ 335 w 791"/>
                <a:gd name="T1" fmla="*/ 785 h 790"/>
                <a:gd name="T2" fmla="*/ 242 w 791"/>
                <a:gd name="T3" fmla="*/ 759 h 790"/>
                <a:gd name="T4" fmla="*/ 159 w 791"/>
                <a:gd name="T5" fmla="*/ 711 h 790"/>
                <a:gd name="T6" fmla="*/ 90 w 791"/>
                <a:gd name="T7" fmla="*/ 645 h 790"/>
                <a:gd name="T8" fmla="*/ 39 w 791"/>
                <a:gd name="T9" fmla="*/ 566 h 790"/>
                <a:gd name="T10" fmla="*/ 9 w 791"/>
                <a:gd name="T11" fmla="*/ 474 h 790"/>
                <a:gd name="T12" fmla="*/ 0 w 791"/>
                <a:gd name="T13" fmla="*/ 395 h 790"/>
                <a:gd name="T14" fmla="*/ 13 w 791"/>
                <a:gd name="T15" fmla="*/ 296 h 790"/>
                <a:gd name="T16" fmla="*/ 48 w 791"/>
                <a:gd name="T17" fmla="*/ 206 h 790"/>
                <a:gd name="T18" fmla="*/ 103 w 791"/>
                <a:gd name="T19" fmla="*/ 129 h 790"/>
                <a:gd name="T20" fmla="*/ 175 w 791"/>
                <a:gd name="T21" fmla="*/ 67 h 790"/>
                <a:gd name="T22" fmla="*/ 260 w 791"/>
                <a:gd name="T23" fmla="*/ 23 h 790"/>
                <a:gd name="T24" fmla="*/ 355 w 791"/>
                <a:gd name="T25" fmla="*/ 1 h 790"/>
                <a:gd name="T26" fmla="*/ 436 w 791"/>
                <a:gd name="T27" fmla="*/ 1 h 790"/>
                <a:gd name="T28" fmla="*/ 531 w 791"/>
                <a:gd name="T29" fmla="*/ 23 h 790"/>
                <a:gd name="T30" fmla="*/ 616 w 791"/>
                <a:gd name="T31" fmla="*/ 67 h 790"/>
                <a:gd name="T32" fmla="*/ 688 w 791"/>
                <a:gd name="T33" fmla="*/ 129 h 790"/>
                <a:gd name="T34" fmla="*/ 743 w 791"/>
                <a:gd name="T35" fmla="*/ 206 h 790"/>
                <a:gd name="T36" fmla="*/ 779 w 791"/>
                <a:gd name="T37" fmla="*/ 296 h 790"/>
                <a:gd name="T38" fmla="*/ 791 w 791"/>
                <a:gd name="T39" fmla="*/ 395 h 790"/>
                <a:gd name="T40" fmla="*/ 783 w 791"/>
                <a:gd name="T41" fmla="*/ 474 h 790"/>
                <a:gd name="T42" fmla="*/ 751 w 791"/>
                <a:gd name="T43" fmla="*/ 566 h 790"/>
                <a:gd name="T44" fmla="*/ 700 w 791"/>
                <a:gd name="T45" fmla="*/ 645 h 790"/>
                <a:gd name="T46" fmla="*/ 632 w 791"/>
                <a:gd name="T47" fmla="*/ 711 h 790"/>
                <a:gd name="T48" fmla="*/ 549 w 791"/>
                <a:gd name="T49" fmla="*/ 759 h 790"/>
                <a:gd name="T50" fmla="*/ 456 w 791"/>
                <a:gd name="T51" fmla="*/ 785 h 790"/>
                <a:gd name="T52" fmla="*/ 395 w 791"/>
                <a:gd name="T53" fmla="*/ 52 h 790"/>
                <a:gd name="T54" fmla="*/ 327 w 791"/>
                <a:gd name="T55" fmla="*/ 59 h 790"/>
                <a:gd name="T56" fmla="*/ 247 w 791"/>
                <a:gd name="T57" fmla="*/ 86 h 790"/>
                <a:gd name="T58" fmla="*/ 178 w 791"/>
                <a:gd name="T59" fmla="*/ 130 h 790"/>
                <a:gd name="T60" fmla="*/ 122 w 791"/>
                <a:gd name="T61" fmla="*/ 190 h 790"/>
                <a:gd name="T62" fmla="*/ 80 w 791"/>
                <a:gd name="T63" fmla="*/ 261 h 790"/>
                <a:gd name="T64" fmla="*/ 58 w 791"/>
                <a:gd name="T65" fmla="*/ 343 h 790"/>
                <a:gd name="T66" fmla="*/ 54 w 791"/>
                <a:gd name="T67" fmla="*/ 412 h 790"/>
                <a:gd name="T68" fmla="*/ 68 w 791"/>
                <a:gd name="T69" fmla="*/ 496 h 790"/>
                <a:gd name="T70" fmla="*/ 103 w 791"/>
                <a:gd name="T71" fmla="*/ 571 h 790"/>
                <a:gd name="T72" fmla="*/ 153 w 791"/>
                <a:gd name="T73" fmla="*/ 637 h 790"/>
                <a:gd name="T74" fmla="*/ 219 w 791"/>
                <a:gd name="T75" fmla="*/ 687 h 790"/>
                <a:gd name="T76" fmla="*/ 294 w 791"/>
                <a:gd name="T77" fmla="*/ 722 h 790"/>
                <a:gd name="T78" fmla="*/ 378 w 791"/>
                <a:gd name="T79" fmla="*/ 736 h 790"/>
                <a:gd name="T80" fmla="*/ 448 w 791"/>
                <a:gd name="T81" fmla="*/ 732 h 790"/>
                <a:gd name="T82" fmla="*/ 529 w 791"/>
                <a:gd name="T83" fmla="*/ 710 h 790"/>
                <a:gd name="T84" fmla="*/ 600 w 791"/>
                <a:gd name="T85" fmla="*/ 668 h 790"/>
                <a:gd name="T86" fmla="*/ 660 w 791"/>
                <a:gd name="T87" fmla="*/ 612 h 790"/>
                <a:gd name="T88" fmla="*/ 704 w 791"/>
                <a:gd name="T89" fmla="*/ 543 h 790"/>
                <a:gd name="T90" fmla="*/ 731 w 791"/>
                <a:gd name="T91" fmla="*/ 463 h 790"/>
                <a:gd name="T92" fmla="*/ 738 w 791"/>
                <a:gd name="T93" fmla="*/ 395 h 790"/>
                <a:gd name="T94" fmla="*/ 728 w 791"/>
                <a:gd name="T95" fmla="*/ 309 h 790"/>
                <a:gd name="T96" fmla="*/ 697 w 791"/>
                <a:gd name="T97" fmla="*/ 232 h 790"/>
                <a:gd name="T98" fmla="*/ 649 w 791"/>
                <a:gd name="T99" fmla="*/ 164 h 790"/>
                <a:gd name="T100" fmla="*/ 587 w 791"/>
                <a:gd name="T101" fmla="*/ 111 h 790"/>
                <a:gd name="T102" fmla="*/ 513 w 791"/>
                <a:gd name="T103" fmla="*/ 72 h 790"/>
                <a:gd name="T104" fmla="*/ 430 w 791"/>
                <a:gd name="T105" fmla="*/ 54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91" h="790">
                  <a:moveTo>
                    <a:pt x="395" y="790"/>
                  </a:moveTo>
                  <a:lnTo>
                    <a:pt x="395" y="790"/>
                  </a:lnTo>
                  <a:lnTo>
                    <a:pt x="376" y="789"/>
                  </a:lnTo>
                  <a:lnTo>
                    <a:pt x="355" y="788"/>
                  </a:lnTo>
                  <a:lnTo>
                    <a:pt x="335" y="785"/>
                  </a:lnTo>
                  <a:lnTo>
                    <a:pt x="316" y="782"/>
                  </a:lnTo>
                  <a:lnTo>
                    <a:pt x="297" y="777"/>
                  </a:lnTo>
                  <a:lnTo>
                    <a:pt x="278" y="772"/>
                  </a:lnTo>
                  <a:lnTo>
                    <a:pt x="260" y="766"/>
                  </a:lnTo>
                  <a:lnTo>
                    <a:pt x="242" y="759"/>
                  </a:lnTo>
                  <a:lnTo>
                    <a:pt x="224" y="751"/>
                  </a:lnTo>
                  <a:lnTo>
                    <a:pt x="207" y="742"/>
                  </a:lnTo>
                  <a:lnTo>
                    <a:pt x="190" y="732"/>
                  </a:lnTo>
                  <a:lnTo>
                    <a:pt x="175" y="722"/>
                  </a:lnTo>
                  <a:lnTo>
                    <a:pt x="159" y="711"/>
                  </a:lnTo>
                  <a:lnTo>
                    <a:pt x="145" y="700"/>
                  </a:lnTo>
                  <a:lnTo>
                    <a:pt x="129" y="687"/>
                  </a:lnTo>
                  <a:lnTo>
                    <a:pt x="116" y="674"/>
                  </a:lnTo>
                  <a:lnTo>
                    <a:pt x="103" y="661"/>
                  </a:lnTo>
                  <a:lnTo>
                    <a:pt x="90" y="645"/>
                  </a:lnTo>
                  <a:lnTo>
                    <a:pt x="79" y="631"/>
                  </a:lnTo>
                  <a:lnTo>
                    <a:pt x="67" y="615"/>
                  </a:lnTo>
                  <a:lnTo>
                    <a:pt x="58" y="600"/>
                  </a:lnTo>
                  <a:lnTo>
                    <a:pt x="48" y="582"/>
                  </a:lnTo>
                  <a:lnTo>
                    <a:pt x="39" y="566"/>
                  </a:lnTo>
                  <a:lnTo>
                    <a:pt x="31" y="548"/>
                  </a:lnTo>
                  <a:lnTo>
                    <a:pt x="24" y="530"/>
                  </a:lnTo>
                  <a:lnTo>
                    <a:pt x="18" y="511"/>
                  </a:lnTo>
                  <a:lnTo>
                    <a:pt x="13" y="493"/>
                  </a:lnTo>
                  <a:lnTo>
                    <a:pt x="9" y="474"/>
                  </a:lnTo>
                  <a:lnTo>
                    <a:pt x="5" y="455"/>
                  </a:lnTo>
                  <a:lnTo>
                    <a:pt x="2" y="435"/>
                  </a:lnTo>
                  <a:lnTo>
                    <a:pt x="1" y="414"/>
                  </a:lnTo>
                  <a:lnTo>
                    <a:pt x="0" y="395"/>
                  </a:lnTo>
                  <a:lnTo>
                    <a:pt x="0" y="395"/>
                  </a:lnTo>
                  <a:lnTo>
                    <a:pt x="1" y="374"/>
                  </a:lnTo>
                  <a:lnTo>
                    <a:pt x="2" y="355"/>
                  </a:lnTo>
                  <a:lnTo>
                    <a:pt x="5" y="334"/>
                  </a:lnTo>
                  <a:lnTo>
                    <a:pt x="9" y="315"/>
                  </a:lnTo>
                  <a:lnTo>
                    <a:pt x="13" y="296"/>
                  </a:lnTo>
                  <a:lnTo>
                    <a:pt x="18" y="277"/>
                  </a:lnTo>
                  <a:lnTo>
                    <a:pt x="24" y="259"/>
                  </a:lnTo>
                  <a:lnTo>
                    <a:pt x="31" y="240"/>
                  </a:lnTo>
                  <a:lnTo>
                    <a:pt x="39" y="223"/>
                  </a:lnTo>
                  <a:lnTo>
                    <a:pt x="48" y="206"/>
                  </a:lnTo>
                  <a:lnTo>
                    <a:pt x="58" y="189"/>
                  </a:lnTo>
                  <a:lnTo>
                    <a:pt x="67" y="174"/>
                  </a:lnTo>
                  <a:lnTo>
                    <a:pt x="79" y="159"/>
                  </a:lnTo>
                  <a:lnTo>
                    <a:pt x="90" y="143"/>
                  </a:lnTo>
                  <a:lnTo>
                    <a:pt x="103" y="129"/>
                  </a:lnTo>
                  <a:lnTo>
                    <a:pt x="116" y="115"/>
                  </a:lnTo>
                  <a:lnTo>
                    <a:pt x="129" y="102"/>
                  </a:lnTo>
                  <a:lnTo>
                    <a:pt x="145" y="90"/>
                  </a:lnTo>
                  <a:lnTo>
                    <a:pt x="159" y="78"/>
                  </a:lnTo>
                  <a:lnTo>
                    <a:pt x="175" y="67"/>
                  </a:lnTo>
                  <a:lnTo>
                    <a:pt x="190" y="56"/>
                  </a:lnTo>
                  <a:lnTo>
                    <a:pt x="207" y="46"/>
                  </a:lnTo>
                  <a:lnTo>
                    <a:pt x="224" y="38"/>
                  </a:lnTo>
                  <a:lnTo>
                    <a:pt x="242" y="30"/>
                  </a:lnTo>
                  <a:lnTo>
                    <a:pt x="260" y="23"/>
                  </a:lnTo>
                  <a:lnTo>
                    <a:pt x="278" y="17"/>
                  </a:lnTo>
                  <a:lnTo>
                    <a:pt x="297" y="12"/>
                  </a:lnTo>
                  <a:lnTo>
                    <a:pt x="316" y="7"/>
                  </a:lnTo>
                  <a:lnTo>
                    <a:pt x="335" y="4"/>
                  </a:lnTo>
                  <a:lnTo>
                    <a:pt x="355" y="1"/>
                  </a:lnTo>
                  <a:lnTo>
                    <a:pt x="376" y="0"/>
                  </a:lnTo>
                  <a:lnTo>
                    <a:pt x="395" y="0"/>
                  </a:lnTo>
                  <a:lnTo>
                    <a:pt x="395" y="0"/>
                  </a:lnTo>
                  <a:lnTo>
                    <a:pt x="416" y="0"/>
                  </a:lnTo>
                  <a:lnTo>
                    <a:pt x="436" y="1"/>
                  </a:lnTo>
                  <a:lnTo>
                    <a:pt x="456" y="4"/>
                  </a:lnTo>
                  <a:lnTo>
                    <a:pt x="475" y="7"/>
                  </a:lnTo>
                  <a:lnTo>
                    <a:pt x="494" y="12"/>
                  </a:lnTo>
                  <a:lnTo>
                    <a:pt x="513" y="17"/>
                  </a:lnTo>
                  <a:lnTo>
                    <a:pt x="531" y="23"/>
                  </a:lnTo>
                  <a:lnTo>
                    <a:pt x="549" y="30"/>
                  </a:lnTo>
                  <a:lnTo>
                    <a:pt x="567" y="38"/>
                  </a:lnTo>
                  <a:lnTo>
                    <a:pt x="584" y="46"/>
                  </a:lnTo>
                  <a:lnTo>
                    <a:pt x="600" y="56"/>
                  </a:lnTo>
                  <a:lnTo>
                    <a:pt x="616" y="67"/>
                  </a:lnTo>
                  <a:lnTo>
                    <a:pt x="632" y="78"/>
                  </a:lnTo>
                  <a:lnTo>
                    <a:pt x="647" y="90"/>
                  </a:lnTo>
                  <a:lnTo>
                    <a:pt x="661" y="102"/>
                  </a:lnTo>
                  <a:lnTo>
                    <a:pt x="675" y="115"/>
                  </a:lnTo>
                  <a:lnTo>
                    <a:pt x="688" y="129"/>
                  </a:lnTo>
                  <a:lnTo>
                    <a:pt x="700" y="143"/>
                  </a:lnTo>
                  <a:lnTo>
                    <a:pt x="712" y="159"/>
                  </a:lnTo>
                  <a:lnTo>
                    <a:pt x="723" y="174"/>
                  </a:lnTo>
                  <a:lnTo>
                    <a:pt x="734" y="189"/>
                  </a:lnTo>
                  <a:lnTo>
                    <a:pt x="743" y="206"/>
                  </a:lnTo>
                  <a:lnTo>
                    <a:pt x="751" y="223"/>
                  </a:lnTo>
                  <a:lnTo>
                    <a:pt x="760" y="240"/>
                  </a:lnTo>
                  <a:lnTo>
                    <a:pt x="767" y="259"/>
                  </a:lnTo>
                  <a:lnTo>
                    <a:pt x="773" y="277"/>
                  </a:lnTo>
                  <a:lnTo>
                    <a:pt x="779" y="296"/>
                  </a:lnTo>
                  <a:lnTo>
                    <a:pt x="783" y="315"/>
                  </a:lnTo>
                  <a:lnTo>
                    <a:pt x="786" y="334"/>
                  </a:lnTo>
                  <a:lnTo>
                    <a:pt x="789" y="355"/>
                  </a:lnTo>
                  <a:lnTo>
                    <a:pt x="791" y="374"/>
                  </a:lnTo>
                  <a:lnTo>
                    <a:pt x="791" y="395"/>
                  </a:lnTo>
                  <a:lnTo>
                    <a:pt x="791" y="395"/>
                  </a:lnTo>
                  <a:lnTo>
                    <a:pt x="791" y="414"/>
                  </a:lnTo>
                  <a:lnTo>
                    <a:pt x="789" y="435"/>
                  </a:lnTo>
                  <a:lnTo>
                    <a:pt x="786" y="455"/>
                  </a:lnTo>
                  <a:lnTo>
                    <a:pt x="783" y="474"/>
                  </a:lnTo>
                  <a:lnTo>
                    <a:pt x="779" y="493"/>
                  </a:lnTo>
                  <a:lnTo>
                    <a:pt x="773" y="511"/>
                  </a:lnTo>
                  <a:lnTo>
                    <a:pt x="767" y="530"/>
                  </a:lnTo>
                  <a:lnTo>
                    <a:pt x="760" y="548"/>
                  </a:lnTo>
                  <a:lnTo>
                    <a:pt x="751" y="566"/>
                  </a:lnTo>
                  <a:lnTo>
                    <a:pt x="743" y="582"/>
                  </a:lnTo>
                  <a:lnTo>
                    <a:pt x="734" y="600"/>
                  </a:lnTo>
                  <a:lnTo>
                    <a:pt x="723" y="615"/>
                  </a:lnTo>
                  <a:lnTo>
                    <a:pt x="712" y="631"/>
                  </a:lnTo>
                  <a:lnTo>
                    <a:pt x="700" y="645"/>
                  </a:lnTo>
                  <a:lnTo>
                    <a:pt x="688" y="661"/>
                  </a:lnTo>
                  <a:lnTo>
                    <a:pt x="675" y="674"/>
                  </a:lnTo>
                  <a:lnTo>
                    <a:pt x="661" y="687"/>
                  </a:lnTo>
                  <a:lnTo>
                    <a:pt x="647" y="700"/>
                  </a:lnTo>
                  <a:lnTo>
                    <a:pt x="632" y="711"/>
                  </a:lnTo>
                  <a:lnTo>
                    <a:pt x="616" y="722"/>
                  </a:lnTo>
                  <a:lnTo>
                    <a:pt x="600" y="732"/>
                  </a:lnTo>
                  <a:lnTo>
                    <a:pt x="584" y="742"/>
                  </a:lnTo>
                  <a:lnTo>
                    <a:pt x="567" y="751"/>
                  </a:lnTo>
                  <a:lnTo>
                    <a:pt x="549" y="759"/>
                  </a:lnTo>
                  <a:lnTo>
                    <a:pt x="531" y="766"/>
                  </a:lnTo>
                  <a:lnTo>
                    <a:pt x="513" y="772"/>
                  </a:lnTo>
                  <a:lnTo>
                    <a:pt x="494" y="777"/>
                  </a:lnTo>
                  <a:lnTo>
                    <a:pt x="475" y="782"/>
                  </a:lnTo>
                  <a:lnTo>
                    <a:pt x="456" y="785"/>
                  </a:lnTo>
                  <a:lnTo>
                    <a:pt x="436" y="788"/>
                  </a:lnTo>
                  <a:lnTo>
                    <a:pt x="416" y="789"/>
                  </a:lnTo>
                  <a:lnTo>
                    <a:pt x="395" y="790"/>
                  </a:lnTo>
                  <a:lnTo>
                    <a:pt x="395" y="790"/>
                  </a:lnTo>
                  <a:close/>
                  <a:moveTo>
                    <a:pt x="395" y="52"/>
                  </a:moveTo>
                  <a:lnTo>
                    <a:pt x="395" y="52"/>
                  </a:lnTo>
                  <a:lnTo>
                    <a:pt x="378" y="53"/>
                  </a:lnTo>
                  <a:lnTo>
                    <a:pt x="360" y="54"/>
                  </a:lnTo>
                  <a:lnTo>
                    <a:pt x="344" y="56"/>
                  </a:lnTo>
                  <a:lnTo>
                    <a:pt x="327" y="59"/>
                  </a:lnTo>
                  <a:lnTo>
                    <a:pt x="310" y="63"/>
                  </a:lnTo>
                  <a:lnTo>
                    <a:pt x="294" y="68"/>
                  </a:lnTo>
                  <a:lnTo>
                    <a:pt x="278" y="72"/>
                  </a:lnTo>
                  <a:lnTo>
                    <a:pt x="262" y="79"/>
                  </a:lnTo>
                  <a:lnTo>
                    <a:pt x="247" y="86"/>
                  </a:lnTo>
                  <a:lnTo>
                    <a:pt x="233" y="93"/>
                  </a:lnTo>
                  <a:lnTo>
                    <a:pt x="219" y="102"/>
                  </a:lnTo>
                  <a:lnTo>
                    <a:pt x="205" y="111"/>
                  </a:lnTo>
                  <a:lnTo>
                    <a:pt x="190" y="120"/>
                  </a:lnTo>
                  <a:lnTo>
                    <a:pt x="178" y="130"/>
                  </a:lnTo>
                  <a:lnTo>
                    <a:pt x="165" y="141"/>
                  </a:lnTo>
                  <a:lnTo>
                    <a:pt x="153" y="153"/>
                  </a:lnTo>
                  <a:lnTo>
                    <a:pt x="143" y="164"/>
                  </a:lnTo>
                  <a:lnTo>
                    <a:pt x="132" y="177"/>
                  </a:lnTo>
                  <a:lnTo>
                    <a:pt x="122" y="190"/>
                  </a:lnTo>
                  <a:lnTo>
                    <a:pt x="112" y="203"/>
                  </a:lnTo>
                  <a:lnTo>
                    <a:pt x="103" y="217"/>
                  </a:lnTo>
                  <a:lnTo>
                    <a:pt x="95" y="232"/>
                  </a:lnTo>
                  <a:lnTo>
                    <a:pt x="87" y="246"/>
                  </a:lnTo>
                  <a:lnTo>
                    <a:pt x="80" y="261"/>
                  </a:lnTo>
                  <a:lnTo>
                    <a:pt x="74" y="277"/>
                  </a:lnTo>
                  <a:lnTo>
                    <a:pt x="68" y="292"/>
                  </a:lnTo>
                  <a:lnTo>
                    <a:pt x="64" y="309"/>
                  </a:lnTo>
                  <a:lnTo>
                    <a:pt x="61" y="325"/>
                  </a:lnTo>
                  <a:lnTo>
                    <a:pt x="58" y="343"/>
                  </a:lnTo>
                  <a:lnTo>
                    <a:pt x="55" y="359"/>
                  </a:lnTo>
                  <a:lnTo>
                    <a:pt x="54" y="376"/>
                  </a:lnTo>
                  <a:lnTo>
                    <a:pt x="53" y="395"/>
                  </a:lnTo>
                  <a:lnTo>
                    <a:pt x="53" y="395"/>
                  </a:lnTo>
                  <a:lnTo>
                    <a:pt x="54" y="412"/>
                  </a:lnTo>
                  <a:lnTo>
                    <a:pt x="55" y="430"/>
                  </a:lnTo>
                  <a:lnTo>
                    <a:pt x="58" y="446"/>
                  </a:lnTo>
                  <a:lnTo>
                    <a:pt x="61" y="463"/>
                  </a:lnTo>
                  <a:lnTo>
                    <a:pt x="64" y="480"/>
                  </a:lnTo>
                  <a:lnTo>
                    <a:pt x="68" y="496"/>
                  </a:lnTo>
                  <a:lnTo>
                    <a:pt x="74" y="511"/>
                  </a:lnTo>
                  <a:lnTo>
                    <a:pt x="80" y="528"/>
                  </a:lnTo>
                  <a:lnTo>
                    <a:pt x="87" y="543"/>
                  </a:lnTo>
                  <a:lnTo>
                    <a:pt x="95" y="557"/>
                  </a:lnTo>
                  <a:lnTo>
                    <a:pt x="103" y="571"/>
                  </a:lnTo>
                  <a:lnTo>
                    <a:pt x="112" y="585"/>
                  </a:lnTo>
                  <a:lnTo>
                    <a:pt x="122" y="599"/>
                  </a:lnTo>
                  <a:lnTo>
                    <a:pt x="132" y="612"/>
                  </a:lnTo>
                  <a:lnTo>
                    <a:pt x="143" y="625"/>
                  </a:lnTo>
                  <a:lnTo>
                    <a:pt x="153" y="637"/>
                  </a:lnTo>
                  <a:lnTo>
                    <a:pt x="165" y="648"/>
                  </a:lnTo>
                  <a:lnTo>
                    <a:pt x="178" y="658"/>
                  </a:lnTo>
                  <a:lnTo>
                    <a:pt x="190" y="668"/>
                  </a:lnTo>
                  <a:lnTo>
                    <a:pt x="205" y="678"/>
                  </a:lnTo>
                  <a:lnTo>
                    <a:pt x="219" y="687"/>
                  </a:lnTo>
                  <a:lnTo>
                    <a:pt x="233" y="695"/>
                  </a:lnTo>
                  <a:lnTo>
                    <a:pt x="247" y="703"/>
                  </a:lnTo>
                  <a:lnTo>
                    <a:pt x="262" y="710"/>
                  </a:lnTo>
                  <a:lnTo>
                    <a:pt x="278" y="716"/>
                  </a:lnTo>
                  <a:lnTo>
                    <a:pt x="294" y="722"/>
                  </a:lnTo>
                  <a:lnTo>
                    <a:pt x="310" y="726"/>
                  </a:lnTo>
                  <a:lnTo>
                    <a:pt x="327" y="729"/>
                  </a:lnTo>
                  <a:lnTo>
                    <a:pt x="344" y="732"/>
                  </a:lnTo>
                  <a:lnTo>
                    <a:pt x="360" y="735"/>
                  </a:lnTo>
                  <a:lnTo>
                    <a:pt x="378" y="736"/>
                  </a:lnTo>
                  <a:lnTo>
                    <a:pt x="395" y="737"/>
                  </a:lnTo>
                  <a:lnTo>
                    <a:pt x="395" y="737"/>
                  </a:lnTo>
                  <a:lnTo>
                    <a:pt x="413" y="736"/>
                  </a:lnTo>
                  <a:lnTo>
                    <a:pt x="430" y="735"/>
                  </a:lnTo>
                  <a:lnTo>
                    <a:pt x="448" y="732"/>
                  </a:lnTo>
                  <a:lnTo>
                    <a:pt x="465" y="729"/>
                  </a:lnTo>
                  <a:lnTo>
                    <a:pt x="481" y="726"/>
                  </a:lnTo>
                  <a:lnTo>
                    <a:pt x="498" y="722"/>
                  </a:lnTo>
                  <a:lnTo>
                    <a:pt x="513" y="716"/>
                  </a:lnTo>
                  <a:lnTo>
                    <a:pt x="529" y="710"/>
                  </a:lnTo>
                  <a:lnTo>
                    <a:pt x="543" y="703"/>
                  </a:lnTo>
                  <a:lnTo>
                    <a:pt x="559" y="695"/>
                  </a:lnTo>
                  <a:lnTo>
                    <a:pt x="573" y="687"/>
                  </a:lnTo>
                  <a:lnTo>
                    <a:pt x="587" y="678"/>
                  </a:lnTo>
                  <a:lnTo>
                    <a:pt x="600" y="668"/>
                  </a:lnTo>
                  <a:lnTo>
                    <a:pt x="613" y="658"/>
                  </a:lnTo>
                  <a:lnTo>
                    <a:pt x="625" y="648"/>
                  </a:lnTo>
                  <a:lnTo>
                    <a:pt x="637" y="637"/>
                  </a:lnTo>
                  <a:lnTo>
                    <a:pt x="649" y="625"/>
                  </a:lnTo>
                  <a:lnTo>
                    <a:pt x="660" y="612"/>
                  </a:lnTo>
                  <a:lnTo>
                    <a:pt x="670" y="599"/>
                  </a:lnTo>
                  <a:lnTo>
                    <a:pt x="680" y="585"/>
                  </a:lnTo>
                  <a:lnTo>
                    <a:pt x="688" y="571"/>
                  </a:lnTo>
                  <a:lnTo>
                    <a:pt x="697" y="557"/>
                  </a:lnTo>
                  <a:lnTo>
                    <a:pt x="704" y="543"/>
                  </a:lnTo>
                  <a:lnTo>
                    <a:pt x="711" y="528"/>
                  </a:lnTo>
                  <a:lnTo>
                    <a:pt x="717" y="511"/>
                  </a:lnTo>
                  <a:lnTo>
                    <a:pt x="722" y="496"/>
                  </a:lnTo>
                  <a:lnTo>
                    <a:pt x="728" y="480"/>
                  </a:lnTo>
                  <a:lnTo>
                    <a:pt x="731" y="463"/>
                  </a:lnTo>
                  <a:lnTo>
                    <a:pt x="734" y="446"/>
                  </a:lnTo>
                  <a:lnTo>
                    <a:pt x="736" y="430"/>
                  </a:lnTo>
                  <a:lnTo>
                    <a:pt x="737" y="412"/>
                  </a:lnTo>
                  <a:lnTo>
                    <a:pt x="738" y="395"/>
                  </a:lnTo>
                  <a:lnTo>
                    <a:pt x="738" y="395"/>
                  </a:lnTo>
                  <a:lnTo>
                    <a:pt x="737" y="376"/>
                  </a:lnTo>
                  <a:lnTo>
                    <a:pt x="736" y="359"/>
                  </a:lnTo>
                  <a:lnTo>
                    <a:pt x="734" y="343"/>
                  </a:lnTo>
                  <a:lnTo>
                    <a:pt x="731" y="325"/>
                  </a:lnTo>
                  <a:lnTo>
                    <a:pt x="728" y="309"/>
                  </a:lnTo>
                  <a:lnTo>
                    <a:pt x="722" y="292"/>
                  </a:lnTo>
                  <a:lnTo>
                    <a:pt x="717" y="277"/>
                  </a:lnTo>
                  <a:lnTo>
                    <a:pt x="711" y="261"/>
                  </a:lnTo>
                  <a:lnTo>
                    <a:pt x="704" y="246"/>
                  </a:lnTo>
                  <a:lnTo>
                    <a:pt x="697" y="232"/>
                  </a:lnTo>
                  <a:lnTo>
                    <a:pt x="688" y="217"/>
                  </a:lnTo>
                  <a:lnTo>
                    <a:pt x="680" y="203"/>
                  </a:lnTo>
                  <a:lnTo>
                    <a:pt x="670" y="190"/>
                  </a:lnTo>
                  <a:lnTo>
                    <a:pt x="660" y="177"/>
                  </a:lnTo>
                  <a:lnTo>
                    <a:pt x="649" y="164"/>
                  </a:lnTo>
                  <a:lnTo>
                    <a:pt x="637" y="153"/>
                  </a:lnTo>
                  <a:lnTo>
                    <a:pt x="625" y="141"/>
                  </a:lnTo>
                  <a:lnTo>
                    <a:pt x="613" y="130"/>
                  </a:lnTo>
                  <a:lnTo>
                    <a:pt x="600" y="120"/>
                  </a:lnTo>
                  <a:lnTo>
                    <a:pt x="587" y="111"/>
                  </a:lnTo>
                  <a:lnTo>
                    <a:pt x="573" y="102"/>
                  </a:lnTo>
                  <a:lnTo>
                    <a:pt x="559" y="93"/>
                  </a:lnTo>
                  <a:lnTo>
                    <a:pt x="543" y="86"/>
                  </a:lnTo>
                  <a:lnTo>
                    <a:pt x="529" y="79"/>
                  </a:lnTo>
                  <a:lnTo>
                    <a:pt x="513" y="72"/>
                  </a:lnTo>
                  <a:lnTo>
                    <a:pt x="498" y="68"/>
                  </a:lnTo>
                  <a:lnTo>
                    <a:pt x="481" y="63"/>
                  </a:lnTo>
                  <a:lnTo>
                    <a:pt x="465" y="59"/>
                  </a:lnTo>
                  <a:lnTo>
                    <a:pt x="448" y="56"/>
                  </a:lnTo>
                  <a:lnTo>
                    <a:pt x="430" y="54"/>
                  </a:lnTo>
                  <a:lnTo>
                    <a:pt x="413" y="53"/>
                  </a:lnTo>
                  <a:lnTo>
                    <a:pt x="395" y="52"/>
                  </a:lnTo>
                  <a:lnTo>
                    <a:pt x="395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  <p:sp>
          <p:nvSpPr>
            <p:cNvPr id="53" name="Freeform 510">
              <a:extLst>
                <a:ext uri="{FF2B5EF4-FFF2-40B4-BE49-F238E27FC236}">
                  <a16:creationId xmlns:a16="http://schemas.microsoft.com/office/drawing/2014/main" id="{19A3355A-BCDA-2841-90C9-C97A02C4A8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3497" y="7814814"/>
              <a:ext cx="268151" cy="231212"/>
            </a:xfrm>
            <a:custGeom>
              <a:avLst/>
              <a:gdLst>
                <a:gd name="T0" fmla="*/ 180 w 391"/>
                <a:gd name="T1" fmla="*/ 337 h 337"/>
                <a:gd name="T2" fmla="*/ 0 w 391"/>
                <a:gd name="T3" fmla="*/ 214 h 337"/>
                <a:gd name="T4" fmla="*/ 38 w 391"/>
                <a:gd name="T5" fmla="*/ 160 h 337"/>
                <a:gd name="T6" fmla="*/ 164 w 391"/>
                <a:gd name="T7" fmla="*/ 246 h 337"/>
                <a:gd name="T8" fmla="*/ 337 w 391"/>
                <a:gd name="T9" fmla="*/ 0 h 337"/>
                <a:gd name="T10" fmla="*/ 391 w 391"/>
                <a:gd name="T11" fmla="*/ 38 h 337"/>
                <a:gd name="T12" fmla="*/ 180 w 391"/>
                <a:gd name="T13" fmla="*/ 337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1" h="337">
                  <a:moveTo>
                    <a:pt x="180" y="337"/>
                  </a:moveTo>
                  <a:lnTo>
                    <a:pt x="0" y="214"/>
                  </a:lnTo>
                  <a:lnTo>
                    <a:pt x="38" y="160"/>
                  </a:lnTo>
                  <a:lnTo>
                    <a:pt x="164" y="246"/>
                  </a:lnTo>
                  <a:lnTo>
                    <a:pt x="337" y="0"/>
                  </a:lnTo>
                  <a:lnTo>
                    <a:pt x="391" y="38"/>
                  </a:lnTo>
                  <a:lnTo>
                    <a:pt x="180" y="3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94EAAFD-4E16-EE4A-916A-E9C37A3A237A}"/>
              </a:ext>
            </a:extLst>
          </p:cNvPr>
          <p:cNvGrpSpPr/>
          <p:nvPr/>
        </p:nvGrpSpPr>
        <p:grpSpPr>
          <a:xfrm>
            <a:off x="5149275" y="3427218"/>
            <a:ext cx="327271" cy="327271"/>
            <a:chOff x="6766685" y="7662953"/>
            <a:chExt cx="540406" cy="540406"/>
          </a:xfrm>
          <a:solidFill>
            <a:schemeClr val="accent1"/>
          </a:solidFill>
        </p:grpSpPr>
        <p:sp>
          <p:nvSpPr>
            <p:cNvPr id="58" name="Freeform 509">
              <a:extLst>
                <a:ext uri="{FF2B5EF4-FFF2-40B4-BE49-F238E27FC236}">
                  <a16:creationId xmlns:a16="http://schemas.microsoft.com/office/drawing/2014/main" id="{460DD794-F8D9-D946-B116-0D4FCE5B9D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66685" y="7662953"/>
              <a:ext cx="540406" cy="540406"/>
            </a:xfrm>
            <a:custGeom>
              <a:avLst/>
              <a:gdLst>
                <a:gd name="T0" fmla="*/ 335 w 791"/>
                <a:gd name="T1" fmla="*/ 785 h 790"/>
                <a:gd name="T2" fmla="*/ 242 w 791"/>
                <a:gd name="T3" fmla="*/ 759 h 790"/>
                <a:gd name="T4" fmla="*/ 159 w 791"/>
                <a:gd name="T5" fmla="*/ 711 h 790"/>
                <a:gd name="T6" fmla="*/ 90 w 791"/>
                <a:gd name="T7" fmla="*/ 645 h 790"/>
                <a:gd name="T8" fmla="*/ 39 w 791"/>
                <a:gd name="T9" fmla="*/ 566 h 790"/>
                <a:gd name="T10" fmla="*/ 9 w 791"/>
                <a:gd name="T11" fmla="*/ 474 h 790"/>
                <a:gd name="T12" fmla="*/ 0 w 791"/>
                <a:gd name="T13" fmla="*/ 395 h 790"/>
                <a:gd name="T14" fmla="*/ 13 w 791"/>
                <a:gd name="T15" fmla="*/ 296 h 790"/>
                <a:gd name="T16" fmla="*/ 48 w 791"/>
                <a:gd name="T17" fmla="*/ 206 h 790"/>
                <a:gd name="T18" fmla="*/ 103 w 791"/>
                <a:gd name="T19" fmla="*/ 129 h 790"/>
                <a:gd name="T20" fmla="*/ 175 w 791"/>
                <a:gd name="T21" fmla="*/ 67 h 790"/>
                <a:gd name="T22" fmla="*/ 260 w 791"/>
                <a:gd name="T23" fmla="*/ 23 h 790"/>
                <a:gd name="T24" fmla="*/ 355 w 791"/>
                <a:gd name="T25" fmla="*/ 1 h 790"/>
                <a:gd name="T26" fmla="*/ 436 w 791"/>
                <a:gd name="T27" fmla="*/ 1 h 790"/>
                <a:gd name="T28" fmla="*/ 531 w 791"/>
                <a:gd name="T29" fmla="*/ 23 h 790"/>
                <a:gd name="T30" fmla="*/ 616 w 791"/>
                <a:gd name="T31" fmla="*/ 67 h 790"/>
                <a:gd name="T32" fmla="*/ 688 w 791"/>
                <a:gd name="T33" fmla="*/ 129 h 790"/>
                <a:gd name="T34" fmla="*/ 743 w 791"/>
                <a:gd name="T35" fmla="*/ 206 h 790"/>
                <a:gd name="T36" fmla="*/ 779 w 791"/>
                <a:gd name="T37" fmla="*/ 296 h 790"/>
                <a:gd name="T38" fmla="*/ 791 w 791"/>
                <a:gd name="T39" fmla="*/ 395 h 790"/>
                <a:gd name="T40" fmla="*/ 783 w 791"/>
                <a:gd name="T41" fmla="*/ 474 h 790"/>
                <a:gd name="T42" fmla="*/ 751 w 791"/>
                <a:gd name="T43" fmla="*/ 566 h 790"/>
                <a:gd name="T44" fmla="*/ 700 w 791"/>
                <a:gd name="T45" fmla="*/ 645 h 790"/>
                <a:gd name="T46" fmla="*/ 632 w 791"/>
                <a:gd name="T47" fmla="*/ 711 h 790"/>
                <a:gd name="T48" fmla="*/ 549 w 791"/>
                <a:gd name="T49" fmla="*/ 759 h 790"/>
                <a:gd name="T50" fmla="*/ 456 w 791"/>
                <a:gd name="T51" fmla="*/ 785 h 790"/>
                <a:gd name="T52" fmla="*/ 395 w 791"/>
                <a:gd name="T53" fmla="*/ 52 h 790"/>
                <a:gd name="T54" fmla="*/ 327 w 791"/>
                <a:gd name="T55" fmla="*/ 59 h 790"/>
                <a:gd name="T56" fmla="*/ 247 w 791"/>
                <a:gd name="T57" fmla="*/ 86 h 790"/>
                <a:gd name="T58" fmla="*/ 178 w 791"/>
                <a:gd name="T59" fmla="*/ 130 h 790"/>
                <a:gd name="T60" fmla="*/ 122 w 791"/>
                <a:gd name="T61" fmla="*/ 190 h 790"/>
                <a:gd name="T62" fmla="*/ 80 w 791"/>
                <a:gd name="T63" fmla="*/ 261 h 790"/>
                <a:gd name="T64" fmla="*/ 58 w 791"/>
                <a:gd name="T65" fmla="*/ 343 h 790"/>
                <a:gd name="T66" fmla="*/ 54 w 791"/>
                <a:gd name="T67" fmla="*/ 412 h 790"/>
                <a:gd name="T68" fmla="*/ 68 w 791"/>
                <a:gd name="T69" fmla="*/ 496 h 790"/>
                <a:gd name="T70" fmla="*/ 103 w 791"/>
                <a:gd name="T71" fmla="*/ 571 h 790"/>
                <a:gd name="T72" fmla="*/ 153 w 791"/>
                <a:gd name="T73" fmla="*/ 637 h 790"/>
                <a:gd name="T74" fmla="*/ 219 w 791"/>
                <a:gd name="T75" fmla="*/ 687 h 790"/>
                <a:gd name="T76" fmla="*/ 294 w 791"/>
                <a:gd name="T77" fmla="*/ 722 h 790"/>
                <a:gd name="T78" fmla="*/ 378 w 791"/>
                <a:gd name="T79" fmla="*/ 736 h 790"/>
                <a:gd name="T80" fmla="*/ 448 w 791"/>
                <a:gd name="T81" fmla="*/ 732 h 790"/>
                <a:gd name="T82" fmla="*/ 529 w 791"/>
                <a:gd name="T83" fmla="*/ 710 h 790"/>
                <a:gd name="T84" fmla="*/ 600 w 791"/>
                <a:gd name="T85" fmla="*/ 668 h 790"/>
                <a:gd name="T86" fmla="*/ 660 w 791"/>
                <a:gd name="T87" fmla="*/ 612 h 790"/>
                <a:gd name="T88" fmla="*/ 704 w 791"/>
                <a:gd name="T89" fmla="*/ 543 h 790"/>
                <a:gd name="T90" fmla="*/ 731 w 791"/>
                <a:gd name="T91" fmla="*/ 463 h 790"/>
                <a:gd name="T92" fmla="*/ 738 w 791"/>
                <a:gd name="T93" fmla="*/ 395 h 790"/>
                <a:gd name="T94" fmla="*/ 728 w 791"/>
                <a:gd name="T95" fmla="*/ 309 h 790"/>
                <a:gd name="T96" fmla="*/ 697 w 791"/>
                <a:gd name="T97" fmla="*/ 232 h 790"/>
                <a:gd name="T98" fmla="*/ 649 w 791"/>
                <a:gd name="T99" fmla="*/ 164 h 790"/>
                <a:gd name="T100" fmla="*/ 587 w 791"/>
                <a:gd name="T101" fmla="*/ 111 h 790"/>
                <a:gd name="T102" fmla="*/ 513 w 791"/>
                <a:gd name="T103" fmla="*/ 72 h 790"/>
                <a:gd name="T104" fmla="*/ 430 w 791"/>
                <a:gd name="T105" fmla="*/ 54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91" h="790">
                  <a:moveTo>
                    <a:pt x="395" y="790"/>
                  </a:moveTo>
                  <a:lnTo>
                    <a:pt x="395" y="790"/>
                  </a:lnTo>
                  <a:lnTo>
                    <a:pt x="376" y="789"/>
                  </a:lnTo>
                  <a:lnTo>
                    <a:pt x="355" y="788"/>
                  </a:lnTo>
                  <a:lnTo>
                    <a:pt x="335" y="785"/>
                  </a:lnTo>
                  <a:lnTo>
                    <a:pt x="316" y="782"/>
                  </a:lnTo>
                  <a:lnTo>
                    <a:pt x="297" y="777"/>
                  </a:lnTo>
                  <a:lnTo>
                    <a:pt x="278" y="772"/>
                  </a:lnTo>
                  <a:lnTo>
                    <a:pt x="260" y="766"/>
                  </a:lnTo>
                  <a:lnTo>
                    <a:pt x="242" y="759"/>
                  </a:lnTo>
                  <a:lnTo>
                    <a:pt x="224" y="751"/>
                  </a:lnTo>
                  <a:lnTo>
                    <a:pt x="207" y="742"/>
                  </a:lnTo>
                  <a:lnTo>
                    <a:pt x="190" y="732"/>
                  </a:lnTo>
                  <a:lnTo>
                    <a:pt x="175" y="722"/>
                  </a:lnTo>
                  <a:lnTo>
                    <a:pt x="159" y="711"/>
                  </a:lnTo>
                  <a:lnTo>
                    <a:pt x="145" y="700"/>
                  </a:lnTo>
                  <a:lnTo>
                    <a:pt x="129" y="687"/>
                  </a:lnTo>
                  <a:lnTo>
                    <a:pt x="116" y="674"/>
                  </a:lnTo>
                  <a:lnTo>
                    <a:pt x="103" y="661"/>
                  </a:lnTo>
                  <a:lnTo>
                    <a:pt x="90" y="645"/>
                  </a:lnTo>
                  <a:lnTo>
                    <a:pt x="79" y="631"/>
                  </a:lnTo>
                  <a:lnTo>
                    <a:pt x="67" y="615"/>
                  </a:lnTo>
                  <a:lnTo>
                    <a:pt x="58" y="600"/>
                  </a:lnTo>
                  <a:lnTo>
                    <a:pt x="48" y="582"/>
                  </a:lnTo>
                  <a:lnTo>
                    <a:pt x="39" y="566"/>
                  </a:lnTo>
                  <a:lnTo>
                    <a:pt x="31" y="548"/>
                  </a:lnTo>
                  <a:lnTo>
                    <a:pt x="24" y="530"/>
                  </a:lnTo>
                  <a:lnTo>
                    <a:pt x="18" y="511"/>
                  </a:lnTo>
                  <a:lnTo>
                    <a:pt x="13" y="493"/>
                  </a:lnTo>
                  <a:lnTo>
                    <a:pt x="9" y="474"/>
                  </a:lnTo>
                  <a:lnTo>
                    <a:pt x="5" y="455"/>
                  </a:lnTo>
                  <a:lnTo>
                    <a:pt x="2" y="435"/>
                  </a:lnTo>
                  <a:lnTo>
                    <a:pt x="1" y="414"/>
                  </a:lnTo>
                  <a:lnTo>
                    <a:pt x="0" y="395"/>
                  </a:lnTo>
                  <a:lnTo>
                    <a:pt x="0" y="395"/>
                  </a:lnTo>
                  <a:lnTo>
                    <a:pt x="1" y="374"/>
                  </a:lnTo>
                  <a:lnTo>
                    <a:pt x="2" y="355"/>
                  </a:lnTo>
                  <a:lnTo>
                    <a:pt x="5" y="334"/>
                  </a:lnTo>
                  <a:lnTo>
                    <a:pt x="9" y="315"/>
                  </a:lnTo>
                  <a:lnTo>
                    <a:pt x="13" y="296"/>
                  </a:lnTo>
                  <a:lnTo>
                    <a:pt x="18" y="277"/>
                  </a:lnTo>
                  <a:lnTo>
                    <a:pt x="24" y="259"/>
                  </a:lnTo>
                  <a:lnTo>
                    <a:pt x="31" y="240"/>
                  </a:lnTo>
                  <a:lnTo>
                    <a:pt x="39" y="223"/>
                  </a:lnTo>
                  <a:lnTo>
                    <a:pt x="48" y="206"/>
                  </a:lnTo>
                  <a:lnTo>
                    <a:pt x="58" y="189"/>
                  </a:lnTo>
                  <a:lnTo>
                    <a:pt x="67" y="174"/>
                  </a:lnTo>
                  <a:lnTo>
                    <a:pt x="79" y="159"/>
                  </a:lnTo>
                  <a:lnTo>
                    <a:pt x="90" y="143"/>
                  </a:lnTo>
                  <a:lnTo>
                    <a:pt x="103" y="129"/>
                  </a:lnTo>
                  <a:lnTo>
                    <a:pt x="116" y="115"/>
                  </a:lnTo>
                  <a:lnTo>
                    <a:pt x="129" y="102"/>
                  </a:lnTo>
                  <a:lnTo>
                    <a:pt x="145" y="90"/>
                  </a:lnTo>
                  <a:lnTo>
                    <a:pt x="159" y="78"/>
                  </a:lnTo>
                  <a:lnTo>
                    <a:pt x="175" y="67"/>
                  </a:lnTo>
                  <a:lnTo>
                    <a:pt x="190" y="56"/>
                  </a:lnTo>
                  <a:lnTo>
                    <a:pt x="207" y="46"/>
                  </a:lnTo>
                  <a:lnTo>
                    <a:pt x="224" y="38"/>
                  </a:lnTo>
                  <a:lnTo>
                    <a:pt x="242" y="30"/>
                  </a:lnTo>
                  <a:lnTo>
                    <a:pt x="260" y="23"/>
                  </a:lnTo>
                  <a:lnTo>
                    <a:pt x="278" y="17"/>
                  </a:lnTo>
                  <a:lnTo>
                    <a:pt x="297" y="12"/>
                  </a:lnTo>
                  <a:lnTo>
                    <a:pt x="316" y="7"/>
                  </a:lnTo>
                  <a:lnTo>
                    <a:pt x="335" y="4"/>
                  </a:lnTo>
                  <a:lnTo>
                    <a:pt x="355" y="1"/>
                  </a:lnTo>
                  <a:lnTo>
                    <a:pt x="376" y="0"/>
                  </a:lnTo>
                  <a:lnTo>
                    <a:pt x="395" y="0"/>
                  </a:lnTo>
                  <a:lnTo>
                    <a:pt x="395" y="0"/>
                  </a:lnTo>
                  <a:lnTo>
                    <a:pt x="416" y="0"/>
                  </a:lnTo>
                  <a:lnTo>
                    <a:pt x="436" y="1"/>
                  </a:lnTo>
                  <a:lnTo>
                    <a:pt x="456" y="4"/>
                  </a:lnTo>
                  <a:lnTo>
                    <a:pt x="475" y="7"/>
                  </a:lnTo>
                  <a:lnTo>
                    <a:pt x="494" y="12"/>
                  </a:lnTo>
                  <a:lnTo>
                    <a:pt x="513" y="17"/>
                  </a:lnTo>
                  <a:lnTo>
                    <a:pt x="531" y="23"/>
                  </a:lnTo>
                  <a:lnTo>
                    <a:pt x="549" y="30"/>
                  </a:lnTo>
                  <a:lnTo>
                    <a:pt x="567" y="38"/>
                  </a:lnTo>
                  <a:lnTo>
                    <a:pt x="584" y="46"/>
                  </a:lnTo>
                  <a:lnTo>
                    <a:pt x="600" y="56"/>
                  </a:lnTo>
                  <a:lnTo>
                    <a:pt x="616" y="67"/>
                  </a:lnTo>
                  <a:lnTo>
                    <a:pt x="632" y="78"/>
                  </a:lnTo>
                  <a:lnTo>
                    <a:pt x="647" y="90"/>
                  </a:lnTo>
                  <a:lnTo>
                    <a:pt x="661" y="102"/>
                  </a:lnTo>
                  <a:lnTo>
                    <a:pt x="675" y="115"/>
                  </a:lnTo>
                  <a:lnTo>
                    <a:pt x="688" y="129"/>
                  </a:lnTo>
                  <a:lnTo>
                    <a:pt x="700" y="143"/>
                  </a:lnTo>
                  <a:lnTo>
                    <a:pt x="712" y="159"/>
                  </a:lnTo>
                  <a:lnTo>
                    <a:pt x="723" y="174"/>
                  </a:lnTo>
                  <a:lnTo>
                    <a:pt x="734" y="189"/>
                  </a:lnTo>
                  <a:lnTo>
                    <a:pt x="743" y="206"/>
                  </a:lnTo>
                  <a:lnTo>
                    <a:pt x="751" y="223"/>
                  </a:lnTo>
                  <a:lnTo>
                    <a:pt x="760" y="240"/>
                  </a:lnTo>
                  <a:lnTo>
                    <a:pt x="767" y="259"/>
                  </a:lnTo>
                  <a:lnTo>
                    <a:pt x="773" y="277"/>
                  </a:lnTo>
                  <a:lnTo>
                    <a:pt x="779" y="296"/>
                  </a:lnTo>
                  <a:lnTo>
                    <a:pt x="783" y="315"/>
                  </a:lnTo>
                  <a:lnTo>
                    <a:pt x="786" y="334"/>
                  </a:lnTo>
                  <a:lnTo>
                    <a:pt x="789" y="355"/>
                  </a:lnTo>
                  <a:lnTo>
                    <a:pt x="791" y="374"/>
                  </a:lnTo>
                  <a:lnTo>
                    <a:pt x="791" y="395"/>
                  </a:lnTo>
                  <a:lnTo>
                    <a:pt x="791" y="395"/>
                  </a:lnTo>
                  <a:lnTo>
                    <a:pt x="791" y="414"/>
                  </a:lnTo>
                  <a:lnTo>
                    <a:pt x="789" y="435"/>
                  </a:lnTo>
                  <a:lnTo>
                    <a:pt x="786" y="455"/>
                  </a:lnTo>
                  <a:lnTo>
                    <a:pt x="783" y="474"/>
                  </a:lnTo>
                  <a:lnTo>
                    <a:pt x="779" y="493"/>
                  </a:lnTo>
                  <a:lnTo>
                    <a:pt x="773" y="511"/>
                  </a:lnTo>
                  <a:lnTo>
                    <a:pt x="767" y="530"/>
                  </a:lnTo>
                  <a:lnTo>
                    <a:pt x="760" y="548"/>
                  </a:lnTo>
                  <a:lnTo>
                    <a:pt x="751" y="566"/>
                  </a:lnTo>
                  <a:lnTo>
                    <a:pt x="743" y="582"/>
                  </a:lnTo>
                  <a:lnTo>
                    <a:pt x="734" y="600"/>
                  </a:lnTo>
                  <a:lnTo>
                    <a:pt x="723" y="615"/>
                  </a:lnTo>
                  <a:lnTo>
                    <a:pt x="712" y="631"/>
                  </a:lnTo>
                  <a:lnTo>
                    <a:pt x="700" y="645"/>
                  </a:lnTo>
                  <a:lnTo>
                    <a:pt x="688" y="661"/>
                  </a:lnTo>
                  <a:lnTo>
                    <a:pt x="675" y="674"/>
                  </a:lnTo>
                  <a:lnTo>
                    <a:pt x="661" y="687"/>
                  </a:lnTo>
                  <a:lnTo>
                    <a:pt x="647" y="700"/>
                  </a:lnTo>
                  <a:lnTo>
                    <a:pt x="632" y="711"/>
                  </a:lnTo>
                  <a:lnTo>
                    <a:pt x="616" y="722"/>
                  </a:lnTo>
                  <a:lnTo>
                    <a:pt x="600" y="732"/>
                  </a:lnTo>
                  <a:lnTo>
                    <a:pt x="584" y="742"/>
                  </a:lnTo>
                  <a:lnTo>
                    <a:pt x="567" y="751"/>
                  </a:lnTo>
                  <a:lnTo>
                    <a:pt x="549" y="759"/>
                  </a:lnTo>
                  <a:lnTo>
                    <a:pt x="531" y="766"/>
                  </a:lnTo>
                  <a:lnTo>
                    <a:pt x="513" y="772"/>
                  </a:lnTo>
                  <a:lnTo>
                    <a:pt x="494" y="777"/>
                  </a:lnTo>
                  <a:lnTo>
                    <a:pt x="475" y="782"/>
                  </a:lnTo>
                  <a:lnTo>
                    <a:pt x="456" y="785"/>
                  </a:lnTo>
                  <a:lnTo>
                    <a:pt x="436" y="788"/>
                  </a:lnTo>
                  <a:lnTo>
                    <a:pt x="416" y="789"/>
                  </a:lnTo>
                  <a:lnTo>
                    <a:pt x="395" y="790"/>
                  </a:lnTo>
                  <a:lnTo>
                    <a:pt x="395" y="790"/>
                  </a:lnTo>
                  <a:close/>
                  <a:moveTo>
                    <a:pt x="395" y="52"/>
                  </a:moveTo>
                  <a:lnTo>
                    <a:pt x="395" y="52"/>
                  </a:lnTo>
                  <a:lnTo>
                    <a:pt x="378" y="53"/>
                  </a:lnTo>
                  <a:lnTo>
                    <a:pt x="360" y="54"/>
                  </a:lnTo>
                  <a:lnTo>
                    <a:pt x="344" y="56"/>
                  </a:lnTo>
                  <a:lnTo>
                    <a:pt x="327" y="59"/>
                  </a:lnTo>
                  <a:lnTo>
                    <a:pt x="310" y="63"/>
                  </a:lnTo>
                  <a:lnTo>
                    <a:pt x="294" y="68"/>
                  </a:lnTo>
                  <a:lnTo>
                    <a:pt x="278" y="72"/>
                  </a:lnTo>
                  <a:lnTo>
                    <a:pt x="262" y="79"/>
                  </a:lnTo>
                  <a:lnTo>
                    <a:pt x="247" y="86"/>
                  </a:lnTo>
                  <a:lnTo>
                    <a:pt x="233" y="93"/>
                  </a:lnTo>
                  <a:lnTo>
                    <a:pt x="219" y="102"/>
                  </a:lnTo>
                  <a:lnTo>
                    <a:pt x="205" y="111"/>
                  </a:lnTo>
                  <a:lnTo>
                    <a:pt x="190" y="120"/>
                  </a:lnTo>
                  <a:lnTo>
                    <a:pt x="178" y="130"/>
                  </a:lnTo>
                  <a:lnTo>
                    <a:pt x="165" y="141"/>
                  </a:lnTo>
                  <a:lnTo>
                    <a:pt x="153" y="153"/>
                  </a:lnTo>
                  <a:lnTo>
                    <a:pt x="143" y="164"/>
                  </a:lnTo>
                  <a:lnTo>
                    <a:pt x="132" y="177"/>
                  </a:lnTo>
                  <a:lnTo>
                    <a:pt x="122" y="190"/>
                  </a:lnTo>
                  <a:lnTo>
                    <a:pt x="112" y="203"/>
                  </a:lnTo>
                  <a:lnTo>
                    <a:pt x="103" y="217"/>
                  </a:lnTo>
                  <a:lnTo>
                    <a:pt x="95" y="232"/>
                  </a:lnTo>
                  <a:lnTo>
                    <a:pt x="87" y="246"/>
                  </a:lnTo>
                  <a:lnTo>
                    <a:pt x="80" y="261"/>
                  </a:lnTo>
                  <a:lnTo>
                    <a:pt x="74" y="277"/>
                  </a:lnTo>
                  <a:lnTo>
                    <a:pt x="68" y="292"/>
                  </a:lnTo>
                  <a:lnTo>
                    <a:pt x="64" y="309"/>
                  </a:lnTo>
                  <a:lnTo>
                    <a:pt x="61" y="325"/>
                  </a:lnTo>
                  <a:lnTo>
                    <a:pt x="58" y="343"/>
                  </a:lnTo>
                  <a:lnTo>
                    <a:pt x="55" y="359"/>
                  </a:lnTo>
                  <a:lnTo>
                    <a:pt x="54" y="376"/>
                  </a:lnTo>
                  <a:lnTo>
                    <a:pt x="53" y="395"/>
                  </a:lnTo>
                  <a:lnTo>
                    <a:pt x="53" y="395"/>
                  </a:lnTo>
                  <a:lnTo>
                    <a:pt x="54" y="412"/>
                  </a:lnTo>
                  <a:lnTo>
                    <a:pt x="55" y="430"/>
                  </a:lnTo>
                  <a:lnTo>
                    <a:pt x="58" y="446"/>
                  </a:lnTo>
                  <a:lnTo>
                    <a:pt x="61" y="463"/>
                  </a:lnTo>
                  <a:lnTo>
                    <a:pt x="64" y="480"/>
                  </a:lnTo>
                  <a:lnTo>
                    <a:pt x="68" y="496"/>
                  </a:lnTo>
                  <a:lnTo>
                    <a:pt x="74" y="511"/>
                  </a:lnTo>
                  <a:lnTo>
                    <a:pt x="80" y="528"/>
                  </a:lnTo>
                  <a:lnTo>
                    <a:pt x="87" y="543"/>
                  </a:lnTo>
                  <a:lnTo>
                    <a:pt x="95" y="557"/>
                  </a:lnTo>
                  <a:lnTo>
                    <a:pt x="103" y="571"/>
                  </a:lnTo>
                  <a:lnTo>
                    <a:pt x="112" y="585"/>
                  </a:lnTo>
                  <a:lnTo>
                    <a:pt x="122" y="599"/>
                  </a:lnTo>
                  <a:lnTo>
                    <a:pt x="132" y="612"/>
                  </a:lnTo>
                  <a:lnTo>
                    <a:pt x="143" y="625"/>
                  </a:lnTo>
                  <a:lnTo>
                    <a:pt x="153" y="637"/>
                  </a:lnTo>
                  <a:lnTo>
                    <a:pt x="165" y="648"/>
                  </a:lnTo>
                  <a:lnTo>
                    <a:pt x="178" y="658"/>
                  </a:lnTo>
                  <a:lnTo>
                    <a:pt x="190" y="668"/>
                  </a:lnTo>
                  <a:lnTo>
                    <a:pt x="205" y="678"/>
                  </a:lnTo>
                  <a:lnTo>
                    <a:pt x="219" y="687"/>
                  </a:lnTo>
                  <a:lnTo>
                    <a:pt x="233" y="695"/>
                  </a:lnTo>
                  <a:lnTo>
                    <a:pt x="247" y="703"/>
                  </a:lnTo>
                  <a:lnTo>
                    <a:pt x="262" y="710"/>
                  </a:lnTo>
                  <a:lnTo>
                    <a:pt x="278" y="716"/>
                  </a:lnTo>
                  <a:lnTo>
                    <a:pt x="294" y="722"/>
                  </a:lnTo>
                  <a:lnTo>
                    <a:pt x="310" y="726"/>
                  </a:lnTo>
                  <a:lnTo>
                    <a:pt x="327" y="729"/>
                  </a:lnTo>
                  <a:lnTo>
                    <a:pt x="344" y="732"/>
                  </a:lnTo>
                  <a:lnTo>
                    <a:pt x="360" y="735"/>
                  </a:lnTo>
                  <a:lnTo>
                    <a:pt x="378" y="736"/>
                  </a:lnTo>
                  <a:lnTo>
                    <a:pt x="395" y="737"/>
                  </a:lnTo>
                  <a:lnTo>
                    <a:pt x="395" y="737"/>
                  </a:lnTo>
                  <a:lnTo>
                    <a:pt x="413" y="736"/>
                  </a:lnTo>
                  <a:lnTo>
                    <a:pt x="430" y="735"/>
                  </a:lnTo>
                  <a:lnTo>
                    <a:pt x="448" y="732"/>
                  </a:lnTo>
                  <a:lnTo>
                    <a:pt x="465" y="729"/>
                  </a:lnTo>
                  <a:lnTo>
                    <a:pt x="481" y="726"/>
                  </a:lnTo>
                  <a:lnTo>
                    <a:pt x="498" y="722"/>
                  </a:lnTo>
                  <a:lnTo>
                    <a:pt x="513" y="716"/>
                  </a:lnTo>
                  <a:lnTo>
                    <a:pt x="529" y="710"/>
                  </a:lnTo>
                  <a:lnTo>
                    <a:pt x="543" y="703"/>
                  </a:lnTo>
                  <a:lnTo>
                    <a:pt x="559" y="695"/>
                  </a:lnTo>
                  <a:lnTo>
                    <a:pt x="573" y="687"/>
                  </a:lnTo>
                  <a:lnTo>
                    <a:pt x="587" y="678"/>
                  </a:lnTo>
                  <a:lnTo>
                    <a:pt x="600" y="668"/>
                  </a:lnTo>
                  <a:lnTo>
                    <a:pt x="613" y="658"/>
                  </a:lnTo>
                  <a:lnTo>
                    <a:pt x="625" y="648"/>
                  </a:lnTo>
                  <a:lnTo>
                    <a:pt x="637" y="637"/>
                  </a:lnTo>
                  <a:lnTo>
                    <a:pt x="649" y="625"/>
                  </a:lnTo>
                  <a:lnTo>
                    <a:pt x="660" y="612"/>
                  </a:lnTo>
                  <a:lnTo>
                    <a:pt x="670" y="599"/>
                  </a:lnTo>
                  <a:lnTo>
                    <a:pt x="680" y="585"/>
                  </a:lnTo>
                  <a:lnTo>
                    <a:pt x="688" y="571"/>
                  </a:lnTo>
                  <a:lnTo>
                    <a:pt x="697" y="557"/>
                  </a:lnTo>
                  <a:lnTo>
                    <a:pt x="704" y="543"/>
                  </a:lnTo>
                  <a:lnTo>
                    <a:pt x="711" y="528"/>
                  </a:lnTo>
                  <a:lnTo>
                    <a:pt x="717" y="511"/>
                  </a:lnTo>
                  <a:lnTo>
                    <a:pt x="722" y="496"/>
                  </a:lnTo>
                  <a:lnTo>
                    <a:pt x="728" y="480"/>
                  </a:lnTo>
                  <a:lnTo>
                    <a:pt x="731" y="463"/>
                  </a:lnTo>
                  <a:lnTo>
                    <a:pt x="734" y="446"/>
                  </a:lnTo>
                  <a:lnTo>
                    <a:pt x="736" y="430"/>
                  </a:lnTo>
                  <a:lnTo>
                    <a:pt x="737" y="412"/>
                  </a:lnTo>
                  <a:lnTo>
                    <a:pt x="738" y="395"/>
                  </a:lnTo>
                  <a:lnTo>
                    <a:pt x="738" y="395"/>
                  </a:lnTo>
                  <a:lnTo>
                    <a:pt x="737" y="376"/>
                  </a:lnTo>
                  <a:lnTo>
                    <a:pt x="736" y="359"/>
                  </a:lnTo>
                  <a:lnTo>
                    <a:pt x="734" y="343"/>
                  </a:lnTo>
                  <a:lnTo>
                    <a:pt x="731" y="325"/>
                  </a:lnTo>
                  <a:lnTo>
                    <a:pt x="728" y="309"/>
                  </a:lnTo>
                  <a:lnTo>
                    <a:pt x="722" y="292"/>
                  </a:lnTo>
                  <a:lnTo>
                    <a:pt x="717" y="277"/>
                  </a:lnTo>
                  <a:lnTo>
                    <a:pt x="711" y="261"/>
                  </a:lnTo>
                  <a:lnTo>
                    <a:pt x="704" y="246"/>
                  </a:lnTo>
                  <a:lnTo>
                    <a:pt x="697" y="232"/>
                  </a:lnTo>
                  <a:lnTo>
                    <a:pt x="688" y="217"/>
                  </a:lnTo>
                  <a:lnTo>
                    <a:pt x="680" y="203"/>
                  </a:lnTo>
                  <a:lnTo>
                    <a:pt x="670" y="190"/>
                  </a:lnTo>
                  <a:lnTo>
                    <a:pt x="660" y="177"/>
                  </a:lnTo>
                  <a:lnTo>
                    <a:pt x="649" y="164"/>
                  </a:lnTo>
                  <a:lnTo>
                    <a:pt x="637" y="153"/>
                  </a:lnTo>
                  <a:lnTo>
                    <a:pt x="625" y="141"/>
                  </a:lnTo>
                  <a:lnTo>
                    <a:pt x="613" y="130"/>
                  </a:lnTo>
                  <a:lnTo>
                    <a:pt x="600" y="120"/>
                  </a:lnTo>
                  <a:lnTo>
                    <a:pt x="587" y="111"/>
                  </a:lnTo>
                  <a:lnTo>
                    <a:pt x="573" y="102"/>
                  </a:lnTo>
                  <a:lnTo>
                    <a:pt x="559" y="93"/>
                  </a:lnTo>
                  <a:lnTo>
                    <a:pt x="543" y="86"/>
                  </a:lnTo>
                  <a:lnTo>
                    <a:pt x="529" y="79"/>
                  </a:lnTo>
                  <a:lnTo>
                    <a:pt x="513" y="72"/>
                  </a:lnTo>
                  <a:lnTo>
                    <a:pt x="498" y="68"/>
                  </a:lnTo>
                  <a:lnTo>
                    <a:pt x="481" y="63"/>
                  </a:lnTo>
                  <a:lnTo>
                    <a:pt x="465" y="59"/>
                  </a:lnTo>
                  <a:lnTo>
                    <a:pt x="448" y="56"/>
                  </a:lnTo>
                  <a:lnTo>
                    <a:pt x="430" y="54"/>
                  </a:lnTo>
                  <a:lnTo>
                    <a:pt x="413" y="53"/>
                  </a:lnTo>
                  <a:lnTo>
                    <a:pt x="395" y="52"/>
                  </a:lnTo>
                  <a:lnTo>
                    <a:pt x="395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  <p:sp>
          <p:nvSpPr>
            <p:cNvPr id="59" name="Freeform 510">
              <a:extLst>
                <a:ext uri="{FF2B5EF4-FFF2-40B4-BE49-F238E27FC236}">
                  <a16:creationId xmlns:a16="http://schemas.microsoft.com/office/drawing/2014/main" id="{AC7958BB-08A1-A84D-9155-BD4EE8C12D6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3497" y="7814814"/>
              <a:ext cx="268151" cy="231212"/>
            </a:xfrm>
            <a:custGeom>
              <a:avLst/>
              <a:gdLst>
                <a:gd name="T0" fmla="*/ 180 w 391"/>
                <a:gd name="T1" fmla="*/ 337 h 337"/>
                <a:gd name="T2" fmla="*/ 0 w 391"/>
                <a:gd name="T3" fmla="*/ 214 h 337"/>
                <a:gd name="T4" fmla="*/ 38 w 391"/>
                <a:gd name="T5" fmla="*/ 160 h 337"/>
                <a:gd name="T6" fmla="*/ 164 w 391"/>
                <a:gd name="T7" fmla="*/ 246 h 337"/>
                <a:gd name="T8" fmla="*/ 337 w 391"/>
                <a:gd name="T9" fmla="*/ 0 h 337"/>
                <a:gd name="T10" fmla="*/ 391 w 391"/>
                <a:gd name="T11" fmla="*/ 38 h 337"/>
                <a:gd name="T12" fmla="*/ 180 w 391"/>
                <a:gd name="T13" fmla="*/ 337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1" h="337">
                  <a:moveTo>
                    <a:pt x="180" y="337"/>
                  </a:moveTo>
                  <a:lnTo>
                    <a:pt x="0" y="214"/>
                  </a:lnTo>
                  <a:lnTo>
                    <a:pt x="38" y="160"/>
                  </a:lnTo>
                  <a:lnTo>
                    <a:pt x="164" y="246"/>
                  </a:lnTo>
                  <a:lnTo>
                    <a:pt x="337" y="0"/>
                  </a:lnTo>
                  <a:lnTo>
                    <a:pt x="391" y="38"/>
                  </a:lnTo>
                  <a:lnTo>
                    <a:pt x="180" y="3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A09D2D3-3178-2E4C-B080-2BB56D503759}"/>
              </a:ext>
            </a:extLst>
          </p:cNvPr>
          <p:cNvGrpSpPr/>
          <p:nvPr/>
        </p:nvGrpSpPr>
        <p:grpSpPr>
          <a:xfrm>
            <a:off x="2322338" y="1726181"/>
            <a:ext cx="327271" cy="327271"/>
            <a:chOff x="6766685" y="7662953"/>
            <a:chExt cx="540406" cy="540406"/>
          </a:xfrm>
          <a:solidFill>
            <a:schemeClr val="accent1"/>
          </a:solidFill>
        </p:grpSpPr>
        <p:sp>
          <p:nvSpPr>
            <p:cNvPr id="64" name="Freeform 509">
              <a:extLst>
                <a:ext uri="{FF2B5EF4-FFF2-40B4-BE49-F238E27FC236}">
                  <a16:creationId xmlns:a16="http://schemas.microsoft.com/office/drawing/2014/main" id="{EE5CAFB3-40CB-2741-A3DF-05AB4B78B0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66685" y="7662953"/>
              <a:ext cx="540406" cy="540406"/>
            </a:xfrm>
            <a:custGeom>
              <a:avLst/>
              <a:gdLst>
                <a:gd name="T0" fmla="*/ 335 w 791"/>
                <a:gd name="T1" fmla="*/ 785 h 790"/>
                <a:gd name="T2" fmla="*/ 242 w 791"/>
                <a:gd name="T3" fmla="*/ 759 h 790"/>
                <a:gd name="T4" fmla="*/ 159 w 791"/>
                <a:gd name="T5" fmla="*/ 711 h 790"/>
                <a:gd name="T6" fmla="*/ 90 w 791"/>
                <a:gd name="T7" fmla="*/ 645 h 790"/>
                <a:gd name="T8" fmla="*/ 39 w 791"/>
                <a:gd name="T9" fmla="*/ 566 h 790"/>
                <a:gd name="T10" fmla="*/ 9 w 791"/>
                <a:gd name="T11" fmla="*/ 474 h 790"/>
                <a:gd name="T12" fmla="*/ 0 w 791"/>
                <a:gd name="T13" fmla="*/ 395 h 790"/>
                <a:gd name="T14" fmla="*/ 13 w 791"/>
                <a:gd name="T15" fmla="*/ 296 h 790"/>
                <a:gd name="T16" fmla="*/ 48 w 791"/>
                <a:gd name="T17" fmla="*/ 206 h 790"/>
                <a:gd name="T18" fmla="*/ 103 w 791"/>
                <a:gd name="T19" fmla="*/ 129 h 790"/>
                <a:gd name="T20" fmla="*/ 175 w 791"/>
                <a:gd name="T21" fmla="*/ 67 h 790"/>
                <a:gd name="T22" fmla="*/ 260 w 791"/>
                <a:gd name="T23" fmla="*/ 23 h 790"/>
                <a:gd name="T24" fmla="*/ 355 w 791"/>
                <a:gd name="T25" fmla="*/ 1 h 790"/>
                <a:gd name="T26" fmla="*/ 436 w 791"/>
                <a:gd name="T27" fmla="*/ 1 h 790"/>
                <a:gd name="T28" fmla="*/ 531 w 791"/>
                <a:gd name="T29" fmla="*/ 23 h 790"/>
                <a:gd name="T30" fmla="*/ 616 w 791"/>
                <a:gd name="T31" fmla="*/ 67 h 790"/>
                <a:gd name="T32" fmla="*/ 688 w 791"/>
                <a:gd name="T33" fmla="*/ 129 h 790"/>
                <a:gd name="T34" fmla="*/ 743 w 791"/>
                <a:gd name="T35" fmla="*/ 206 h 790"/>
                <a:gd name="T36" fmla="*/ 779 w 791"/>
                <a:gd name="T37" fmla="*/ 296 h 790"/>
                <a:gd name="T38" fmla="*/ 791 w 791"/>
                <a:gd name="T39" fmla="*/ 395 h 790"/>
                <a:gd name="T40" fmla="*/ 783 w 791"/>
                <a:gd name="T41" fmla="*/ 474 h 790"/>
                <a:gd name="T42" fmla="*/ 751 w 791"/>
                <a:gd name="T43" fmla="*/ 566 h 790"/>
                <a:gd name="T44" fmla="*/ 700 w 791"/>
                <a:gd name="T45" fmla="*/ 645 h 790"/>
                <a:gd name="T46" fmla="*/ 632 w 791"/>
                <a:gd name="T47" fmla="*/ 711 h 790"/>
                <a:gd name="T48" fmla="*/ 549 w 791"/>
                <a:gd name="T49" fmla="*/ 759 h 790"/>
                <a:gd name="T50" fmla="*/ 456 w 791"/>
                <a:gd name="T51" fmla="*/ 785 h 790"/>
                <a:gd name="T52" fmla="*/ 395 w 791"/>
                <a:gd name="T53" fmla="*/ 52 h 790"/>
                <a:gd name="T54" fmla="*/ 327 w 791"/>
                <a:gd name="T55" fmla="*/ 59 h 790"/>
                <a:gd name="T56" fmla="*/ 247 w 791"/>
                <a:gd name="T57" fmla="*/ 86 h 790"/>
                <a:gd name="T58" fmla="*/ 178 w 791"/>
                <a:gd name="T59" fmla="*/ 130 h 790"/>
                <a:gd name="T60" fmla="*/ 122 w 791"/>
                <a:gd name="T61" fmla="*/ 190 h 790"/>
                <a:gd name="T62" fmla="*/ 80 w 791"/>
                <a:gd name="T63" fmla="*/ 261 h 790"/>
                <a:gd name="T64" fmla="*/ 58 w 791"/>
                <a:gd name="T65" fmla="*/ 343 h 790"/>
                <a:gd name="T66" fmla="*/ 54 w 791"/>
                <a:gd name="T67" fmla="*/ 412 h 790"/>
                <a:gd name="T68" fmla="*/ 68 w 791"/>
                <a:gd name="T69" fmla="*/ 496 h 790"/>
                <a:gd name="T70" fmla="*/ 103 w 791"/>
                <a:gd name="T71" fmla="*/ 571 h 790"/>
                <a:gd name="T72" fmla="*/ 153 w 791"/>
                <a:gd name="T73" fmla="*/ 637 h 790"/>
                <a:gd name="T74" fmla="*/ 219 w 791"/>
                <a:gd name="T75" fmla="*/ 687 h 790"/>
                <a:gd name="T76" fmla="*/ 294 w 791"/>
                <a:gd name="T77" fmla="*/ 722 h 790"/>
                <a:gd name="T78" fmla="*/ 378 w 791"/>
                <a:gd name="T79" fmla="*/ 736 h 790"/>
                <a:gd name="T80" fmla="*/ 448 w 791"/>
                <a:gd name="T81" fmla="*/ 732 h 790"/>
                <a:gd name="T82" fmla="*/ 529 w 791"/>
                <a:gd name="T83" fmla="*/ 710 h 790"/>
                <a:gd name="T84" fmla="*/ 600 w 791"/>
                <a:gd name="T85" fmla="*/ 668 h 790"/>
                <a:gd name="T86" fmla="*/ 660 w 791"/>
                <a:gd name="T87" fmla="*/ 612 h 790"/>
                <a:gd name="T88" fmla="*/ 704 w 791"/>
                <a:gd name="T89" fmla="*/ 543 h 790"/>
                <a:gd name="T90" fmla="*/ 731 w 791"/>
                <a:gd name="T91" fmla="*/ 463 h 790"/>
                <a:gd name="T92" fmla="*/ 738 w 791"/>
                <a:gd name="T93" fmla="*/ 395 h 790"/>
                <a:gd name="T94" fmla="*/ 728 w 791"/>
                <a:gd name="T95" fmla="*/ 309 h 790"/>
                <a:gd name="T96" fmla="*/ 697 w 791"/>
                <a:gd name="T97" fmla="*/ 232 h 790"/>
                <a:gd name="T98" fmla="*/ 649 w 791"/>
                <a:gd name="T99" fmla="*/ 164 h 790"/>
                <a:gd name="T100" fmla="*/ 587 w 791"/>
                <a:gd name="T101" fmla="*/ 111 h 790"/>
                <a:gd name="T102" fmla="*/ 513 w 791"/>
                <a:gd name="T103" fmla="*/ 72 h 790"/>
                <a:gd name="T104" fmla="*/ 430 w 791"/>
                <a:gd name="T105" fmla="*/ 54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91" h="790">
                  <a:moveTo>
                    <a:pt x="395" y="790"/>
                  </a:moveTo>
                  <a:lnTo>
                    <a:pt x="395" y="790"/>
                  </a:lnTo>
                  <a:lnTo>
                    <a:pt x="376" y="789"/>
                  </a:lnTo>
                  <a:lnTo>
                    <a:pt x="355" y="788"/>
                  </a:lnTo>
                  <a:lnTo>
                    <a:pt x="335" y="785"/>
                  </a:lnTo>
                  <a:lnTo>
                    <a:pt x="316" y="782"/>
                  </a:lnTo>
                  <a:lnTo>
                    <a:pt x="297" y="777"/>
                  </a:lnTo>
                  <a:lnTo>
                    <a:pt x="278" y="772"/>
                  </a:lnTo>
                  <a:lnTo>
                    <a:pt x="260" y="766"/>
                  </a:lnTo>
                  <a:lnTo>
                    <a:pt x="242" y="759"/>
                  </a:lnTo>
                  <a:lnTo>
                    <a:pt x="224" y="751"/>
                  </a:lnTo>
                  <a:lnTo>
                    <a:pt x="207" y="742"/>
                  </a:lnTo>
                  <a:lnTo>
                    <a:pt x="190" y="732"/>
                  </a:lnTo>
                  <a:lnTo>
                    <a:pt x="175" y="722"/>
                  </a:lnTo>
                  <a:lnTo>
                    <a:pt x="159" y="711"/>
                  </a:lnTo>
                  <a:lnTo>
                    <a:pt x="145" y="700"/>
                  </a:lnTo>
                  <a:lnTo>
                    <a:pt x="129" y="687"/>
                  </a:lnTo>
                  <a:lnTo>
                    <a:pt x="116" y="674"/>
                  </a:lnTo>
                  <a:lnTo>
                    <a:pt x="103" y="661"/>
                  </a:lnTo>
                  <a:lnTo>
                    <a:pt x="90" y="645"/>
                  </a:lnTo>
                  <a:lnTo>
                    <a:pt x="79" y="631"/>
                  </a:lnTo>
                  <a:lnTo>
                    <a:pt x="67" y="615"/>
                  </a:lnTo>
                  <a:lnTo>
                    <a:pt x="58" y="600"/>
                  </a:lnTo>
                  <a:lnTo>
                    <a:pt x="48" y="582"/>
                  </a:lnTo>
                  <a:lnTo>
                    <a:pt x="39" y="566"/>
                  </a:lnTo>
                  <a:lnTo>
                    <a:pt x="31" y="548"/>
                  </a:lnTo>
                  <a:lnTo>
                    <a:pt x="24" y="530"/>
                  </a:lnTo>
                  <a:lnTo>
                    <a:pt x="18" y="511"/>
                  </a:lnTo>
                  <a:lnTo>
                    <a:pt x="13" y="493"/>
                  </a:lnTo>
                  <a:lnTo>
                    <a:pt x="9" y="474"/>
                  </a:lnTo>
                  <a:lnTo>
                    <a:pt x="5" y="455"/>
                  </a:lnTo>
                  <a:lnTo>
                    <a:pt x="2" y="435"/>
                  </a:lnTo>
                  <a:lnTo>
                    <a:pt x="1" y="414"/>
                  </a:lnTo>
                  <a:lnTo>
                    <a:pt x="0" y="395"/>
                  </a:lnTo>
                  <a:lnTo>
                    <a:pt x="0" y="395"/>
                  </a:lnTo>
                  <a:lnTo>
                    <a:pt x="1" y="374"/>
                  </a:lnTo>
                  <a:lnTo>
                    <a:pt x="2" y="355"/>
                  </a:lnTo>
                  <a:lnTo>
                    <a:pt x="5" y="334"/>
                  </a:lnTo>
                  <a:lnTo>
                    <a:pt x="9" y="315"/>
                  </a:lnTo>
                  <a:lnTo>
                    <a:pt x="13" y="296"/>
                  </a:lnTo>
                  <a:lnTo>
                    <a:pt x="18" y="277"/>
                  </a:lnTo>
                  <a:lnTo>
                    <a:pt x="24" y="259"/>
                  </a:lnTo>
                  <a:lnTo>
                    <a:pt x="31" y="240"/>
                  </a:lnTo>
                  <a:lnTo>
                    <a:pt x="39" y="223"/>
                  </a:lnTo>
                  <a:lnTo>
                    <a:pt x="48" y="206"/>
                  </a:lnTo>
                  <a:lnTo>
                    <a:pt x="58" y="189"/>
                  </a:lnTo>
                  <a:lnTo>
                    <a:pt x="67" y="174"/>
                  </a:lnTo>
                  <a:lnTo>
                    <a:pt x="79" y="159"/>
                  </a:lnTo>
                  <a:lnTo>
                    <a:pt x="90" y="143"/>
                  </a:lnTo>
                  <a:lnTo>
                    <a:pt x="103" y="129"/>
                  </a:lnTo>
                  <a:lnTo>
                    <a:pt x="116" y="115"/>
                  </a:lnTo>
                  <a:lnTo>
                    <a:pt x="129" y="102"/>
                  </a:lnTo>
                  <a:lnTo>
                    <a:pt x="145" y="90"/>
                  </a:lnTo>
                  <a:lnTo>
                    <a:pt x="159" y="78"/>
                  </a:lnTo>
                  <a:lnTo>
                    <a:pt x="175" y="67"/>
                  </a:lnTo>
                  <a:lnTo>
                    <a:pt x="190" y="56"/>
                  </a:lnTo>
                  <a:lnTo>
                    <a:pt x="207" y="46"/>
                  </a:lnTo>
                  <a:lnTo>
                    <a:pt x="224" y="38"/>
                  </a:lnTo>
                  <a:lnTo>
                    <a:pt x="242" y="30"/>
                  </a:lnTo>
                  <a:lnTo>
                    <a:pt x="260" y="23"/>
                  </a:lnTo>
                  <a:lnTo>
                    <a:pt x="278" y="17"/>
                  </a:lnTo>
                  <a:lnTo>
                    <a:pt x="297" y="12"/>
                  </a:lnTo>
                  <a:lnTo>
                    <a:pt x="316" y="7"/>
                  </a:lnTo>
                  <a:lnTo>
                    <a:pt x="335" y="4"/>
                  </a:lnTo>
                  <a:lnTo>
                    <a:pt x="355" y="1"/>
                  </a:lnTo>
                  <a:lnTo>
                    <a:pt x="376" y="0"/>
                  </a:lnTo>
                  <a:lnTo>
                    <a:pt x="395" y="0"/>
                  </a:lnTo>
                  <a:lnTo>
                    <a:pt x="395" y="0"/>
                  </a:lnTo>
                  <a:lnTo>
                    <a:pt x="416" y="0"/>
                  </a:lnTo>
                  <a:lnTo>
                    <a:pt x="436" y="1"/>
                  </a:lnTo>
                  <a:lnTo>
                    <a:pt x="456" y="4"/>
                  </a:lnTo>
                  <a:lnTo>
                    <a:pt x="475" y="7"/>
                  </a:lnTo>
                  <a:lnTo>
                    <a:pt x="494" y="12"/>
                  </a:lnTo>
                  <a:lnTo>
                    <a:pt x="513" y="17"/>
                  </a:lnTo>
                  <a:lnTo>
                    <a:pt x="531" y="23"/>
                  </a:lnTo>
                  <a:lnTo>
                    <a:pt x="549" y="30"/>
                  </a:lnTo>
                  <a:lnTo>
                    <a:pt x="567" y="38"/>
                  </a:lnTo>
                  <a:lnTo>
                    <a:pt x="584" y="46"/>
                  </a:lnTo>
                  <a:lnTo>
                    <a:pt x="600" y="56"/>
                  </a:lnTo>
                  <a:lnTo>
                    <a:pt x="616" y="67"/>
                  </a:lnTo>
                  <a:lnTo>
                    <a:pt x="632" y="78"/>
                  </a:lnTo>
                  <a:lnTo>
                    <a:pt x="647" y="90"/>
                  </a:lnTo>
                  <a:lnTo>
                    <a:pt x="661" y="102"/>
                  </a:lnTo>
                  <a:lnTo>
                    <a:pt x="675" y="115"/>
                  </a:lnTo>
                  <a:lnTo>
                    <a:pt x="688" y="129"/>
                  </a:lnTo>
                  <a:lnTo>
                    <a:pt x="700" y="143"/>
                  </a:lnTo>
                  <a:lnTo>
                    <a:pt x="712" y="159"/>
                  </a:lnTo>
                  <a:lnTo>
                    <a:pt x="723" y="174"/>
                  </a:lnTo>
                  <a:lnTo>
                    <a:pt x="734" y="189"/>
                  </a:lnTo>
                  <a:lnTo>
                    <a:pt x="743" y="206"/>
                  </a:lnTo>
                  <a:lnTo>
                    <a:pt x="751" y="223"/>
                  </a:lnTo>
                  <a:lnTo>
                    <a:pt x="760" y="240"/>
                  </a:lnTo>
                  <a:lnTo>
                    <a:pt x="767" y="259"/>
                  </a:lnTo>
                  <a:lnTo>
                    <a:pt x="773" y="277"/>
                  </a:lnTo>
                  <a:lnTo>
                    <a:pt x="779" y="296"/>
                  </a:lnTo>
                  <a:lnTo>
                    <a:pt x="783" y="315"/>
                  </a:lnTo>
                  <a:lnTo>
                    <a:pt x="786" y="334"/>
                  </a:lnTo>
                  <a:lnTo>
                    <a:pt x="789" y="355"/>
                  </a:lnTo>
                  <a:lnTo>
                    <a:pt x="791" y="374"/>
                  </a:lnTo>
                  <a:lnTo>
                    <a:pt x="791" y="395"/>
                  </a:lnTo>
                  <a:lnTo>
                    <a:pt x="791" y="395"/>
                  </a:lnTo>
                  <a:lnTo>
                    <a:pt x="791" y="414"/>
                  </a:lnTo>
                  <a:lnTo>
                    <a:pt x="789" y="435"/>
                  </a:lnTo>
                  <a:lnTo>
                    <a:pt x="786" y="455"/>
                  </a:lnTo>
                  <a:lnTo>
                    <a:pt x="783" y="474"/>
                  </a:lnTo>
                  <a:lnTo>
                    <a:pt x="779" y="493"/>
                  </a:lnTo>
                  <a:lnTo>
                    <a:pt x="773" y="511"/>
                  </a:lnTo>
                  <a:lnTo>
                    <a:pt x="767" y="530"/>
                  </a:lnTo>
                  <a:lnTo>
                    <a:pt x="760" y="548"/>
                  </a:lnTo>
                  <a:lnTo>
                    <a:pt x="751" y="566"/>
                  </a:lnTo>
                  <a:lnTo>
                    <a:pt x="743" y="582"/>
                  </a:lnTo>
                  <a:lnTo>
                    <a:pt x="734" y="600"/>
                  </a:lnTo>
                  <a:lnTo>
                    <a:pt x="723" y="615"/>
                  </a:lnTo>
                  <a:lnTo>
                    <a:pt x="712" y="631"/>
                  </a:lnTo>
                  <a:lnTo>
                    <a:pt x="700" y="645"/>
                  </a:lnTo>
                  <a:lnTo>
                    <a:pt x="688" y="661"/>
                  </a:lnTo>
                  <a:lnTo>
                    <a:pt x="675" y="674"/>
                  </a:lnTo>
                  <a:lnTo>
                    <a:pt x="661" y="687"/>
                  </a:lnTo>
                  <a:lnTo>
                    <a:pt x="647" y="700"/>
                  </a:lnTo>
                  <a:lnTo>
                    <a:pt x="632" y="711"/>
                  </a:lnTo>
                  <a:lnTo>
                    <a:pt x="616" y="722"/>
                  </a:lnTo>
                  <a:lnTo>
                    <a:pt x="600" y="732"/>
                  </a:lnTo>
                  <a:lnTo>
                    <a:pt x="584" y="742"/>
                  </a:lnTo>
                  <a:lnTo>
                    <a:pt x="567" y="751"/>
                  </a:lnTo>
                  <a:lnTo>
                    <a:pt x="549" y="759"/>
                  </a:lnTo>
                  <a:lnTo>
                    <a:pt x="531" y="766"/>
                  </a:lnTo>
                  <a:lnTo>
                    <a:pt x="513" y="772"/>
                  </a:lnTo>
                  <a:lnTo>
                    <a:pt x="494" y="777"/>
                  </a:lnTo>
                  <a:lnTo>
                    <a:pt x="475" y="782"/>
                  </a:lnTo>
                  <a:lnTo>
                    <a:pt x="456" y="785"/>
                  </a:lnTo>
                  <a:lnTo>
                    <a:pt x="436" y="788"/>
                  </a:lnTo>
                  <a:lnTo>
                    <a:pt x="416" y="789"/>
                  </a:lnTo>
                  <a:lnTo>
                    <a:pt x="395" y="790"/>
                  </a:lnTo>
                  <a:lnTo>
                    <a:pt x="395" y="790"/>
                  </a:lnTo>
                  <a:close/>
                  <a:moveTo>
                    <a:pt x="395" y="52"/>
                  </a:moveTo>
                  <a:lnTo>
                    <a:pt x="395" y="52"/>
                  </a:lnTo>
                  <a:lnTo>
                    <a:pt x="378" y="53"/>
                  </a:lnTo>
                  <a:lnTo>
                    <a:pt x="360" y="54"/>
                  </a:lnTo>
                  <a:lnTo>
                    <a:pt x="344" y="56"/>
                  </a:lnTo>
                  <a:lnTo>
                    <a:pt x="327" y="59"/>
                  </a:lnTo>
                  <a:lnTo>
                    <a:pt x="310" y="63"/>
                  </a:lnTo>
                  <a:lnTo>
                    <a:pt x="294" y="68"/>
                  </a:lnTo>
                  <a:lnTo>
                    <a:pt x="278" y="72"/>
                  </a:lnTo>
                  <a:lnTo>
                    <a:pt x="262" y="79"/>
                  </a:lnTo>
                  <a:lnTo>
                    <a:pt x="247" y="86"/>
                  </a:lnTo>
                  <a:lnTo>
                    <a:pt x="233" y="93"/>
                  </a:lnTo>
                  <a:lnTo>
                    <a:pt x="219" y="102"/>
                  </a:lnTo>
                  <a:lnTo>
                    <a:pt x="205" y="111"/>
                  </a:lnTo>
                  <a:lnTo>
                    <a:pt x="190" y="120"/>
                  </a:lnTo>
                  <a:lnTo>
                    <a:pt x="178" y="130"/>
                  </a:lnTo>
                  <a:lnTo>
                    <a:pt x="165" y="141"/>
                  </a:lnTo>
                  <a:lnTo>
                    <a:pt x="153" y="153"/>
                  </a:lnTo>
                  <a:lnTo>
                    <a:pt x="143" y="164"/>
                  </a:lnTo>
                  <a:lnTo>
                    <a:pt x="132" y="177"/>
                  </a:lnTo>
                  <a:lnTo>
                    <a:pt x="122" y="190"/>
                  </a:lnTo>
                  <a:lnTo>
                    <a:pt x="112" y="203"/>
                  </a:lnTo>
                  <a:lnTo>
                    <a:pt x="103" y="217"/>
                  </a:lnTo>
                  <a:lnTo>
                    <a:pt x="95" y="232"/>
                  </a:lnTo>
                  <a:lnTo>
                    <a:pt x="87" y="246"/>
                  </a:lnTo>
                  <a:lnTo>
                    <a:pt x="80" y="261"/>
                  </a:lnTo>
                  <a:lnTo>
                    <a:pt x="74" y="277"/>
                  </a:lnTo>
                  <a:lnTo>
                    <a:pt x="68" y="292"/>
                  </a:lnTo>
                  <a:lnTo>
                    <a:pt x="64" y="309"/>
                  </a:lnTo>
                  <a:lnTo>
                    <a:pt x="61" y="325"/>
                  </a:lnTo>
                  <a:lnTo>
                    <a:pt x="58" y="343"/>
                  </a:lnTo>
                  <a:lnTo>
                    <a:pt x="55" y="359"/>
                  </a:lnTo>
                  <a:lnTo>
                    <a:pt x="54" y="376"/>
                  </a:lnTo>
                  <a:lnTo>
                    <a:pt x="53" y="395"/>
                  </a:lnTo>
                  <a:lnTo>
                    <a:pt x="53" y="395"/>
                  </a:lnTo>
                  <a:lnTo>
                    <a:pt x="54" y="412"/>
                  </a:lnTo>
                  <a:lnTo>
                    <a:pt x="55" y="430"/>
                  </a:lnTo>
                  <a:lnTo>
                    <a:pt x="58" y="446"/>
                  </a:lnTo>
                  <a:lnTo>
                    <a:pt x="61" y="463"/>
                  </a:lnTo>
                  <a:lnTo>
                    <a:pt x="64" y="480"/>
                  </a:lnTo>
                  <a:lnTo>
                    <a:pt x="68" y="496"/>
                  </a:lnTo>
                  <a:lnTo>
                    <a:pt x="74" y="511"/>
                  </a:lnTo>
                  <a:lnTo>
                    <a:pt x="80" y="528"/>
                  </a:lnTo>
                  <a:lnTo>
                    <a:pt x="87" y="543"/>
                  </a:lnTo>
                  <a:lnTo>
                    <a:pt x="95" y="557"/>
                  </a:lnTo>
                  <a:lnTo>
                    <a:pt x="103" y="571"/>
                  </a:lnTo>
                  <a:lnTo>
                    <a:pt x="112" y="585"/>
                  </a:lnTo>
                  <a:lnTo>
                    <a:pt x="122" y="599"/>
                  </a:lnTo>
                  <a:lnTo>
                    <a:pt x="132" y="612"/>
                  </a:lnTo>
                  <a:lnTo>
                    <a:pt x="143" y="625"/>
                  </a:lnTo>
                  <a:lnTo>
                    <a:pt x="153" y="637"/>
                  </a:lnTo>
                  <a:lnTo>
                    <a:pt x="165" y="648"/>
                  </a:lnTo>
                  <a:lnTo>
                    <a:pt x="178" y="658"/>
                  </a:lnTo>
                  <a:lnTo>
                    <a:pt x="190" y="668"/>
                  </a:lnTo>
                  <a:lnTo>
                    <a:pt x="205" y="678"/>
                  </a:lnTo>
                  <a:lnTo>
                    <a:pt x="219" y="687"/>
                  </a:lnTo>
                  <a:lnTo>
                    <a:pt x="233" y="695"/>
                  </a:lnTo>
                  <a:lnTo>
                    <a:pt x="247" y="703"/>
                  </a:lnTo>
                  <a:lnTo>
                    <a:pt x="262" y="710"/>
                  </a:lnTo>
                  <a:lnTo>
                    <a:pt x="278" y="716"/>
                  </a:lnTo>
                  <a:lnTo>
                    <a:pt x="294" y="722"/>
                  </a:lnTo>
                  <a:lnTo>
                    <a:pt x="310" y="726"/>
                  </a:lnTo>
                  <a:lnTo>
                    <a:pt x="327" y="729"/>
                  </a:lnTo>
                  <a:lnTo>
                    <a:pt x="344" y="732"/>
                  </a:lnTo>
                  <a:lnTo>
                    <a:pt x="360" y="735"/>
                  </a:lnTo>
                  <a:lnTo>
                    <a:pt x="378" y="736"/>
                  </a:lnTo>
                  <a:lnTo>
                    <a:pt x="395" y="737"/>
                  </a:lnTo>
                  <a:lnTo>
                    <a:pt x="395" y="737"/>
                  </a:lnTo>
                  <a:lnTo>
                    <a:pt x="413" y="736"/>
                  </a:lnTo>
                  <a:lnTo>
                    <a:pt x="430" y="735"/>
                  </a:lnTo>
                  <a:lnTo>
                    <a:pt x="448" y="732"/>
                  </a:lnTo>
                  <a:lnTo>
                    <a:pt x="465" y="729"/>
                  </a:lnTo>
                  <a:lnTo>
                    <a:pt x="481" y="726"/>
                  </a:lnTo>
                  <a:lnTo>
                    <a:pt x="498" y="722"/>
                  </a:lnTo>
                  <a:lnTo>
                    <a:pt x="513" y="716"/>
                  </a:lnTo>
                  <a:lnTo>
                    <a:pt x="529" y="710"/>
                  </a:lnTo>
                  <a:lnTo>
                    <a:pt x="543" y="703"/>
                  </a:lnTo>
                  <a:lnTo>
                    <a:pt x="559" y="695"/>
                  </a:lnTo>
                  <a:lnTo>
                    <a:pt x="573" y="687"/>
                  </a:lnTo>
                  <a:lnTo>
                    <a:pt x="587" y="678"/>
                  </a:lnTo>
                  <a:lnTo>
                    <a:pt x="600" y="668"/>
                  </a:lnTo>
                  <a:lnTo>
                    <a:pt x="613" y="658"/>
                  </a:lnTo>
                  <a:lnTo>
                    <a:pt x="625" y="648"/>
                  </a:lnTo>
                  <a:lnTo>
                    <a:pt x="637" y="637"/>
                  </a:lnTo>
                  <a:lnTo>
                    <a:pt x="649" y="625"/>
                  </a:lnTo>
                  <a:lnTo>
                    <a:pt x="660" y="612"/>
                  </a:lnTo>
                  <a:lnTo>
                    <a:pt x="670" y="599"/>
                  </a:lnTo>
                  <a:lnTo>
                    <a:pt x="680" y="585"/>
                  </a:lnTo>
                  <a:lnTo>
                    <a:pt x="688" y="571"/>
                  </a:lnTo>
                  <a:lnTo>
                    <a:pt x="697" y="557"/>
                  </a:lnTo>
                  <a:lnTo>
                    <a:pt x="704" y="543"/>
                  </a:lnTo>
                  <a:lnTo>
                    <a:pt x="711" y="528"/>
                  </a:lnTo>
                  <a:lnTo>
                    <a:pt x="717" y="511"/>
                  </a:lnTo>
                  <a:lnTo>
                    <a:pt x="722" y="496"/>
                  </a:lnTo>
                  <a:lnTo>
                    <a:pt x="728" y="480"/>
                  </a:lnTo>
                  <a:lnTo>
                    <a:pt x="731" y="463"/>
                  </a:lnTo>
                  <a:lnTo>
                    <a:pt x="734" y="446"/>
                  </a:lnTo>
                  <a:lnTo>
                    <a:pt x="736" y="430"/>
                  </a:lnTo>
                  <a:lnTo>
                    <a:pt x="737" y="412"/>
                  </a:lnTo>
                  <a:lnTo>
                    <a:pt x="738" y="395"/>
                  </a:lnTo>
                  <a:lnTo>
                    <a:pt x="738" y="395"/>
                  </a:lnTo>
                  <a:lnTo>
                    <a:pt x="737" y="376"/>
                  </a:lnTo>
                  <a:lnTo>
                    <a:pt x="736" y="359"/>
                  </a:lnTo>
                  <a:lnTo>
                    <a:pt x="734" y="343"/>
                  </a:lnTo>
                  <a:lnTo>
                    <a:pt x="731" y="325"/>
                  </a:lnTo>
                  <a:lnTo>
                    <a:pt x="728" y="309"/>
                  </a:lnTo>
                  <a:lnTo>
                    <a:pt x="722" y="292"/>
                  </a:lnTo>
                  <a:lnTo>
                    <a:pt x="717" y="277"/>
                  </a:lnTo>
                  <a:lnTo>
                    <a:pt x="711" y="261"/>
                  </a:lnTo>
                  <a:lnTo>
                    <a:pt x="704" y="246"/>
                  </a:lnTo>
                  <a:lnTo>
                    <a:pt x="697" y="232"/>
                  </a:lnTo>
                  <a:lnTo>
                    <a:pt x="688" y="217"/>
                  </a:lnTo>
                  <a:lnTo>
                    <a:pt x="680" y="203"/>
                  </a:lnTo>
                  <a:lnTo>
                    <a:pt x="670" y="190"/>
                  </a:lnTo>
                  <a:lnTo>
                    <a:pt x="660" y="177"/>
                  </a:lnTo>
                  <a:lnTo>
                    <a:pt x="649" y="164"/>
                  </a:lnTo>
                  <a:lnTo>
                    <a:pt x="637" y="153"/>
                  </a:lnTo>
                  <a:lnTo>
                    <a:pt x="625" y="141"/>
                  </a:lnTo>
                  <a:lnTo>
                    <a:pt x="613" y="130"/>
                  </a:lnTo>
                  <a:lnTo>
                    <a:pt x="600" y="120"/>
                  </a:lnTo>
                  <a:lnTo>
                    <a:pt x="587" y="111"/>
                  </a:lnTo>
                  <a:lnTo>
                    <a:pt x="573" y="102"/>
                  </a:lnTo>
                  <a:lnTo>
                    <a:pt x="559" y="93"/>
                  </a:lnTo>
                  <a:lnTo>
                    <a:pt x="543" y="86"/>
                  </a:lnTo>
                  <a:lnTo>
                    <a:pt x="529" y="79"/>
                  </a:lnTo>
                  <a:lnTo>
                    <a:pt x="513" y="72"/>
                  </a:lnTo>
                  <a:lnTo>
                    <a:pt x="498" y="68"/>
                  </a:lnTo>
                  <a:lnTo>
                    <a:pt x="481" y="63"/>
                  </a:lnTo>
                  <a:lnTo>
                    <a:pt x="465" y="59"/>
                  </a:lnTo>
                  <a:lnTo>
                    <a:pt x="448" y="56"/>
                  </a:lnTo>
                  <a:lnTo>
                    <a:pt x="430" y="54"/>
                  </a:lnTo>
                  <a:lnTo>
                    <a:pt x="413" y="53"/>
                  </a:lnTo>
                  <a:lnTo>
                    <a:pt x="395" y="52"/>
                  </a:lnTo>
                  <a:lnTo>
                    <a:pt x="395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  <p:sp>
          <p:nvSpPr>
            <p:cNvPr id="65" name="Freeform 510">
              <a:extLst>
                <a:ext uri="{FF2B5EF4-FFF2-40B4-BE49-F238E27FC236}">
                  <a16:creationId xmlns:a16="http://schemas.microsoft.com/office/drawing/2014/main" id="{49EA4385-E16F-D34E-AB61-66A4329647D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3497" y="7814814"/>
              <a:ext cx="268151" cy="231212"/>
            </a:xfrm>
            <a:custGeom>
              <a:avLst/>
              <a:gdLst>
                <a:gd name="T0" fmla="*/ 180 w 391"/>
                <a:gd name="T1" fmla="*/ 337 h 337"/>
                <a:gd name="T2" fmla="*/ 0 w 391"/>
                <a:gd name="T3" fmla="*/ 214 h 337"/>
                <a:gd name="T4" fmla="*/ 38 w 391"/>
                <a:gd name="T5" fmla="*/ 160 h 337"/>
                <a:gd name="T6" fmla="*/ 164 w 391"/>
                <a:gd name="T7" fmla="*/ 246 h 337"/>
                <a:gd name="T8" fmla="*/ 337 w 391"/>
                <a:gd name="T9" fmla="*/ 0 h 337"/>
                <a:gd name="T10" fmla="*/ 391 w 391"/>
                <a:gd name="T11" fmla="*/ 38 h 337"/>
                <a:gd name="T12" fmla="*/ 180 w 391"/>
                <a:gd name="T13" fmla="*/ 337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1" h="337">
                  <a:moveTo>
                    <a:pt x="180" y="337"/>
                  </a:moveTo>
                  <a:lnTo>
                    <a:pt x="0" y="214"/>
                  </a:lnTo>
                  <a:lnTo>
                    <a:pt x="38" y="160"/>
                  </a:lnTo>
                  <a:lnTo>
                    <a:pt x="164" y="246"/>
                  </a:lnTo>
                  <a:lnTo>
                    <a:pt x="337" y="0"/>
                  </a:lnTo>
                  <a:lnTo>
                    <a:pt x="391" y="38"/>
                  </a:lnTo>
                  <a:lnTo>
                    <a:pt x="180" y="3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31241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EAD00-936F-4B4E-A131-879CCCC4F737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419850"/>
            <a:ext cx="2154238" cy="274638"/>
          </a:xfrm>
        </p:spPr>
        <p:txBody>
          <a:bodyPr/>
          <a:lstStyle/>
          <a:p>
            <a:fld id="{8C6FA034-2B94-CA4F-AF44-C2E38476969F}" type="datetime4">
              <a:rPr lang="en-US" smtClean="0"/>
              <a:t>June 3, 2022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AE142E-8A0C-FC45-A49F-FB5923E779A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5" y="6419853"/>
            <a:ext cx="487363" cy="273051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3073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EAD00-936F-4B4E-A131-879CCCC4F737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419850"/>
            <a:ext cx="2154238" cy="274638"/>
          </a:xfrm>
        </p:spPr>
        <p:txBody>
          <a:bodyPr/>
          <a:lstStyle/>
          <a:p>
            <a:fld id="{8C6FA034-2B94-CA4F-AF44-C2E38476969F}" type="datetime4">
              <a:rPr lang="en-US" smtClean="0"/>
              <a:t>June 3, 2022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AE142E-8A0C-FC45-A49F-FB5923E779A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419850"/>
            <a:ext cx="487363" cy="27305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3541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1D3FF-7324-5348-ABD9-D405A6ED7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D80CF5-5032-8241-B406-D7D083389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83C61-479B-284B-9386-5E0829752E78}" type="datetime4">
              <a:rPr lang="en-US" smtClean="0"/>
              <a:pPr/>
              <a:t>June 3, 2022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9279068-3C78-3C22-242A-1BCA7F864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9301C4F-2573-B84B-854E-7F803A3996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Icon Library</a:t>
            </a:r>
          </a:p>
        </p:txBody>
      </p:sp>
    </p:spTree>
    <p:extLst>
      <p:ext uri="{BB962C8B-B14F-4D97-AF65-F5344CB8AC3E}">
        <p14:creationId xmlns:p14="http://schemas.microsoft.com/office/powerpoint/2010/main" val="34609564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9301C4F-2573-B84B-854E-7F803A399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D80CF5-5032-8241-B406-D7D083389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83C61-479B-284B-9386-5E0829752E78}" type="datetime4">
              <a:rPr lang="en-US" smtClean="0"/>
              <a:pPr/>
              <a:t>June 3, 2022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9279068-3C78-3C22-242A-1BCA7F864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1D3FF-7324-5348-ABD9-D405A6ED7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815F8ED-E506-63A1-AF46-983908DC6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73" y="3670300"/>
            <a:ext cx="8181327" cy="1463040"/>
          </a:xfrm>
        </p:spPr>
        <p:txBody>
          <a:bodyPr>
            <a:normAutofit/>
          </a:bodyPr>
          <a:lstStyle/>
          <a:p>
            <a:r>
              <a:rPr lang="en-US" dirty="0"/>
              <a:t>The color of the icon lines can be changed by selecting a different ‘shape outline’ color.</a:t>
            </a:r>
          </a:p>
        </p:txBody>
      </p:sp>
    </p:spTree>
    <p:extLst>
      <p:ext uri="{BB962C8B-B14F-4D97-AF65-F5344CB8AC3E}">
        <p14:creationId xmlns:p14="http://schemas.microsoft.com/office/powerpoint/2010/main" val="2945956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D095509-6566-514D-8F45-B3D413066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Tech concepts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ECB6A-632F-5046-A5C0-4F9951578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06316-CD2E-FF4D-B3FA-E6C5CB768F7A}" type="datetime1">
              <a:rPr lang="en-US" smtClean="0"/>
              <a:t>6/3/22</a:t>
            </a:fld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402C08-647F-4444-A1EA-A50021A74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F742A73-8866-F247-9B96-FC0A85B94F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765DAFD-B3D7-D54A-AC50-CE6E3F7615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03383" y="3124200"/>
            <a:ext cx="571500" cy="6096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24D53F7-A890-BC43-B18D-243B390B12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17117" y="3162300"/>
            <a:ext cx="609600" cy="5334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934DBFCA-729E-524A-87D1-9CB5BF192C1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72376" y="3124200"/>
            <a:ext cx="609600" cy="5715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77496B6-BDB5-0C46-BB38-20A1068EC637}"/>
              </a:ext>
            </a:extLst>
          </p:cNvPr>
          <p:cNvSpPr txBox="1"/>
          <p:nvPr/>
        </p:nvSpPr>
        <p:spPr>
          <a:xfrm>
            <a:off x="2085654" y="3000054"/>
            <a:ext cx="0" cy="0"/>
          </a:xfrm>
          <a:prstGeom prst="rect">
            <a:avLst/>
          </a:prstGeom>
        </p:spPr>
        <p:txBody>
          <a:bodyPr vert="horz" wrap="none" lIns="45720" tIns="45720" rIns="45720" bIns="45720" rtlCol="0">
            <a:normAutofit fontScale="25000" lnSpcReduction="20000"/>
          </a:bodyPr>
          <a:lstStyle/>
          <a:p>
            <a:pPr algn="l">
              <a:spcBef>
                <a:spcPts val="1800"/>
              </a:spcBef>
            </a:pPr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4015BB07-145A-7041-88D3-E9F3912E847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777466" y="3124200"/>
            <a:ext cx="609600" cy="6096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78EB4AE-D139-944E-80F0-2E03EA365B9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843034" y="3124200"/>
            <a:ext cx="609600" cy="6096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C6DED067-65A6-144F-AAC2-19A2FC49763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751549" y="3162300"/>
            <a:ext cx="609600" cy="5334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77D9B8AD-ADBD-324C-8DC2-9DC370BD4D4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725632" y="3143250"/>
            <a:ext cx="609600" cy="5715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109F3614-B30E-6646-ACAD-0D072E73C28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901718" y="3136900"/>
            <a:ext cx="609600" cy="5842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B6F3750B-88D7-CE45-9068-0F5579945CE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770599" y="4172164"/>
            <a:ext cx="571500" cy="60960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59A956EB-D7F0-EE43-B3B3-610938BA6D7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931060" y="3124200"/>
            <a:ext cx="571500" cy="6096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DE9C4A9-D586-BF40-8D60-ACA1E0CD72DA}"/>
              </a:ext>
            </a:extLst>
          </p:cNvPr>
          <p:cNvSpPr txBox="1"/>
          <p:nvPr/>
        </p:nvSpPr>
        <p:spPr>
          <a:xfrm>
            <a:off x="1890445" y="5075434"/>
            <a:ext cx="0" cy="0"/>
          </a:xfrm>
          <a:prstGeom prst="rect">
            <a:avLst/>
          </a:prstGeom>
        </p:spPr>
        <p:txBody>
          <a:bodyPr vert="horz" wrap="none" lIns="45720" tIns="45720" rIns="45720" bIns="45720" rtlCol="0">
            <a:normAutofit fontScale="25000" lnSpcReduction="20000"/>
          </a:bodyPr>
          <a:lstStyle/>
          <a:p>
            <a:pPr algn="l">
              <a:spcBef>
                <a:spcPts val="1800"/>
              </a:spcBef>
            </a:pPr>
            <a:endParaRPr lang="en-US" dirty="0"/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6339B2FB-8AC6-3D46-9EA4-A6C083013F80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791200" y="4172164"/>
            <a:ext cx="609600" cy="60960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AB29FC55-763B-EB48-9D39-D1A8F6DF52B8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3777466" y="4171094"/>
            <a:ext cx="609600" cy="60960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034AF8C4-5930-1A49-9491-5A1A2CEAD379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817117" y="4177444"/>
            <a:ext cx="609600" cy="58420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F3CFC00E-1DDF-A44F-A58F-8A12EE5A31A3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784333" y="4190144"/>
            <a:ext cx="609600" cy="5715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DE268B85-5376-2147-8425-693CD17FB77B}"/>
              </a:ext>
            </a:extLst>
          </p:cNvPr>
          <p:cNvSpPr txBox="1"/>
          <p:nvPr/>
        </p:nvSpPr>
        <p:spPr>
          <a:xfrm>
            <a:off x="1592494" y="4715838"/>
            <a:ext cx="0" cy="0"/>
          </a:xfrm>
          <a:prstGeom prst="rect">
            <a:avLst/>
          </a:prstGeom>
        </p:spPr>
        <p:txBody>
          <a:bodyPr vert="horz" wrap="none" lIns="45720" tIns="45720" rIns="45720" bIns="45720" rtlCol="0">
            <a:normAutofit fontScale="25000" lnSpcReduction="20000"/>
          </a:bodyPr>
          <a:lstStyle/>
          <a:p>
            <a:pPr algn="l">
              <a:spcBef>
                <a:spcPts val="1800"/>
              </a:spcBef>
            </a:pPr>
            <a:endParaRPr lang="en-US" dirty="0"/>
          </a:p>
        </p:txBody>
      </p:sp>
      <p:pic>
        <p:nvPicPr>
          <p:cNvPr id="39" name="Graphic 38">
            <a:extLst>
              <a:ext uri="{FF2B5EF4-FFF2-40B4-BE49-F238E27FC236}">
                <a16:creationId xmlns:a16="http://schemas.microsoft.com/office/drawing/2014/main" id="{E21A2FE1-AEC8-1148-B248-F873C7D29156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804846" y="2076236"/>
            <a:ext cx="508000" cy="60960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C6A3B25A-6122-2C4E-8946-4385B0F95332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3815566" y="2158430"/>
            <a:ext cx="571500" cy="60960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CBB29F67-47E2-F841-AE74-CF14FCC66CFF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791200" y="2111767"/>
            <a:ext cx="609600" cy="57150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03BF6EE2-C592-EC45-9C34-DB5F74DA2464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4789256" y="2158430"/>
            <a:ext cx="609600" cy="58420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49049904-08C5-A049-A385-E04092922DC9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6817117" y="2107986"/>
            <a:ext cx="609600" cy="546100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8679FD7F-BF30-7C46-87B5-E7BC6C287E90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7804934" y="2076236"/>
            <a:ext cx="609600" cy="60960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DA485445-9B66-444F-8CF0-8EE5197DBB39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8904054" y="2076236"/>
            <a:ext cx="533400" cy="60960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99C56546-5651-D447-8123-4C87639FB278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9818668" y="2107986"/>
            <a:ext cx="609600" cy="54610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FE582B29-864A-FA46-B77D-395445E2F638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8904054" y="4171094"/>
            <a:ext cx="584200" cy="60960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27AFDDDE-3D49-2B46-965C-95A9D58D125A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7843034" y="4200846"/>
            <a:ext cx="609600" cy="60960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6D92D0C8-F573-0B41-8197-1E721E0B7093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689440" y="3124200"/>
            <a:ext cx="609600" cy="609600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F21697A0-4D85-4C49-ACB1-D77ED12E5582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1725632" y="4177444"/>
            <a:ext cx="609600" cy="609600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D7C760B0-DE1D-7942-9DC5-56C18B60577A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1722207" y="2110739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2238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9301C4F-2573-B84B-854E-7F803A399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D80CF5-5032-8241-B406-D7D083389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83C61-479B-284B-9386-5E0829752E78}" type="datetime4">
              <a:rPr lang="en-US" smtClean="0"/>
              <a:pPr/>
              <a:t>June 3, 2022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9279068-3C78-3C22-242A-1BCA7F864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1D3FF-7324-5348-ABD9-D405A6ED7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815F8ED-E506-63A1-AF46-983908DC6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74" y="3670300"/>
            <a:ext cx="6035016" cy="1463040"/>
          </a:xfrm>
        </p:spPr>
        <p:txBody>
          <a:bodyPr>
            <a:normAutofit/>
          </a:bodyPr>
          <a:lstStyle/>
          <a:p>
            <a:r>
              <a:rPr lang="en-US" dirty="0"/>
              <a:t>Add bright colored shapes offset behind the icon to add dimension.</a:t>
            </a:r>
          </a:p>
        </p:txBody>
      </p:sp>
    </p:spTree>
    <p:extLst>
      <p:ext uri="{BB962C8B-B14F-4D97-AF65-F5344CB8AC3E}">
        <p14:creationId xmlns:p14="http://schemas.microsoft.com/office/powerpoint/2010/main" val="15850020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iamond 27">
            <a:extLst>
              <a:ext uri="{FF2B5EF4-FFF2-40B4-BE49-F238E27FC236}">
                <a16:creationId xmlns:a16="http://schemas.microsoft.com/office/drawing/2014/main" id="{4FBC0F9E-3BE5-96D3-8F76-38277E9DD500}"/>
              </a:ext>
            </a:extLst>
          </p:cNvPr>
          <p:cNvSpPr/>
          <p:nvPr/>
        </p:nvSpPr>
        <p:spPr>
          <a:xfrm>
            <a:off x="4581563" y="1980780"/>
            <a:ext cx="840052" cy="840052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14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1" name="Pentagon 30">
            <a:extLst>
              <a:ext uri="{FF2B5EF4-FFF2-40B4-BE49-F238E27FC236}">
                <a16:creationId xmlns:a16="http://schemas.microsoft.com/office/drawing/2014/main" id="{E354D850-A164-D08D-BA05-9CAFFAAB25EB}"/>
              </a:ext>
            </a:extLst>
          </p:cNvPr>
          <p:cNvSpPr/>
          <p:nvPr/>
        </p:nvSpPr>
        <p:spPr>
          <a:xfrm>
            <a:off x="2626750" y="3159320"/>
            <a:ext cx="890446" cy="441062"/>
          </a:xfrm>
          <a:prstGeom prst="homePlat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14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D095509-6566-514D-8F45-B3D413066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Business concepts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ECB6A-632F-5046-A5C0-4F9951578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06316-CD2E-FF4D-B3FA-E6C5CB768F7A}" type="datetime1">
              <a:rPr lang="en-US" smtClean="0"/>
              <a:t>6/3/22</a:t>
            </a:fld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402C08-647F-4444-A1EA-A50021A74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34D7BCB-F136-9141-982B-EC3219A65E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1200" y="3143250"/>
            <a:ext cx="609600" cy="5715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5CA1250-2199-CE4B-93CA-30C61AC618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00809" y="3124200"/>
            <a:ext cx="609600" cy="6096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31AD41D0-A918-5B46-8FF3-6EC5B03857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81591" y="3143250"/>
            <a:ext cx="609600" cy="5715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5DDA853-7524-BE47-BC94-854515A2A1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97026" y="2130496"/>
            <a:ext cx="609600" cy="6096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BAF08DC-B6A2-1241-A356-7A72861E8C1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10418" y="3159320"/>
            <a:ext cx="609600" cy="6096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8B4E87E6-F191-244D-BE5C-92840555287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571982" y="3130550"/>
            <a:ext cx="609600" cy="5969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C5C07CB-F0F1-EC42-982B-C357898DAB8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120027" y="3124200"/>
            <a:ext cx="609600" cy="6096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B9DF4C55-9D36-B04A-9E23-9634EA4A129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501748" y="2149546"/>
            <a:ext cx="609600" cy="57150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EB9C4EB9-924F-CC43-9456-E1FB6D07F6E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473494" y="3143250"/>
            <a:ext cx="609600" cy="57150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4C81C689-CD8C-AF46-9216-E5C096E5756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583103" y="3124200"/>
            <a:ext cx="609600" cy="6096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4E9757E-1777-8A43-A375-0D505D6A220F}"/>
              </a:ext>
            </a:extLst>
          </p:cNvPr>
          <p:cNvSpPr txBox="1"/>
          <p:nvPr/>
        </p:nvSpPr>
        <p:spPr>
          <a:xfrm>
            <a:off x="1828800" y="4058292"/>
            <a:ext cx="0" cy="0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wrap="none" lIns="45720" tIns="45720" rIns="45720" bIns="45720" rtlCol="0">
            <a:normAutofit fontScale="25000" lnSpcReduction="20000"/>
          </a:bodyPr>
          <a:lstStyle/>
          <a:p>
            <a:pPr algn="l">
              <a:spcBef>
                <a:spcPts val="1800"/>
              </a:spcBef>
            </a:pPr>
            <a:endParaRPr lang="en-US" dirty="0"/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176910B6-DEB1-3D42-BA37-784FBCCDDE4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89285" y="3124200"/>
            <a:ext cx="584200" cy="60960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8A48D114-060E-5342-AC69-69F3D95AC1E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229636" y="3124200"/>
            <a:ext cx="546100" cy="6096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B80EAD03-EBEB-2A4B-A7B6-8ECB1486E7F1}"/>
              </a:ext>
            </a:extLst>
          </p:cNvPr>
          <p:cNvSpPr txBox="1"/>
          <p:nvPr/>
        </p:nvSpPr>
        <p:spPr>
          <a:xfrm>
            <a:off x="1284270" y="4818580"/>
            <a:ext cx="0" cy="0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wrap="none" lIns="45720" tIns="45720" rIns="45720" bIns="45720" rtlCol="0">
            <a:normAutofit fontScale="25000" lnSpcReduction="20000"/>
          </a:bodyPr>
          <a:lstStyle/>
          <a:p>
            <a:pPr algn="l">
              <a:spcBef>
                <a:spcPts val="1800"/>
              </a:spcBef>
            </a:pPr>
            <a:endParaRPr lang="en-US" dirty="0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29F34F97-9DB3-9046-8195-F142A1389B91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734889" y="4254358"/>
            <a:ext cx="533400" cy="60960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6EE9D1D8-3666-8248-9D39-858CD17AEC3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621203" y="2130496"/>
            <a:ext cx="533400" cy="60960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4A3E07DF-6673-B949-B07E-A03CDC88CF51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791200" y="2115056"/>
            <a:ext cx="609600" cy="57150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A4A15E64-D6B2-EC41-A638-6849349968FF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4696789" y="2130496"/>
            <a:ext cx="609600" cy="49530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E2287153-F715-8349-BD0E-EF43AFE77BCE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8010418" y="2096006"/>
            <a:ext cx="609600" cy="60960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33D44D0B-D896-D54D-8F28-BD2CBE65818F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6890963" y="2076956"/>
            <a:ext cx="609600" cy="60960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2ABA8CD9-8241-AC41-84AC-4B75232CD5DC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5791200" y="4269798"/>
            <a:ext cx="533400" cy="609600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689E0FD5-2B47-DA48-B532-07BF39F21B7A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6862709" y="4254358"/>
            <a:ext cx="4572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61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D095509-6566-514D-8F45-B3D413066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General concepts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ECB6A-632F-5046-A5C0-4F9951578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06316-CD2E-FF4D-B3FA-E6C5CB768F7A}" type="datetime1">
              <a:rPr lang="en-US" smtClean="0"/>
              <a:t>6/3/22</a:t>
            </a:fld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402C08-647F-4444-A1EA-A50021A74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6D6438C-44B0-314E-A71D-5F6934AE61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34608" y="3105150"/>
            <a:ext cx="584200" cy="6096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AEED39D-39BB-144A-BDFE-7095E0B872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19604" y="3124200"/>
            <a:ext cx="495300" cy="6096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BD2DCE6E-2C13-3642-8DBF-EE6AFA246D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55936" y="3124200"/>
            <a:ext cx="584200" cy="6096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CBE2EE5B-30AC-7942-A9F0-A2A7B008EC6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04424" y="3111357"/>
            <a:ext cx="457200" cy="6096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B6EA36E-9B8D-4446-B1A7-713C0EA185A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69872" y="3124200"/>
            <a:ext cx="635000" cy="60960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9256BC02-33AC-304E-AE9A-71CDE56FDFC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573944" y="3124200"/>
            <a:ext cx="609600" cy="60960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2F81438C-F85B-EC40-9105-521B458D4C5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791200" y="2215580"/>
            <a:ext cx="609600" cy="49530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105071C6-108E-E041-BFB5-49D693D1702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791200" y="4112506"/>
            <a:ext cx="609600" cy="60960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87FD94BD-6D39-044F-901E-121F2FF1EB4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962454" y="4112506"/>
            <a:ext cx="609600" cy="60960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8FD9D42E-CBB8-6849-8B0F-FA8109DA233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019604" y="2135894"/>
            <a:ext cx="431800" cy="60960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C19BE5B6-73CA-804B-9546-BAF6C2F4525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730536" y="2135894"/>
            <a:ext cx="609600" cy="60960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DB5D8039-E47A-3244-88DD-4AA37DF94B02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669872" y="2215580"/>
            <a:ext cx="635000" cy="53340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F0399472-BAE5-C847-A4C1-67982D8BB31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928224" y="2135894"/>
            <a:ext cx="609600" cy="60960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12CF2DCF-FC79-F84D-949C-15473D4DCB8D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718264" y="4166170"/>
            <a:ext cx="609600" cy="60960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C138D2C3-1C50-7C43-9FB5-5F387F8C381E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672280" y="4112506"/>
            <a:ext cx="609600" cy="60960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CC723BA8-1DB3-D347-BE5A-62644D1A3583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3695272" y="4144256"/>
            <a:ext cx="609600" cy="54610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8F971B67-ADA0-D040-8E9E-FD3904E0FC7C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8951144" y="2192106"/>
            <a:ext cx="609600" cy="55880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BCCDCC61-732C-6E4E-B534-6BA31316A0B1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7928224" y="4137763"/>
            <a:ext cx="609600" cy="571500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ADC6A247-6E36-0C43-8D09-D8E728EEC9D1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2631256" y="2191036"/>
            <a:ext cx="571500" cy="609600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7B3BD85E-EFA5-3B41-B855-08FD9489491A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650144" y="2177480"/>
            <a:ext cx="457200" cy="609600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0CCADE80-AA2B-5E49-8830-C65B79E91353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622621" y="3124200"/>
            <a:ext cx="609600" cy="609600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5041DD36-346F-2E48-990B-7D08732C62BF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C159E90D-8B64-0A41-BCAF-567B15085BD8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0037564" y="2135894"/>
            <a:ext cx="609600" cy="609600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62180B76-6C87-1A4D-901A-1E85FC1FFFAE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9008294" y="3124200"/>
            <a:ext cx="495300" cy="609600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54C445D0-1AF6-A342-855F-79B7D2550813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10071811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7409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yperscayle Template v1">
  <a:themeElements>
    <a:clrScheme name="Hyperscayle">
      <a:dk1>
        <a:srgbClr val="161616"/>
      </a:dk1>
      <a:lt1>
        <a:srgbClr val="FFFFFF"/>
      </a:lt1>
      <a:dk2>
        <a:srgbClr val="0B105B"/>
      </a:dk2>
      <a:lt2>
        <a:srgbClr val="E8E8E8"/>
      </a:lt2>
      <a:accent1>
        <a:srgbClr val="11207F"/>
      </a:accent1>
      <a:accent2>
        <a:srgbClr val="202C9B"/>
      </a:accent2>
      <a:accent3>
        <a:srgbClr val="F2055C"/>
      </a:accent3>
      <a:accent4>
        <a:srgbClr val="11EAFB"/>
      </a:accent4>
      <a:accent5>
        <a:srgbClr val="01F34F"/>
      </a:accent5>
      <a:accent6>
        <a:srgbClr val="01C3E5"/>
      </a:accent6>
      <a:hlink>
        <a:srgbClr val="202C9B"/>
      </a:hlink>
      <a:folHlink>
        <a:srgbClr val="202C9B"/>
      </a:folHlink>
    </a:clrScheme>
    <a:fontScheme name="Test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91440" tIns="91440" rIns="91440" bIns="91440" rtlCol="0" anchor="ctr"/>
      <a:lstStyle>
        <a:defPPr algn="ctr">
          <a:defRPr sz="1400" dirty="0" smtClean="0">
            <a:solidFill>
              <a:schemeClr val="bg1"/>
            </a:solidFill>
            <a:latin typeface="Roboto" panose="02000000000000000000" pitchFamily="2" charset="0"/>
            <a:ea typeface="Roboto" panose="02000000000000000000" pitchFamily="2" charset="0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  <a:txDef>
      <a:spPr/>
      <a:bodyPr vert="horz" lIns="45720" tIns="45720" rIns="45720" bIns="45720" rtlCol="0">
        <a:normAutofit/>
      </a:bodyPr>
      <a:lstStyle>
        <a:defPPr algn="l">
          <a:spcBef>
            <a:spcPts val="1800"/>
          </a:spcBef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Echelon PPT Template" id="{9D667EB7-86CB-0D48-8A57-B058E8A62183}" vid="{8150EB98-C9D5-5842-89DE-E73BA1F860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48C5FF7F42654E8BFD9C474085E8D3" ma:contentTypeVersion="19" ma:contentTypeDescription="Create a new document." ma:contentTypeScope="" ma:versionID="913a101e64e13edbacfac83c0f93c015">
  <xsd:schema xmlns:xsd="http://www.w3.org/2001/XMLSchema" xmlns:xs="http://www.w3.org/2001/XMLSchema" xmlns:p="http://schemas.microsoft.com/office/2006/metadata/properties" xmlns:ns2="7da7bdb0-dc76-4f10-9703-507b55c992fc" xmlns:ns3="7c1b799b-9263-4874-b153-9fe32b96900c" targetNamespace="http://schemas.microsoft.com/office/2006/metadata/properties" ma:root="true" ma:fieldsID="a0fa96b220b06b9aab417f097bb1b167" ns2:_="" ns3:_="">
    <xsd:import namespace="7da7bdb0-dc76-4f10-9703-507b55c992fc"/>
    <xsd:import namespace="7c1b799b-9263-4874-b153-9fe32b96900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File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a7bdb0-dc76-4f10-9703-507b55c992f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340be32b-3948-4603-be26-8bd62e0891cc}" ma:internalName="TaxCatchAll" ma:showField="CatchAllData" ma:web="7da7bdb0-dc76-4f10-9703-507b55c992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1b799b-9263-4874-b153-9fe32b9690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34efe893-eb4a-4167-8877-da8b418b888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Files" ma:index="24" nillable="true" ma:displayName="Files" ma:format="Hyperlink" ma:internalName="Files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c1b799b-9263-4874-b153-9fe32b96900c">
      <Terms xmlns="http://schemas.microsoft.com/office/infopath/2007/PartnerControls"/>
    </lcf76f155ced4ddcb4097134ff3c332f>
    <TaxCatchAll xmlns="7da7bdb0-dc76-4f10-9703-507b55c992fc" xsi:nil="true"/>
    <Files xmlns="7c1b799b-9263-4874-b153-9fe32b96900c">
      <Url xsi:nil="true"/>
      <Description xsi:nil="true"/>
    </Files>
  </documentManagement>
</p:properties>
</file>

<file path=customXml/itemProps1.xml><?xml version="1.0" encoding="utf-8"?>
<ds:datastoreItem xmlns:ds="http://schemas.openxmlformats.org/officeDocument/2006/customXml" ds:itemID="{8A38A52F-63C8-478F-88B0-CB4E85A7568D}"/>
</file>

<file path=customXml/itemProps2.xml><?xml version="1.0" encoding="utf-8"?>
<ds:datastoreItem xmlns:ds="http://schemas.openxmlformats.org/officeDocument/2006/customXml" ds:itemID="{793B9BFD-E32B-4327-BB99-F9AF3F9B4735}"/>
</file>

<file path=customXml/itemProps3.xml><?xml version="1.0" encoding="utf-8"?>
<ds:datastoreItem xmlns:ds="http://schemas.openxmlformats.org/officeDocument/2006/customXml" ds:itemID="{8AA1F925-06E8-47CF-AE91-5220E6146220}"/>
</file>

<file path=docProps/app.xml><?xml version="1.0" encoding="utf-8"?>
<Properties xmlns="http://schemas.openxmlformats.org/officeDocument/2006/extended-properties" xmlns:vt="http://schemas.openxmlformats.org/officeDocument/2006/docPropsVTypes">
  <Template>Echelon Template v1</Template>
  <TotalTime>1276</TotalTime>
  <Words>864</Words>
  <Application>Microsoft Macintosh PowerPoint</Application>
  <PresentationFormat>Widescreen</PresentationFormat>
  <Paragraphs>225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Arial</vt:lpstr>
      <vt:lpstr>Calibri</vt:lpstr>
      <vt:lpstr>Franklin Gothic Book</vt:lpstr>
      <vt:lpstr>Lucida Grande</vt:lpstr>
      <vt:lpstr>Roboto</vt:lpstr>
      <vt:lpstr>Tw Cen MT</vt:lpstr>
      <vt:lpstr>Univers Condensed</vt:lpstr>
      <vt:lpstr>Wingdings</vt:lpstr>
      <vt:lpstr>Wingdings 3</vt:lpstr>
      <vt:lpstr>Hyperscayle Template v1</vt:lpstr>
      <vt:lpstr>Template Notes</vt:lpstr>
      <vt:lpstr>Presentation Title</vt:lpstr>
      <vt:lpstr>Presentation Title</vt:lpstr>
      <vt:lpstr>Presentation Title</vt:lpstr>
      <vt:lpstr>Concise title labeling the type of content on the slide</vt:lpstr>
      <vt:lpstr>For when you really want to make a strong point</vt:lpstr>
      <vt:lpstr>Section Divider</vt:lpstr>
      <vt:lpstr>Summary title</vt:lpstr>
      <vt:lpstr>Summary Title</vt:lpstr>
      <vt:lpstr>Use this slide design for single statements with bold ideas. </vt:lpstr>
      <vt:lpstr>Summary Title</vt:lpstr>
      <vt:lpstr>Summary Title</vt:lpstr>
      <vt:lpstr>Summary Title</vt:lpstr>
      <vt:lpstr>Summary Title</vt:lpstr>
      <vt:lpstr>Summary Title</vt:lpstr>
      <vt:lpstr>Summary Title</vt:lpstr>
      <vt:lpstr>Summary Title</vt:lpstr>
      <vt:lpstr>Summary Title</vt:lpstr>
      <vt:lpstr>PowerPoint Presentation</vt:lpstr>
      <vt:lpstr>PowerPoint Presentation</vt:lpstr>
      <vt:lpstr>Icon Library</vt:lpstr>
      <vt:lpstr>Tip</vt:lpstr>
      <vt:lpstr>Tech concepts</vt:lpstr>
      <vt:lpstr>Tip</vt:lpstr>
      <vt:lpstr>Business concepts</vt:lpstr>
      <vt:lpstr>General concepts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Notes</dc:title>
  <dc:creator>Steve Hurst</dc:creator>
  <cp:lastModifiedBy>Steve Hurst</cp:lastModifiedBy>
  <cp:revision>7</cp:revision>
  <dcterms:created xsi:type="dcterms:W3CDTF">2021-05-18T20:01:59Z</dcterms:created>
  <dcterms:modified xsi:type="dcterms:W3CDTF">2022-06-03T21:37:42Z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0x010100B948C5FF7F42654E8BFD9C474085E8D3</vt:lpwstr>
  </property>
  <property fmtid="{D5CDD505-2E9C-101B-9397-08002B2CF9AE}" pid="3" name="MediaServiceImageTags">
    <vt:lpwstr/>
  </property>
</Properties>
</file>
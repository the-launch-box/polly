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5" r:id="rId4"/>
  </p:sldMasterIdLst>
  <p:notesMasterIdLst>
    <p:notesMasterId r:id="rId8"/>
  </p:notesMasterIdLst>
  <p:sldIdLst>
    <p:sldId id="918" r:id="rId5"/>
    <p:sldId id="919" r:id="rId6"/>
    <p:sldId id="262" r:id="rId7"/>
  </p:sldIdLst>
  <p:sldSz cx="12192000" cy="6858000"/>
  <p:notesSz cx="7102475" cy="9388475"/>
  <p:defaultTextStyle>
    <a:defPPr>
      <a:defRPr lang="en-US"/>
    </a:defPPr>
    <a:lvl1pPr marL="0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39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281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416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561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698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2837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199977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7115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37C10D-8A07-4A77-AD4A-564557DA3321}" v="21" dt="2022-05-27T15:14:14.0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70" autoAdjust="0"/>
    <p:restoredTop sz="73981" autoAdjust="0"/>
  </p:normalViewPr>
  <p:slideViewPr>
    <p:cSldViewPr snapToGrid="0" snapToObjects="1">
      <p:cViewPr varScale="1">
        <p:scale>
          <a:sx n="68" d="100"/>
          <a:sy n="68" d="100"/>
        </p:scale>
        <p:origin x="130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y Kenly" userId="5109c585-9ffd-4f3e-ad41-0c3a8cfd71de" providerId="ADAL" clId="{7D37C10D-8A07-4A77-AD4A-564557DA3321}"/>
    <pc:docChg chg="undo redo custSel addSld delSld modSld">
      <pc:chgData name="Amy Kenly" userId="5109c585-9ffd-4f3e-ad41-0c3a8cfd71de" providerId="ADAL" clId="{7D37C10D-8A07-4A77-AD4A-564557DA3321}" dt="2022-06-06T20:01:23.750" v="3140" actId="1037"/>
      <pc:docMkLst>
        <pc:docMk/>
      </pc:docMkLst>
      <pc:sldChg chg="addSp modSp del mod">
        <pc:chgData name="Amy Kenly" userId="5109c585-9ffd-4f3e-ad41-0c3a8cfd71de" providerId="ADAL" clId="{7D37C10D-8A07-4A77-AD4A-564557DA3321}" dt="2022-05-23T14:51:22.054" v="1637" actId="2696"/>
        <pc:sldMkLst>
          <pc:docMk/>
          <pc:sldMk cId="3879614110" sldId="917"/>
        </pc:sldMkLst>
        <pc:spChg chg="mod">
          <ac:chgData name="Amy Kenly" userId="5109c585-9ffd-4f3e-ad41-0c3a8cfd71de" providerId="ADAL" clId="{7D37C10D-8A07-4A77-AD4A-564557DA3321}" dt="2022-05-19T13:52:24.199" v="128" actId="1035"/>
          <ac:spMkLst>
            <pc:docMk/>
            <pc:sldMk cId="3879614110" sldId="917"/>
            <ac:spMk id="8" creationId="{DEC0CF38-4411-BA4D-A0D0-36A53E0A0442}"/>
          </ac:spMkLst>
        </pc:spChg>
        <pc:spChg chg="mod">
          <ac:chgData name="Amy Kenly" userId="5109c585-9ffd-4f3e-ad41-0c3a8cfd71de" providerId="ADAL" clId="{7D37C10D-8A07-4A77-AD4A-564557DA3321}" dt="2022-05-19T17:15:50.821" v="283" actId="1076"/>
          <ac:spMkLst>
            <pc:docMk/>
            <pc:sldMk cId="3879614110" sldId="917"/>
            <ac:spMk id="25" creationId="{56A959C8-0784-4266-9F19-3E9C0BA1B903}"/>
          </ac:spMkLst>
        </pc:spChg>
        <pc:spChg chg="mod">
          <ac:chgData name="Amy Kenly" userId="5109c585-9ffd-4f3e-ad41-0c3a8cfd71de" providerId="ADAL" clId="{7D37C10D-8A07-4A77-AD4A-564557DA3321}" dt="2022-05-23T14:50:39.713" v="1629" actId="1038"/>
          <ac:spMkLst>
            <pc:docMk/>
            <pc:sldMk cId="3879614110" sldId="917"/>
            <ac:spMk id="26" creationId="{D009906E-9507-4852-AEF2-6C19B9F65838}"/>
          </ac:spMkLst>
        </pc:spChg>
        <pc:spChg chg="mod">
          <ac:chgData name="Amy Kenly" userId="5109c585-9ffd-4f3e-ad41-0c3a8cfd71de" providerId="ADAL" clId="{7D37C10D-8A07-4A77-AD4A-564557DA3321}" dt="2022-05-19T17:15:50.821" v="283" actId="1076"/>
          <ac:spMkLst>
            <pc:docMk/>
            <pc:sldMk cId="3879614110" sldId="917"/>
            <ac:spMk id="27" creationId="{540A72AC-75DD-423F-89EC-B22F5E0E9EB5}"/>
          </ac:spMkLst>
        </pc:spChg>
        <pc:spChg chg="mod">
          <ac:chgData name="Amy Kenly" userId="5109c585-9ffd-4f3e-ad41-0c3a8cfd71de" providerId="ADAL" clId="{7D37C10D-8A07-4A77-AD4A-564557DA3321}" dt="2022-05-19T17:15:50.821" v="283" actId="1076"/>
          <ac:spMkLst>
            <pc:docMk/>
            <pc:sldMk cId="3879614110" sldId="917"/>
            <ac:spMk id="28" creationId="{C012040A-F949-4A54-9EDE-96BFE525D38B}"/>
          </ac:spMkLst>
        </pc:spChg>
        <pc:spChg chg="mod">
          <ac:chgData name="Amy Kenly" userId="5109c585-9ffd-4f3e-ad41-0c3a8cfd71de" providerId="ADAL" clId="{7D37C10D-8A07-4A77-AD4A-564557DA3321}" dt="2022-05-19T13:49:46.770" v="90" actId="1076"/>
          <ac:spMkLst>
            <pc:docMk/>
            <pc:sldMk cId="3879614110" sldId="917"/>
            <ac:spMk id="33" creationId="{434E28E3-8E8F-4A76-9F34-2D056EE0AF8C}"/>
          </ac:spMkLst>
        </pc:spChg>
        <pc:spChg chg="mod">
          <ac:chgData name="Amy Kenly" userId="5109c585-9ffd-4f3e-ad41-0c3a8cfd71de" providerId="ADAL" clId="{7D37C10D-8A07-4A77-AD4A-564557DA3321}" dt="2022-05-19T13:52:17.358" v="121" actId="1035"/>
          <ac:spMkLst>
            <pc:docMk/>
            <pc:sldMk cId="3879614110" sldId="917"/>
            <ac:spMk id="34" creationId="{3F822B58-B7E5-4C9E-BFCE-A3001B782A43}"/>
          </ac:spMkLst>
        </pc:spChg>
        <pc:spChg chg="add mod">
          <ac:chgData name="Amy Kenly" userId="5109c585-9ffd-4f3e-ad41-0c3a8cfd71de" providerId="ADAL" clId="{7D37C10D-8A07-4A77-AD4A-564557DA3321}" dt="2022-05-23T14:50:39.713" v="1629" actId="1038"/>
          <ac:spMkLst>
            <pc:docMk/>
            <pc:sldMk cId="3879614110" sldId="917"/>
            <ac:spMk id="37" creationId="{EAE8C01B-B083-B886-9B21-0B633654BF36}"/>
          </ac:spMkLst>
        </pc:spChg>
        <pc:spChg chg="mod">
          <ac:chgData name="Amy Kenly" userId="5109c585-9ffd-4f3e-ad41-0c3a8cfd71de" providerId="ADAL" clId="{7D37C10D-8A07-4A77-AD4A-564557DA3321}" dt="2022-05-23T14:50:39.713" v="1629" actId="1038"/>
          <ac:spMkLst>
            <pc:docMk/>
            <pc:sldMk cId="3879614110" sldId="917"/>
            <ac:spMk id="39" creationId="{1CFFE68D-EBFA-405B-AEDE-3477244D5B91}"/>
          </ac:spMkLst>
        </pc:spChg>
        <pc:spChg chg="mod">
          <ac:chgData name="Amy Kenly" userId="5109c585-9ffd-4f3e-ad41-0c3a8cfd71de" providerId="ADAL" clId="{7D37C10D-8A07-4A77-AD4A-564557DA3321}" dt="2022-05-19T13:50:08.457" v="96" actId="1076"/>
          <ac:spMkLst>
            <pc:docMk/>
            <pc:sldMk cId="3879614110" sldId="917"/>
            <ac:spMk id="40" creationId="{400FBAF2-D293-4887-AEA7-AB915CDAA611}"/>
          </ac:spMkLst>
        </pc:spChg>
        <pc:spChg chg="mod">
          <ac:chgData name="Amy Kenly" userId="5109c585-9ffd-4f3e-ad41-0c3a8cfd71de" providerId="ADAL" clId="{7D37C10D-8A07-4A77-AD4A-564557DA3321}" dt="2022-05-19T13:52:17.358" v="121" actId="1035"/>
          <ac:spMkLst>
            <pc:docMk/>
            <pc:sldMk cId="3879614110" sldId="917"/>
            <ac:spMk id="41" creationId="{A742BEDC-2B30-4238-93A0-A5E45B299B56}"/>
          </ac:spMkLst>
        </pc:spChg>
        <pc:spChg chg="mod">
          <ac:chgData name="Amy Kenly" userId="5109c585-9ffd-4f3e-ad41-0c3a8cfd71de" providerId="ADAL" clId="{7D37C10D-8A07-4A77-AD4A-564557DA3321}" dt="2022-05-19T13:52:24.199" v="128" actId="1035"/>
          <ac:spMkLst>
            <pc:docMk/>
            <pc:sldMk cId="3879614110" sldId="917"/>
            <ac:spMk id="42" creationId="{6688C9D4-A85B-468E-96F4-94184DAFD5AF}"/>
          </ac:spMkLst>
        </pc:spChg>
        <pc:spChg chg="mod">
          <ac:chgData name="Amy Kenly" userId="5109c585-9ffd-4f3e-ad41-0c3a8cfd71de" providerId="ADAL" clId="{7D37C10D-8A07-4A77-AD4A-564557DA3321}" dt="2022-05-19T13:51:30.392" v="114" actId="20577"/>
          <ac:spMkLst>
            <pc:docMk/>
            <pc:sldMk cId="3879614110" sldId="917"/>
            <ac:spMk id="43" creationId="{F4A92F1C-1D99-4B9C-8A79-D9B312ED8469}"/>
          </ac:spMkLst>
        </pc:spChg>
        <pc:spChg chg="mod">
          <ac:chgData name="Amy Kenly" userId="5109c585-9ffd-4f3e-ad41-0c3a8cfd71de" providerId="ADAL" clId="{7D37C10D-8A07-4A77-AD4A-564557DA3321}" dt="2022-05-19T13:49:51.902" v="92" actId="1076"/>
          <ac:spMkLst>
            <pc:docMk/>
            <pc:sldMk cId="3879614110" sldId="917"/>
            <ac:spMk id="44" creationId="{8C754E55-A2AE-4D72-8C00-1B424A5FB697}"/>
          </ac:spMkLst>
        </pc:spChg>
        <pc:spChg chg="mod">
          <ac:chgData name="Amy Kenly" userId="5109c585-9ffd-4f3e-ad41-0c3a8cfd71de" providerId="ADAL" clId="{7D37C10D-8A07-4A77-AD4A-564557DA3321}" dt="2022-05-19T13:52:24.199" v="128" actId="1035"/>
          <ac:spMkLst>
            <pc:docMk/>
            <pc:sldMk cId="3879614110" sldId="917"/>
            <ac:spMk id="45" creationId="{C1B08230-015D-400D-90F5-E527B94FC677}"/>
          </ac:spMkLst>
        </pc:spChg>
        <pc:spChg chg="add mod">
          <ac:chgData name="Amy Kenly" userId="5109c585-9ffd-4f3e-ad41-0c3a8cfd71de" providerId="ADAL" clId="{7D37C10D-8A07-4A77-AD4A-564557DA3321}" dt="2022-05-19T21:48:20.509" v="300" actId="1076"/>
          <ac:spMkLst>
            <pc:docMk/>
            <pc:sldMk cId="3879614110" sldId="917"/>
            <ac:spMk id="46" creationId="{D19A1D7B-185D-9372-F7AC-4E78218BD60F}"/>
          </ac:spMkLst>
        </pc:spChg>
        <pc:spChg chg="mod">
          <ac:chgData name="Amy Kenly" userId="5109c585-9ffd-4f3e-ad41-0c3a8cfd71de" providerId="ADAL" clId="{7D37C10D-8A07-4A77-AD4A-564557DA3321}" dt="2022-05-19T13:52:29.078" v="129" actId="14100"/>
          <ac:spMkLst>
            <pc:docMk/>
            <pc:sldMk cId="3879614110" sldId="917"/>
            <ac:spMk id="47" creationId="{70BFA0C7-F9CE-457F-9C23-0703836EEFCE}"/>
          </ac:spMkLst>
        </pc:spChg>
        <pc:spChg chg="mod">
          <ac:chgData name="Amy Kenly" userId="5109c585-9ffd-4f3e-ad41-0c3a8cfd71de" providerId="ADAL" clId="{7D37C10D-8A07-4A77-AD4A-564557DA3321}" dt="2022-05-19T13:50:00.912" v="93" actId="1076"/>
          <ac:spMkLst>
            <pc:docMk/>
            <pc:sldMk cId="3879614110" sldId="917"/>
            <ac:spMk id="50" creationId="{EFE63240-5F21-A29A-3B73-FFA69B6FC24D}"/>
          </ac:spMkLst>
        </pc:spChg>
        <pc:cxnChg chg="mod">
          <ac:chgData name="Amy Kenly" userId="5109c585-9ffd-4f3e-ad41-0c3a8cfd71de" providerId="ADAL" clId="{7D37C10D-8A07-4A77-AD4A-564557DA3321}" dt="2022-05-23T14:50:22.041" v="1594" actId="1076"/>
          <ac:cxnSpMkLst>
            <pc:docMk/>
            <pc:sldMk cId="3879614110" sldId="917"/>
            <ac:cxnSpMk id="13" creationId="{BDE383A8-84CA-266B-9897-A90C86A38500}"/>
          </ac:cxnSpMkLst>
        </pc:cxnChg>
      </pc:sldChg>
      <pc:sldChg chg="addSp delSp modSp add mod modNotesTx">
        <pc:chgData name="Amy Kenly" userId="5109c585-9ffd-4f3e-ad41-0c3a8cfd71de" providerId="ADAL" clId="{7D37C10D-8A07-4A77-AD4A-564557DA3321}" dt="2022-06-06T20:01:23.750" v="3140" actId="1037"/>
        <pc:sldMkLst>
          <pc:docMk/>
          <pc:sldMk cId="4080001762" sldId="918"/>
        </pc:sldMkLst>
        <pc:spChg chg="mod">
          <ac:chgData name="Amy Kenly" userId="5109c585-9ffd-4f3e-ad41-0c3a8cfd71de" providerId="ADAL" clId="{7D37C10D-8A07-4A77-AD4A-564557DA3321}" dt="2022-05-19T22:17:16.196" v="589" actId="1036"/>
          <ac:spMkLst>
            <pc:docMk/>
            <pc:sldMk cId="4080001762" sldId="918"/>
            <ac:spMk id="6" creationId="{91C8137D-2B95-4318-ABFB-3D839BBC4D3A}"/>
          </ac:spMkLst>
        </pc:spChg>
        <pc:spChg chg="mod">
          <ac:chgData name="Amy Kenly" userId="5109c585-9ffd-4f3e-ad41-0c3a8cfd71de" providerId="ADAL" clId="{7D37C10D-8A07-4A77-AD4A-564557DA3321}" dt="2022-05-19T22:18:08.027" v="621" actId="1035"/>
          <ac:spMkLst>
            <pc:docMk/>
            <pc:sldMk cId="4080001762" sldId="918"/>
            <ac:spMk id="8" creationId="{DEC0CF38-4411-BA4D-A0D0-36A53E0A0442}"/>
          </ac:spMkLst>
        </pc:spChg>
        <pc:spChg chg="mod">
          <ac:chgData name="Amy Kenly" userId="5109c585-9ffd-4f3e-ad41-0c3a8cfd71de" providerId="ADAL" clId="{7D37C10D-8A07-4A77-AD4A-564557DA3321}" dt="2022-05-19T22:26:46.341" v="727" actId="1036"/>
          <ac:spMkLst>
            <pc:docMk/>
            <pc:sldMk cId="4080001762" sldId="918"/>
            <ac:spMk id="10" creationId="{CCEF1D4C-1A50-C742-9D5B-7D74E354B8A4}"/>
          </ac:spMkLst>
        </pc:spChg>
        <pc:spChg chg="mod">
          <ac:chgData name="Amy Kenly" userId="5109c585-9ffd-4f3e-ad41-0c3a8cfd71de" providerId="ADAL" clId="{7D37C10D-8A07-4A77-AD4A-564557DA3321}" dt="2022-05-19T23:19:55.160" v="1517" actId="1035"/>
          <ac:spMkLst>
            <pc:docMk/>
            <pc:sldMk cId="4080001762" sldId="918"/>
            <ac:spMk id="11" creationId="{4FEA57AF-6D1C-6E4A-80A7-9E4F94E09927}"/>
          </ac:spMkLst>
        </pc:spChg>
        <pc:spChg chg="mod">
          <ac:chgData name="Amy Kenly" userId="5109c585-9ffd-4f3e-ad41-0c3a8cfd71de" providerId="ADAL" clId="{7D37C10D-8A07-4A77-AD4A-564557DA3321}" dt="2022-05-19T22:43:14.716" v="814" actId="5793"/>
          <ac:spMkLst>
            <pc:docMk/>
            <pc:sldMk cId="4080001762" sldId="918"/>
            <ac:spMk id="12" creationId="{C566B73A-795F-3A49-9AE9-21F3351DEA77}"/>
          </ac:spMkLst>
        </pc:spChg>
        <pc:spChg chg="mod">
          <ac:chgData name="Amy Kenly" userId="5109c585-9ffd-4f3e-ad41-0c3a8cfd71de" providerId="ADAL" clId="{7D37C10D-8A07-4A77-AD4A-564557DA3321}" dt="2022-05-20T15:19:55.455" v="1593" actId="6549"/>
          <ac:spMkLst>
            <pc:docMk/>
            <pc:sldMk cId="4080001762" sldId="918"/>
            <ac:spMk id="19" creationId="{0CDFB347-3CCF-1E4B-8717-A84E25FEE7C3}"/>
          </ac:spMkLst>
        </pc:spChg>
        <pc:spChg chg="mod">
          <ac:chgData name="Amy Kenly" userId="5109c585-9ffd-4f3e-ad41-0c3a8cfd71de" providerId="ADAL" clId="{7D37C10D-8A07-4A77-AD4A-564557DA3321}" dt="2022-05-19T22:15:19.876" v="552" actId="1076"/>
          <ac:spMkLst>
            <pc:docMk/>
            <pc:sldMk cId="4080001762" sldId="918"/>
            <ac:spMk id="24" creationId="{DA34D8F8-EB16-4CD1-8F51-60D9DA0B2099}"/>
          </ac:spMkLst>
        </pc:spChg>
        <pc:spChg chg="mod">
          <ac:chgData name="Amy Kenly" userId="5109c585-9ffd-4f3e-ad41-0c3a8cfd71de" providerId="ADAL" clId="{7D37C10D-8A07-4A77-AD4A-564557DA3321}" dt="2022-05-23T14:51:10.637" v="1636" actId="1037"/>
          <ac:spMkLst>
            <pc:docMk/>
            <pc:sldMk cId="4080001762" sldId="918"/>
            <ac:spMk id="26" creationId="{D009906E-9507-4852-AEF2-6C19B9F65838}"/>
          </ac:spMkLst>
        </pc:spChg>
        <pc:spChg chg="mod">
          <ac:chgData name="Amy Kenly" userId="5109c585-9ffd-4f3e-ad41-0c3a8cfd71de" providerId="ADAL" clId="{7D37C10D-8A07-4A77-AD4A-564557DA3321}" dt="2022-05-19T21:58:56.966" v="353" actId="20577"/>
          <ac:spMkLst>
            <pc:docMk/>
            <pc:sldMk cId="4080001762" sldId="918"/>
            <ac:spMk id="27" creationId="{540A72AC-75DD-423F-89EC-B22F5E0E9EB5}"/>
          </ac:spMkLst>
        </pc:spChg>
        <pc:spChg chg="del">
          <ac:chgData name="Amy Kenly" userId="5109c585-9ffd-4f3e-ad41-0c3a8cfd71de" providerId="ADAL" clId="{7D37C10D-8A07-4A77-AD4A-564557DA3321}" dt="2022-05-19T21:59:00.584" v="354" actId="478"/>
          <ac:spMkLst>
            <pc:docMk/>
            <pc:sldMk cId="4080001762" sldId="918"/>
            <ac:spMk id="28" creationId="{C012040A-F949-4A54-9EDE-96BFE525D38B}"/>
          </ac:spMkLst>
        </pc:spChg>
        <pc:spChg chg="mod">
          <ac:chgData name="Amy Kenly" userId="5109c585-9ffd-4f3e-ad41-0c3a8cfd71de" providerId="ADAL" clId="{7D37C10D-8A07-4A77-AD4A-564557DA3321}" dt="2022-05-19T23:25:14.504" v="1585" actId="1035"/>
          <ac:spMkLst>
            <pc:docMk/>
            <pc:sldMk cId="4080001762" sldId="918"/>
            <ac:spMk id="32" creationId="{44DA003B-1034-4574-AEB6-22CD6D603D05}"/>
          </ac:spMkLst>
        </pc:spChg>
        <pc:spChg chg="mod">
          <ac:chgData name="Amy Kenly" userId="5109c585-9ffd-4f3e-ad41-0c3a8cfd71de" providerId="ADAL" clId="{7D37C10D-8A07-4A77-AD4A-564557DA3321}" dt="2022-05-19T22:00:32.921" v="364" actId="1038"/>
          <ac:spMkLst>
            <pc:docMk/>
            <pc:sldMk cId="4080001762" sldId="918"/>
            <ac:spMk id="33" creationId="{434E28E3-8E8F-4A76-9F34-2D056EE0AF8C}"/>
          </ac:spMkLst>
        </pc:spChg>
        <pc:spChg chg="mod">
          <ac:chgData name="Amy Kenly" userId="5109c585-9ffd-4f3e-ad41-0c3a8cfd71de" providerId="ADAL" clId="{7D37C10D-8A07-4A77-AD4A-564557DA3321}" dt="2022-05-19T22:18:22.284" v="623" actId="14100"/>
          <ac:spMkLst>
            <pc:docMk/>
            <pc:sldMk cId="4080001762" sldId="918"/>
            <ac:spMk id="34" creationId="{3F822B58-B7E5-4C9E-BFCE-A3001B782A43}"/>
          </ac:spMkLst>
        </pc:spChg>
        <pc:spChg chg="mod">
          <ac:chgData name="Amy Kenly" userId="5109c585-9ffd-4f3e-ad41-0c3a8cfd71de" providerId="ADAL" clId="{7D37C10D-8A07-4A77-AD4A-564557DA3321}" dt="2022-05-19T23:25:14.504" v="1585" actId="1035"/>
          <ac:spMkLst>
            <pc:docMk/>
            <pc:sldMk cId="4080001762" sldId="918"/>
            <ac:spMk id="36" creationId="{00D5A83A-AA32-44F5-BD4B-DE0C6CD7B2D9}"/>
          </ac:spMkLst>
        </pc:spChg>
        <pc:spChg chg="mod">
          <ac:chgData name="Amy Kenly" userId="5109c585-9ffd-4f3e-ad41-0c3a8cfd71de" providerId="ADAL" clId="{7D37C10D-8A07-4A77-AD4A-564557DA3321}" dt="2022-05-19T22:10:30.023" v="471" actId="14100"/>
          <ac:spMkLst>
            <pc:docMk/>
            <pc:sldMk cId="4080001762" sldId="918"/>
            <ac:spMk id="37" creationId="{EAE8C01B-B083-B886-9B21-0B633654BF36}"/>
          </ac:spMkLst>
        </pc:spChg>
        <pc:spChg chg="mod">
          <ac:chgData name="Amy Kenly" userId="5109c585-9ffd-4f3e-ad41-0c3a8cfd71de" providerId="ADAL" clId="{7D37C10D-8A07-4A77-AD4A-564557DA3321}" dt="2022-05-23T15:36:03.164" v="1656" actId="1037"/>
          <ac:spMkLst>
            <pc:docMk/>
            <pc:sldMk cId="4080001762" sldId="918"/>
            <ac:spMk id="39" creationId="{1CFFE68D-EBFA-405B-AEDE-3477244D5B91}"/>
          </ac:spMkLst>
        </pc:spChg>
        <pc:spChg chg="mod">
          <ac:chgData name="Amy Kenly" userId="5109c585-9ffd-4f3e-ad41-0c3a8cfd71de" providerId="ADAL" clId="{7D37C10D-8A07-4A77-AD4A-564557DA3321}" dt="2022-05-19T22:18:08.027" v="621" actId="1035"/>
          <ac:spMkLst>
            <pc:docMk/>
            <pc:sldMk cId="4080001762" sldId="918"/>
            <ac:spMk id="40" creationId="{400FBAF2-D293-4887-AEA7-AB915CDAA611}"/>
          </ac:spMkLst>
        </pc:spChg>
        <pc:spChg chg="mod">
          <ac:chgData name="Amy Kenly" userId="5109c585-9ffd-4f3e-ad41-0c3a8cfd71de" providerId="ADAL" clId="{7D37C10D-8A07-4A77-AD4A-564557DA3321}" dt="2022-05-19T22:17:52.570" v="601" actId="20577"/>
          <ac:spMkLst>
            <pc:docMk/>
            <pc:sldMk cId="4080001762" sldId="918"/>
            <ac:spMk id="41" creationId="{A742BEDC-2B30-4238-93A0-A5E45B299B56}"/>
          </ac:spMkLst>
        </pc:spChg>
        <pc:spChg chg="del mod">
          <ac:chgData name="Amy Kenly" userId="5109c585-9ffd-4f3e-ad41-0c3a8cfd71de" providerId="ADAL" clId="{7D37C10D-8A07-4A77-AD4A-564557DA3321}" dt="2022-05-19T22:00:43.681" v="365" actId="478"/>
          <ac:spMkLst>
            <pc:docMk/>
            <pc:sldMk cId="4080001762" sldId="918"/>
            <ac:spMk id="42" creationId="{6688C9D4-A85B-468E-96F4-94184DAFD5AF}"/>
          </ac:spMkLst>
        </pc:spChg>
        <pc:spChg chg="mod">
          <ac:chgData name="Amy Kenly" userId="5109c585-9ffd-4f3e-ad41-0c3a8cfd71de" providerId="ADAL" clId="{7D37C10D-8A07-4A77-AD4A-564557DA3321}" dt="2022-05-19T22:18:08.027" v="621" actId="1035"/>
          <ac:spMkLst>
            <pc:docMk/>
            <pc:sldMk cId="4080001762" sldId="918"/>
            <ac:spMk id="43" creationId="{F4A92F1C-1D99-4B9C-8A79-D9B312ED8469}"/>
          </ac:spMkLst>
        </pc:spChg>
        <pc:spChg chg="mod">
          <ac:chgData name="Amy Kenly" userId="5109c585-9ffd-4f3e-ad41-0c3a8cfd71de" providerId="ADAL" clId="{7D37C10D-8A07-4A77-AD4A-564557DA3321}" dt="2022-05-19T22:17:16.196" v="589" actId="1036"/>
          <ac:spMkLst>
            <pc:docMk/>
            <pc:sldMk cId="4080001762" sldId="918"/>
            <ac:spMk id="44" creationId="{8C754E55-A2AE-4D72-8C00-1B424A5FB697}"/>
          </ac:spMkLst>
        </pc:spChg>
        <pc:spChg chg="mod">
          <ac:chgData name="Amy Kenly" userId="5109c585-9ffd-4f3e-ad41-0c3a8cfd71de" providerId="ADAL" clId="{7D37C10D-8A07-4A77-AD4A-564557DA3321}" dt="2022-05-19T23:21:29.143" v="1581" actId="1076"/>
          <ac:spMkLst>
            <pc:docMk/>
            <pc:sldMk cId="4080001762" sldId="918"/>
            <ac:spMk id="45" creationId="{C1B08230-015D-400D-90F5-E527B94FC677}"/>
          </ac:spMkLst>
        </pc:spChg>
        <pc:spChg chg="mod">
          <ac:chgData name="Amy Kenly" userId="5109c585-9ffd-4f3e-ad41-0c3a8cfd71de" providerId="ADAL" clId="{7D37C10D-8A07-4A77-AD4A-564557DA3321}" dt="2022-05-19T22:18:08.027" v="621" actId="1035"/>
          <ac:spMkLst>
            <pc:docMk/>
            <pc:sldMk cId="4080001762" sldId="918"/>
            <ac:spMk id="46" creationId="{D19A1D7B-185D-9372-F7AC-4E78218BD60F}"/>
          </ac:spMkLst>
        </pc:spChg>
        <pc:spChg chg="mod">
          <ac:chgData name="Amy Kenly" userId="5109c585-9ffd-4f3e-ad41-0c3a8cfd71de" providerId="ADAL" clId="{7D37C10D-8A07-4A77-AD4A-564557DA3321}" dt="2022-05-19T22:22:46.108" v="680" actId="14100"/>
          <ac:spMkLst>
            <pc:docMk/>
            <pc:sldMk cId="4080001762" sldId="918"/>
            <ac:spMk id="47" creationId="{70BFA0C7-F9CE-457F-9C23-0703836EEFCE}"/>
          </ac:spMkLst>
        </pc:spChg>
        <pc:spChg chg="add del mod">
          <ac:chgData name="Amy Kenly" userId="5109c585-9ffd-4f3e-ad41-0c3a8cfd71de" providerId="ADAL" clId="{7D37C10D-8A07-4A77-AD4A-564557DA3321}" dt="2022-05-19T22:16:05.787" v="557" actId="478"/>
          <ac:spMkLst>
            <pc:docMk/>
            <pc:sldMk cId="4080001762" sldId="918"/>
            <ac:spMk id="48" creationId="{D00B2F37-34D4-7E93-250B-2535902A28D7}"/>
          </ac:spMkLst>
        </pc:spChg>
        <pc:spChg chg="mod">
          <ac:chgData name="Amy Kenly" userId="5109c585-9ffd-4f3e-ad41-0c3a8cfd71de" providerId="ADAL" clId="{7D37C10D-8A07-4A77-AD4A-564557DA3321}" dt="2022-05-19T22:10:50.515" v="472" actId="14100"/>
          <ac:spMkLst>
            <pc:docMk/>
            <pc:sldMk cId="4080001762" sldId="918"/>
            <ac:spMk id="49" creationId="{D71567AA-CBCE-3BB0-C762-C02D36C69E38}"/>
          </ac:spMkLst>
        </pc:spChg>
        <pc:spChg chg="mod">
          <ac:chgData name="Amy Kenly" userId="5109c585-9ffd-4f3e-ad41-0c3a8cfd71de" providerId="ADAL" clId="{7D37C10D-8A07-4A77-AD4A-564557DA3321}" dt="2022-05-23T15:33:32.721" v="1653" actId="20577"/>
          <ac:spMkLst>
            <pc:docMk/>
            <pc:sldMk cId="4080001762" sldId="918"/>
            <ac:spMk id="50" creationId="{EFE63240-5F21-A29A-3B73-FFA69B6FC24D}"/>
          </ac:spMkLst>
        </pc:spChg>
        <pc:spChg chg="add mod">
          <ac:chgData name="Amy Kenly" userId="5109c585-9ffd-4f3e-ad41-0c3a8cfd71de" providerId="ADAL" clId="{7D37C10D-8A07-4A77-AD4A-564557DA3321}" dt="2022-05-19T23:23:57.862" v="1582" actId="313"/>
          <ac:spMkLst>
            <pc:docMk/>
            <pc:sldMk cId="4080001762" sldId="918"/>
            <ac:spMk id="51" creationId="{0A248975-AC8A-D610-50AB-96A2255F470C}"/>
          </ac:spMkLst>
        </pc:spChg>
        <pc:spChg chg="add mod">
          <ac:chgData name="Amy Kenly" userId="5109c585-9ffd-4f3e-ad41-0c3a8cfd71de" providerId="ADAL" clId="{7D37C10D-8A07-4A77-AD4A-564557DA3321}" dt="2022-05-19T23:24:01.592" v="1583" actId="313"/>
          <ac:spMkLst>
            <pc:docMk/>
            <pc:sldMk cId="4080001762" sldId="918"/>
            <ac:spMk id="52" creationId="{D3790256-E227-5268-9A28-171778AB226B}"/>
          </ac:spMkLst>
        </pc:spChg>
        <pc:spChg chg="add mod">
          <ac:chgData name="Amy Kenly" userId="5109c585-9ffd-4f3e-ad41-0c3a8cfd71de" providerId="ADAL" clId="{7D37C10D-8A07-4A77-AD4A-564557DA3321}" dt="2022-05-23T15:35:56.330" v="1655" actId="1038"/>
          <ac:spMkLst>
            <pc:docMk/>
            <pc:sldMk cId="4080001762" sldId="918"/>
            <ac:spMk id="53" creationId="{AED5A283-8C74-FEE9-F928-B0A3CB9AC3B1}"/>
          </ac:spMkLst>
        </pc:spChg>
        <pc:spChg chg="add mod">
          <ac:chgData name="Amy Kenly" userId="5109c585-9ffd-4f3e-ad41-0c3a8cfd71de" providerId="ADAL" clId="{7D37C10D-8A07-4A77-AD4A-564557DA3321}" dt="2022-05-19T22:26:39.988" v="725" actId="14100"/>
          <ac:spMkLst>
            <pc:docMk/>
            <pc:sldMk cId="4080001762" sldId="918"/>
            <ac:spMk id="54" creationId="{51A53E5B-1FB3-317F-AF39-0B808C69ADCE}"/>
          </ac:spMkLst>
        </pc:spChg>
        <pc:spChg chg="add mod">
          <ac:chgData name="Amy Kenly" userId="5109c585-9ffd-4f3e-ad41-0c3a8cfd71de" providerId="ADAL" clId="{7D37C10D-8A07-4A77-AD4A-564557DA3321}" dt="2022-05-19T23:21:02.229" v="1579" actId="20577"/>
          <ac:spMkLst>
            <pc:docMk/>
            <pc:sldMk cId="4080001762" sldId="918"/>
            <ac:spMk id="55" creationId="{8D2C5C8D-AB88-2047-566D-2B10903F3E53}"/>
          </ac:spMkLst>
        </pc:spChg>
        <pc:graphicFrameChg chg="modGraphic">
          <ac:chgData name="Amy Kenly" userId="5109c585-9ffd-4f3e-ad41-0c3a8cfd71de" providerId="ADAL" clId="{7D37C10D-8A07-4A77-AD4A-564557DA3321}" dt="2022-05-19T22:09:39.503" v="469" actId="20577"/>
          <ac:graphicFrameMkLst>
            <pc:docMk/>
            <pc:sldMk cId="4080001762" sldId="918"/>
            <ac:graphicFrameMk id="7" creationId="{CC0189AD-ECB7-4EDF-85D4-7CADBE2F1119}"/>
          </ac:graphicFrameMkLst>
        </pc:graphicFrameChg>
        <pc:cxnChg chg="mod">
          <ac:chgData name="Amy Kenly" userId="5109c585-9ffd-4f3e-ad41-0c3a8cfd71de" providerId="ADAL" clId="{7D37C10D-8A07-4A77-AD4A-564557DA3321}" dt="2022-06-06T20:01:23.750" v="3140" actId="1037"/>
          <ac:cxnSpMkLst>
            <pc:docMk/>
            <pc:sldMk cId="4080001762" sldId="918"/>
            <ac:cxnSpMk id="13" creationId="{BDE383A8-84CA-266B-9897-A90C86A38500}"/>
          </ac:cxnSpMkLst>
        </pc:cxnChg>
      </pc:sldChg>
      <pc:sldChg chg="addSp delSp modSp new mod modNotesTx">
        <pc:chgData name="Amy Kenly" userId="5109c585-9ffd-4f3e-ad41-0c3a8cfd71de" providerId="ADAL" clId="{7D37C10D-8A07-4A77-AD4A-564557DA3321}" dt="2022-05-27T15:53:48.293" v="3137" actId="20577"/>
        <pc:sldMkLst>
          <pc:docMk/>
          <pc:sldMk cId="3491434182" sldId="919"/>
        </pc:sldMkLst>
        <pc:spChg chg="mod">
          <ac:chgData name="Amy Kenly" userId="5109c585-9ffd-4f3e-ad41-0c3a8cfd71de" providerId="ADAL" clId="{7D37C10D-8A07-4A77-AD4A-564557DA3321}" dt="2022-05-19T22:52:42.955" v="971" actId="20577"/>
          <ac:spMkLst>
            <pc:docMk/>
            <pc:sldMk cId="3491434182" sldId="919"/>
            <ac:spMk id="2" creationId="{C03B0C18-5C6D-A711-EC71-35DC49AC0D6C}"/>
          </ac:spMkLst>
        </pc:spChg>
        <pc:spChg chg="add mod">
          <ac:chgData name="Amy Kenly" userId="5109c585-9ffd-4f3e-ad41-0c3a8cfd71de" providerId="ADAL" clId="{7D37C10D-8A07-4A77-AD4A-564557DA3321}" dt="2022-05-19T22:47:53.561" v="901" actId="1076"/>
          <ac:spMkLst>
            <pc:docMk/>
            <pc:sldMk cId="3491434182" sldId="919"/>
            <ac:spMk id="6" creationId="{B5F7B849-933D-FD3E-BB0C-A2AFA161E139}"/>
          </ac:spMkLst>
        </pc:spChg>
        <pc:graphicFrameChg chg="add del mod modGraphic">
          <ac:chgData name="Amy Kenly" userId="5109c585-9ffd-4f3e-ad41-0c3a8cfd71de" providerId="ADAL" clId="{7D37C10D-8A07-4A77-AD4A-564557DA3321}" dt="2022-05-19T22:48:16.966" v="905" actId="478"/>
          <ac:graphicFrameMkLst>
            <pc:docMk/>
            <pc:sldMk cId="3491434182" sldId="919"/>
            <ac:graphicFrameMk id="5" creationId="{5E1DC55E-9529-4EEE-6CA7-05589346C231}"/>
          </ac:graphicFrameMkLst>
        </pc:graphicFrameChg>
        <pc:graphicFrameChg chg="add mod modGraphic">
          <ac:chgData name="Amy Kenly" userId="5109c585-9ffd-4f3e-ad41-0c3a8cfd71de" providerId="ADAL" clId="{7D37C10D-8A07-4A77-AD4A-564557DA3321}" dt="2022-05-27T15:14:14.091" v="2699"/>
          <ac:graphicFrameMkLst>
            <pc:docMk/>
            <pc:sldMk cId="3491434182" sldId="919"/>
            <ac:graphicFrameMk id="7" creationId="{BE02C85A-8362-B19C-D0CE-69074AAFD608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11" tIns="47106" rIns="94211" bIns="47106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11" tIns="47106" rIns="94211" bIns="47106" rtlCol="0"/>
          <a:lstStyle>
            <a:lvl1pPr algn="r">
              <a:defRPr sz="1300"/>
            </a:lvl1pPr>
          </a:lstStyle>
          <a:p>
            <a:fld id="{46A3C170-A009-4046-835C-5D7754DB02C5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11" tIns="47106" rIns="94211" bIns="4710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518204"/>
            <a:ext cx="5681980" cy="3696713"/>
          </a:xfrm>
          <a:prstGeom prst="rect">
            <a:avLst/>
          </a:prstGeom>
        </p:spPr>
        <p:txBody>
          <a:bodyPr vert="horz" lIns="94211" tIns="47106" rIns="94211" bIns="4710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11" tIns="47106" rIns="94211" bIns="47106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11" tIns="47106" rIns="94211" bIns="47106" rtlCol="0" anchor="b"/>
          <a:lstStyle>
            <a:lvl1pPr algn="r">
              <a:defRPr sz="1300"/>
            </a:lvl1pPr>
          </a:lstStyle>
          <a:p>
            <a:fld id="{805397C3-CED0-9A45-8798-632767E5E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767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1pPr>
    <a:lvl2pPr marL="457117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2pPr>
    <a:lvl3pPr marL="914238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3pPr>
    <a:lvl4pPr marL="1371352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4pPr>
    <a:lvl5pPr marL="1828474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5pPr>
    <a:lvl6pPr marL="2285590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6pPr>
    <a:lvl7pPr marL="2742706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7pPr>
    <a:lvl8pPr marL="3199827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8pPr>
    <a:lvl9pPr marL="3656943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HubSpot – CRM Hub Pro, Marketing Hub Starter – consider if we need an upgrade possibly in fall</a:t>
            </a:r>
          </a:p>
          <a:p>
            <a:r>
              <a:rPr lang="en-US" dirty="0"/>
              <a:t>Marketing resources – Nick will be main point person, others as they can – we can use part of a TLB intern coming on in July and will consider a Hyperscayle intern in the fall</a:t>
            </a:r>
          </a:p>
          <a:p>
            <a:r>
              <a:rPr lang="en-US" dirty="0"/>
              <a:t>Kick off or Launch event – need to discuss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397C3-CED0-9A45-8798-632767E5E36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7884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B2B SaaS as a focus industry? Both Nick and Tony have strong experience here and can tell good stories</a:t>
            </a:r>
          </a:p>
          <a:p>
            <a:r>
              <a:rPr lang="en-US" dirty="0"/>
              <a:t>Tony – mid level, Nick –c-level/VC/PE (solution engineer style), Ben – VC/PE (sales style)</a:t>
            </a:r>
          </a:p>
          <a:p>
            <a:r>
              <a:rPr lang="en-US" dirty="0"/>
              <a:t>Double down on equity side</a:t>
            </a:r>
          </a:p>
          <a:p>
            <a:endParaRPr lang="en-US" dirty="0"/>
          </a:p>
          <a:p>
            <a:r>
              <a:rPr lang="en-US" sz="1200" b="0" dirty="0">
                <a:latin typeface="Calibri" panose="020F0502020204030204" pitchFamily="34" charset="0"/>
                <a:cs typeface="Calibri" panose="020F0502020204030204" pitchFamily="34" charset="0"/>
              </a:rPr>
              <a:t>Marketing goal per Ben - 100k close (4 opportunities – 1-2 close)</a:t>
            </a:r>
          </a:p>
          <a:p>
            <a:r>
              <a:rPr lang="en-US" sz="1200" b="0" dirty="0">
                <a:latin typeface="Calibri" panose="020F0502020204030204" pitchFamily="34" charset="0"/>
                <a:cs typeface="Calibri" panose="020F0502020204030204" pitchFamily="34" charset="0"/>
              </a:rPr>
              <a:t>Marketing goal per Nick - $100k pipeline (5-8 </a:t>
            </a:r>
            <a:r>
              <a:rPr lang="en-US" sz="1200" b="0" dirty="0" err="1">
                <a:latin typeface="Calibri" panose="020F0502020204030204" pitchFamily="34" charset="0"/>
                <a:cs typeface="Calibri" panose="020F0502020204030204" pitchFamily="34" charset="0"/>
              </a:rPr>
              <a:t>opps</a:t>
            </a:r>
            <a:r>
              <a:rPr lang="en-US" sz="1200" b="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endParaRPr lang="en-US" sz="12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b="0" dirty="0">
                <a:latin typeface="Calibri" panose="020F0502020204030204" pitchFamily="34" charset="0"/>
                <a:cs typeface="Calibri" panose="020F0502020204030204" pitchFamily="34" charset="0"/>
              </a:rPr>
              <a:t>2023 – Target rev $3M</a:t>
            </a:r>
          </a:p>
          <a:p>
            <a:r>
              <a:rPr lang="en-US" sz="1200" b="0" dirty="0">
                <a:latin typeface="Calibri" panose="020F0502020204030204" pitchFamily="34" charset="0"/>
                <a:cs typeface="Calibri" panose="020F0502020204030204" pitchFamily="34" charset="0"/>
              </a:rPr>
              <a:t>Marketing should contribute 400-600k (about 20%)</a:t>
            </a:r>
          </a:p>
          <a:p>
            <a:r>
              <a:rPr lang="en-US" sz="1200" b="0" dirty="0">
                <a:latin typeface="Calibri" panose="020F0502020204030204" pitchFamily="34" charset="0"/>
                <a:cs typeface="Calibri" panose="020F0502020204030204" pitchFamily="34" charset="0"/>
              </a:rPr>
              <a:t>Which means 1-1.2M in pipe</a:t>
            </a:r>
          </a:p>
          <a:p>
            <a:r>
              <a:rPr lang="en-US" sz="1200" b="0" dirty="0">
                <a:latin typeface="Calibri" panose="020F0502020204030204" pitchFamily="34" charset="0"/>
                <a:cs typeface="Calibri" panose="020F0502020204030204" pitchFamily="34" charset="0"/>
              </a:rPr>
              <a:t>Since each deal averages $50k this means 20-24 marketing sourced deals in the pipe</a:t>
            </a:r>
          </a:p>
          <a:p>
            <a:endParaRPr lang="en-US" sz="12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b="0" dirty="0">
                <a:latin typeface="Calibri" panose="020F0502020204030204" pitchFamily="34" charset="0"/>
                <a:cs typeface="Calibri" panose="020F0502020204030204" pitchFamily="34" charset="0"/>
              </a:rPr>
              <a:t>Targeting – need </a:t>
            </a:r>
            <a:r>
              <a:rPr lang="en-US" sz="1200" b="0">
                <a:latin typeface="Calibri" panose="020F0502020204030204" pitchFamily="34" charset="0"/>
                <a:cs typeface="Calibri" panose="020F0502020204030204" pitchFamily="34" charset="0"/>
              </a:rPr>
              <a:t>to prioritize </a:t>
            </a:r>
            <a:endParaRPr lang="en-US" sz="12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b="0" dirty="0">
                <a:latin typeface="Calibri" panose="020F0502020204030204" pitchFamily="34" charset="0"/>
                <a:cs typeface="Calibri" panose="020F0502020204030204" pitchFamily="34" charset="0"/>
              </a:rPr>
              <a:t>Growth Equity</a:t>
            </a:r>
          </a:p>
          <a:p>
            <a:r>
              <a:rPr lang="en-US" sz="1200" b="0" dirty="0">
                <a:latin typeface="Calibri" panose="020F0502020204030204" pitchFamily="34" charset="0"/>
                <a:cs typeface="Calibri" panose="020F0502020204030204" pitchFamily="34" charset="0"/>
              </a:rPr>
              <a:t>CMO</a:t>
            </a:r>
          </a:p>
          <a:p>
            <a:r>
              <a:rPr lang="en-US" sz="1200" b="0" dirty="0">
                <a:latin typeface="Calibri" panose="020F0502020204030204" pitchFamily="34" charset="0"/>
                <a:cs typeface="Calibri" panose="020F0502020204030204" pitchFamily="34" charset="0"/>
              </a:rPr>
              <a:t>CEO</a:t>
            </a:r>
          </a:p>
          <a:p>
            <a:r>
              <a:rPr lang="en-US" sz="1200" b="0" dirty="0">
                <a:latin typeface="Calibri" panose="020F0502020204030204" pitchFamily="34" charset="0"/>
                <a:cs typeface="Calibri" panose="020F0502020204030204" pitchFamily="34" charset="0"/>
              </a:rPr>
              <a:t>CRO</a:t>
            </a:r>
          </a:p>
          <a:p>
            <a:r>
              <a:rPr lang="en-US" sz="1200" b="0" dirty="0">
                <a:latin typeface="Calibri" panose="020F0502020204030204" pitchFamily="34" charset="0"/>
                <a:cs typeface="Calibri" panose="020F0502020204030204" pitchFamily="34" charset="0"/>
              </a:rPr>
              <a:t>Each of these probably has 3 types within them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397C3-CED0-9A45-8798-632767E5E36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467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116991C2-4FF0-114C-B7CF-D3F8D697D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332" y="3283440"/>
            <a:ext cx="2931215" cy="293121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98125" y="6005650"/>
            <a:ext cx="1043609" cy="274320"/>
          </a:xfrm>
        </p:spPr>
        <p:txBody>
          <a:bodyPr/>
          <a:lstStyle>
            <a:lvl1pPr algn="l">
              <a:defRPr sz="1103" spc="0">
                <a:solidFill>
                  <a:schemeClr val="accent1"/>
                </a:solidFill>
              </a:defRPr>
            </a:lvl1pPr>
          </a:lstStyle>
          <a:p>
            <a:fld id="{33798079-21CE-E14E-9A10-1B1BB8AD3EFD}" type="datetime1">
              <a:rPr lang="en-US" smtClean="0"/>
              <a:pPr/>
              <a:t>6/6/2022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45083" y="6005650"/>
            <a:ext cx="4738580" cy="274320"/>
          </a:xfrm>
        </p:spPr>
        <p:txBody>
          <a:bodyPr/>
          <a:lstStyle>
            <a:lvl1pPr algn="r">
              <a:defRPr sz="1103" spc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81773" y="7000861"/>
            <a:ext cx="829235" cy="274320"/>
          </a:xfrm>
        </p:spPr>
        <p:txBody>
          <a:bodyPr/>
          <a:lstStyle>
            <a:lvl1pPr>
              <a:defRPr sz="1103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0C3D38-DC09-2A42-9A06-A7C24D6397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8127" y="3283440"/>
            <a:ext cx="6985536" cy="1463040"/>
          </a:xfrm>
        </p:spPr>
        <p:txBody>
          <a:bodyPr anchor="b">
            <a:normAutofit/>
          </a:bodyPr>
          <a:lstStyle>
            <a:lvl1pPr algn="l">
              <a:defRPr sz="3999" i="1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E5B16B8-349A-8D41-84DA-A8F8EFD0FF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8125" y="4875773"/>
            <a:ext cx="6985543" cy="98945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  <a:lvl2pPr marL="456931" indent="0" algn="ctr">
              <a:buNone/>
              <a:defRPr sz="1800"/>
            </a:lvl2pPr>
            <a:lvl3pPr marL="913868" indent="0" algn="ctr">
              <a:buNone/>
              <a:defRPr sz="1800"/>
            </a:lvl3pPr>
            <a:lvl4pPr marL="1370786" indent="0" algn="ctr">
              <a:buNone/>
              <a:defRPr sz="1800"/>
            </a:lvl4pPr>
            <a:lvl5pPr marL="1827721" indent="0" algn="ctr">
              <a:buNone/>
              <a:defRPr sz="1800"/>
            </a:lvl5pPr>
            <a:lvl6pPr marL="2284658" indent="0" algn="ctr">
              <a:buNone/>
              <a:defRPr sz="1800"/>
            </a:lvl6pPr>
            <a:lvl7pPr marL="2741590" indent="0" algn="ctr">
              <a:buNone/>
              <a:defRPr sz="1800"/>
            </a:lvl7pPr>
            <a:lvl8pPr marL="3198504" indent="0" algn="ctr">
              <a:buNone/>
              <a:defRPr sz="1800"/>
            </a:lvl8pPr>
            <a:lvl9pPr marL="3655435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476FCC-B8BB-F84C-A20F-7CAB31E0BBA6}"/>
              </a:ext>
            </a:extLst>
          </p:cNvPr>
          <p:cNvSpPr txBox="1"/>
          <p:nvPr userDrawn="1"/>
        </p:nvSpPr>
        <p:spPr>
          <a:xfrm>
            <a:off x="9988226" y="578030"/>
            <a:ext cx="1595437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400" i="0" spc="0" baseline="0" dirty="0">
                <a:solidFill>
                  <a:schemeClr val="accent1"/>
                </a:solidFill>
                <a:latin typeface="+mj-lt"/>
              </a:rPr>
              <a:t>thelaunchbox.com</a:t>
            </a:r>
            <a:endParaRPr lang="en-US" sz="1400" i="0" spc="0" baseline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0969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Al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81773" y="7000861"/>
            <a:ext cx="829235" cy="274320"/>
          </a:xfrm>
        </p:spPr>
        <p:txBody>
          <a:bodyPr/>
          <a:lstStyle>
            <a:lvl1pPr>
              <a:defRPr sz="1103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FF36402-A79A-BF42-9091-3F6D5D41C1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332" y="3283440"/>
            <a:ext cx="2931215" cy="2931215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82318FBA-5946-7A42-86F3-8924C89282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98125" y="6005650"/>
            <a:ext cx="1043609" cy="274320"/>
          </a:xfrm>
        </p:spPr>
        <p:txBody>
          <a:bodyPr/>
          <a:lstStyle>
            <a:lvl1pPr algn="l">
              <a:defRPr sz="1103" spc="0">
                <a:solidFill>
                  <a:schemeClr val="accent1"/>
                </a:solidFill>
              </a:defRPr>
            </a:lvl1pPr>
          </a:lstStyle>
          <a:p>
            <a:fld id="{33798079-21CE-E14E-9A10-1B1BB8AD3EFD}" type="datetime1">
              <a:rPr lang="en-US" smtClean="0"/>
              <a:pPr/>
              <a:t>6/6/2022</a:t>
            </a:fld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C728406F-4C65-284D-95B7-9D3B8CF3E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5083" y="6005650"/>
            <a:ext cx="4738580" cy="274320"/>
          </a:xfrm>
        </p:spPr>
        <p:txBody>
          <a:bodyPr/>
          <a:lstStyle>
            <a:lvl1pPr algn="r">
              <a:defRPr sz="1103" spc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0C9D30F3-9144-AB4D-A616-541ABA0593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8127" y="3283440"/>
            <a:ext cx="6985536" cy="1463040"/>
          </a:xfrm>
        </p:spPr>
        <p:txBody>
          <a:bodyPr anchor="b">
            <a:normAutofit/>
          </a:bodyPr>
          <a:lstStyle>
            <a:lvl1pPr algn="l">
              <a:defRPr sz="3999" i="1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26B18EFE-24F0-6443-910A-0D80DE042B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8125" y="4875773"/>
            <a:ext cx="6985543" cy="98945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  <a:lvl2pPr marL="456931" indent="0" algn="ctr">
              <a:buNone/>
              <a:defRPr sz="1800"/>
            </a:lvl2pPr>
            <a:lvl3pPr marL="913868" indent="0" algn="ctr">
              <a:buNone/>
              <a:defRPr sz="1800"/>
            </a:lvl3pPr>
            <a:lvl4pPr marL="1370786" indent="0" algn="ctr">
              <a:buNone/>
              <a:defRPr sz="1800"/>
            </a:lvl4pPr>
            <a:lvl5pPr marL="1827721" indent="0" algn="ctr">
              <a:buNone/>
              <a:defRPr sz="1800"/>
            </a:lvl5pPr>
            <a:lvl6pPr marL="2284658" indent="0" algn="ctr">
              <a:buNone/>
              <a:defRPr sz="1800"/>
            </a:lvl6pPr>
            <a:lvl7pPr marL="2741590" indent="0" algn="ctr">
              <a:buNone/>
              <a:defRPr sz="1800"/>
            </a:lvl7pPr>
            <a:lvl8pPr marL="3198504" indent="0" algn="ctr">
              <a:buNone/>
              <a:defRPr sz="1800"/>
            </a:lvl8pPr>
            <a:lvl9pPr marL="3655435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EBCA87-EC7F-8A4B-BF12-591102263522}"/>
              </a:ext>
            </a:extLst>
          </p:cNvPr>
          <p:cNvSpPr txBox="1"/>
          <p:nvPr userDrawn="1"/>
        </p:nvSpPr>
        <p:spPr>
          <a:xfrm>
            <a:off x="9988226" y="578030"/>
            <a:ext cx="1595437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400" i="0" spc="0" baseline="0" dirty="0">
                <a:solidFill>
                  <a:schemeClr val="accent1"/>
                </a:solidFill>
                <a:latin typeface="+mj-lt"/>
              </a:rPr>
              <a:t>thelaunchbox.com</a:t>
            </a:r>
            <a:endParaRPr lang="en-US" sz="1400" i="0" spc="0" baseline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1020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81773" y="7000861"/>
            <a:ext cx="829235" cy="274320"/>
          </a:xfrm>
        </p:spPr>
        <p:txBody>
          <a:bodyPr/>
          <a:lstStyle>
            <a:lvl1pPr>
              <a:defRPr sz="1103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C6D8ADD-52AB-CA44-B4C6-97A9E9C80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333" y="3283440"/>
            <a:ext cx="2931215" cy="2931215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90E0B908-F439-1E45-AA05-9A49EC8A57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98125" y="6005650"/>
            <a:ext cx="1043609" cy="274320"/>
          </a:xfrm>
        </p:spPr>
        <p:txBody>
          <a:bodyPr/>
          <a:lstStyle>
            <a:lvl1pPr algn="l">
              <a:defRPr sz="1103" spc="0">
                <a:solidFill>
                  <a:schemeClr val="accent3"/>
                </a:solidFill>
              </a:defRPr>
            </a:lvl1pPr>
          </a:lstStyle>
          <a:p>
            <a:fld id="{33798079-21CE-E14E-9A10-1B1BB8AD3EFD}" type="datetime1">
              <a:rPr lang="en-US" smtClean="0"/>
              <a:pPr/>
              <a:t>6/6/2022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945C9175-6256-3643-9AA2-DEB68AFCF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5083" y="6005650"/>
            <a:ext cx="4738580" cy="274320"/>
          </a:xfrm>
        </p:spPr>
        <p:txBody>
          <a:bodyPr/>
          <a:lstStyle>
            <a:lvl1pPr algn="r">
              <a:defRPr sz="1103" spc="0" baseline="0">
                <a:solidFill>
                  <a:schemeClr val="accent3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35382E9-D5D5-4142-86D8-DDA9DB0F3F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8127" y="3283440"/>
            <a:ext cx="6985536" cy="1463040"/>
          </a:xfrm>
        </p:spPr>
        <p:txBody>
          <a:bodyPr anchor="b">
            <a:normAutofit/>
          </a:bodyPr>
          <a:lstStyle>
            <a:lvl1pPr algn="l">
              <a:defRPr sz="3999" i="1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A161A220-C376-B140-9ED9-C150679D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8125" y="4875773"/>
            <a:ext cx="6985543" cy="98945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spc="0" baseline="0">
                <a:solidFill>
                  <a:schemeClr val="bg1"/>
                </a:solidFill>
                <a:latin typeface="+mj-lt"/>
              </a:defRPr>
            </a:lvl1pPr>
            <a:lvl2pPr marL="456931" indent="0" algn="ctr">
              <a:buNone/>
              <a:defRPr sz="1800"/>
            </a:lvl2pPr>
            <a:lvl3pPr marL="913868" indent="0" algn="ctr">
              <a:buNone/>
              <a:defRPr sz="1800"/>
            </a:lvl3pPr>
            <a:lvl4pPr marL="1370786" indent="0" algn="ctr">
              <a:buNone/>
              <a:defRPr sz="1800"/>
            </a:lvl4pPr>
            <a:lvl5pPr marL="1827721" indent="0" algn="ctr">
              <a:buNone/>
              <a:defRPr sz="1800"/>
            </a:lvl5pPr>
            <a:lvl6pPr marL="2284658" indent="0" algn="ctr">
              <a:buNone/>
              <a:defRPr sz="1800"/>
            </a:lvl6pPr>
            <a:lvl7pPr marL="2741590" indent="0" algn="ctr">
              <a:buNone/>
              <a:defRPr sz="1800"/>
            </a:lvl7pPr>
            <a:lvl8pPr marL="3198504" indent="0" algn="ctr">
              <a:buNone/>
              <a:defRPr sz="1800"/>
            </a:lvl8pPr>
            <a:lvl9pPr marL="3655435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1F6B2F-E4D0-4B4F-A55F-A118ABC534B1}"/>
              </a:ext>
            </a:extLst>
          </p:cNvPr>
          <p:cNvSpPr txBox="1"/>
          <p:nvPr userDrawn="1"/>
        </p:nvSpPr>
        <p:spPr>
          <a:xfrm>
            <a:off x="9988226" y="578030"/>
            <a:ext cx="1595437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400" i="0" spc="0" baseline="0" dirty="0">
                <a:solidFill>
                  <a:schemeClr val="accent2"/>
                </a:solidFill>
                <a:latin typeface="+mj-lt"/>
              </a:rPr>
              <a:t>thelaunchbox.com</a:t>
            </a:r>
            <a:endParaRPr lang="en-US" sz="1400" i="0" spc="0" baseline="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0047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499" y="914400"/>
            <a:ext cx="11049001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8B27-2482-2944-BAE4-A2E493AC982D}" type="datetime1">
              <a:rPr lang="en-US" smtClean="0"/>
              <a:t>6/6/2022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45D6C41-F879-7B49-A81E-E945C51C3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5" y="234834"/>
            <a:ext cx="11887201" cy="2743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02144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500" y="3432940"/>
            <a:ext cx="11049000" cy="1696825"/>
          </a:xfrm>
        </p:spPr>
        <p:txBody>
          <a:bodyPr lIns="91440" rIns="9144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spc="53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  <a:lvl2pPr marL="45693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3868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3pPr>
            <a:lvl4pPr marL="1370786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4pPr>
            <a:lvl5pPr marL="1827721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5pPr>
            <a:lvl6pPr marL="2284658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6pPr>
            <a:lvl7pPr marL="2741590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7pPr>
            <a:lvl8pPr marL="3198504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8pPr>
            <a:lvl9pPr marL="3655435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499" y="1728235"/>
            <a:ext cx="11048998" cy="1704705"/>
          </a:xfrm>
        </p:spPr>
        <p:txBody>
          <a:bodyPr anchor="b">
            <a:noAutofit/>
          </a:bodyPr>
          <a:lstStyle>
            <a:lvl1pPr algn="l">
              <a:defRPr sz="3600" b="0" spc="203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702A91-E469-AC4A-9FAA-85DBF37F4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1322F-7C1C-8D41-BA42-73A90B3995D9}" type="datetime1">
              <a:rPr lang="en-US" smtClean="0"/>
              <a:t>6/6/2022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84D714-B42B-7D4D-80CB-C941408EC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D0CA38-B6CB-B847-9DC3-A14F298C0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887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Al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702A91-E469-AC4A-9FAA-85DBF37F4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F9AD4-3577-2D4A-9737-804159C52116}" type="datetime1">
              <a:rPr lang="en-US" smtClean="0"/>
              <a:t>6/6/2022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84D714-B42B-7D4D-80CB-C941408EC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D0CA38-B6CB-B847-9DC3-A14F298C0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B45955-040F-5B4F-B215-8B007E3F5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500" y="3432940"/>
            <a:ext cx="11049000" cy="1696825"/>
          </a:xfrm>
        </p:spPr>
        <p:txBody>
          <a:bodyPr lIns="91440" rIns="9144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spc="53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  <a:lvl2pPr marL="45693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3868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3pPr>
            <a:lvl4pPr marL="1370786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4pPr>
            <a:lvl5pPr marL="1827721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5pPr>
            <a:lvl6pPr marL="2284658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6pPr>
            <a:lvl7pPr marL="2741590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7pPr>
            <a:lvl8pPr marL="3198504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8pPr>
            <a:lvl9pPr marL="3655435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18D9009-6ACA-2243-BBC0-1C4FE9FD8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1728235"/>
            <a:ext cx="11048998" cy="1704705"/>
          </a:xfrm>
        </p:spPr>
        <p:txBody>
          <a:bodyPr anchor="b">
            <a:noAutofit/>
          </a:bodyPr>
          <a:lstStyle>
            <a:lvl1pPr algn="l">
              <a:defRPr sz="3600" b="0" spc="203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25676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702A91-E469-AC4A-9FAA-85DBF37F4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542966D-F481-5B45-9AEF-3DAD617D7000}" type="datetime1">
              <a:rPr lang="en-US" smtClean="0"/>
              <a:pPr/>
              <a:t>6/6/2022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84D714-B42B-7D4D-80CB-C941408EC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D0CA38-B6CB-B847-9DC3-A14F298C0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90A482C-6289-D54C-8D98-9E271CD841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456" y="6190488"/>
            <a:ext cx="2276856" cy="400676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9A8F1DF-26D0-CE44-AFA3-23C5A4C8B5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499" y="3432940"/>
            <a:ext cx="11049003" cy="1696825"/>
          </a:xfrm>
        </p:spPr>
        <p:txBody>
          <a:bodyPr lIns="91440" rIns="9144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spc="53" baseline="0">
                <a:solidFill>
                  <a:schemeClr val="bg1"/>
                </a:solidFill>
                <a:latin typeface="+mj-lt"/>
              </a:defRPr>
            </a:lvl1pPr>
            <a:lvl2pPr marL="45693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3868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3pPr>
            <a:lvl4pPr marL="1370786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4pPr>
            <a:lvl5pPr marL="1827721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5pPr>
            <a:lvl6pPr marL="2284658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6pPr>
            <a:lvl7pPr marL="2741590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7pPr>
            <a:lvl8pPr marL="3198504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8pPr>
            <a:lvl9pPr marL="3655435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E5C5791-934F-E042-9502-F4DF78604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1728235"/>
            <a:ext cx="11049001" cy="1704705"/>
          </a:xfrm>
        </p:spPr>
        <p:txBody>
          <a:bodyPr anchor="b">
            <a:noAutofit/>
          </a:bodyPr>
          <a:lstStyle>
            <a:lvl1pPr algn="l">
              <a:defRPr sz="3600" b="0" spc="203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954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1500" y="914400"/>
            <a:ext cx="5303520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6980" y="914400"/>
            <a:ext cx="530352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45383-D5A8-CB4D-B221-8D1B4A1CDC9E}" type="datetime1">
              <a:rPr lang="en-US" smtClean="0"/>
              <a:t>6/6/2022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00F5549-3EFD-CA41-9DB0-887AECF33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24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499" y="914400"/>
            <a:ext cx="5303519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1" b="0" cap="none" baseline="0">
                <a:solidFill>
                  <a:schemeClr val="tx1"/>
                </a:solidFill>
                <a:latin typeface="+mj-lt"/>
              </a:defRPr>
            </a:lvl1pPr>
            <a:lvl2pPr marL="456931" indent="0">
              <a:buNone/>
              <a:defRPr sz="2001" b="1"/>
            </a:lvl2pPr>
            <a:lvl3pPr marL="913868" indent="0">
              <a:buNone/>
              <a:defRPr sz="1800" b="1"/>
            </a:lvl3pPr>
            <a:lvl4pPr marL="1370786" indent="0">
              <a:buNone/>
              <a:defRPr sz="1599" b="1"/>
            </a:lvl4pPr>
            <a:lvl5pPr marL="1827721" indent="0">
              <a:buNone/>
              <a:defRPr sz="1599" b="1"/>
            </a:lvl5pPr>
            <a:lvl6pPr marL="2284658" indent="0">
              <a:buNone/>
              <a:defRPr sz="1599" b="1"/>
            </a:lvl6pPr>
            <a:lvl7pPr marL="2741590" indent="0">
              <a:buNone/>
              <a:defRPr sz="1599" b="1"/>
            </a:lvl7pPr>
            <a:lvl8pPr marL="3198504" indent="0">
              <a:buNone/>
              <a:defRPr sz="1599" b="1"/>
            </a:lvl8pPr>
            <a:lvl9pPr marL="3655435" indent="0">
              <a:buNone/>
              <a:defRPr sz="15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1498" y="1737360"/>
            <a:ext cx="5303520" cy="3887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6106" y="914400"/>
            <a:ext cx="5303519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001" b="0" kern="1200" cap="none" baseline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6931" indent="0">
              <a:buNone/>
              <a:defRPr sz="2001" b="1"/>
            </a:lvl2pPr>
            <a:lvl3pPr marL="913868" indent="0">
              <a:buNone/>
              <a:defRPr sz="1800" b="1"/>
            </a:lvl3pPr>
            <a:lvl4pPr marL="1370786" indent="0">
              <a:buNone/>
              <a:defRPr sz="1599" b="1"/>
            </a:lvl4pPr>
            <a:lvl5pPr marL="1827721" indent="0">
              <a:buNone/>
              <a:defRPr sz="1599" b="1"/>
            </a:lvl5pPr>
            <a:lvl6pPr marL="2284658" indent="0">
              <a:buNone/>
              <a:defRPr sz="1599" b="1"/>
            </a:lvl6pPr>
            <a:lvl7pPr marL="2741590" indent="0">
              <a:buNone/>
              <a:defRPr sz="1599" b="1"/>
            </a:lvl7pPr>
            <a:lvl8pPr marL="3198504" indent="0">
              <a:buNone/>
              <a:defRPr sz="1599" b="1"/>
            </a:lvl8pPr>
            <a:lvl9pPr marL="3655435" indent="0">
              <a:buNone/>
              <a:defRPr sz="1599" b="1"/>
            </a:lvl9pPr>
          </a:lstStyle>
          <a:p>
            <a:pPr marL="0" lvl="0" indent="0" algn="l" defTabSz="913868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6105" y="1737360"/>
            <a:ext cx="5303520" cy="388799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9839-7139-0445-8DA4-CE99F11AD909}" type="datetime1">
              <a:rPr lang="en-US" smtClean="0"/>
              <a:t>6/6/2022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020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571501" y="914407"/>
            <a:ext cx="5303520" cy="538144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2"/>
          </p:nvPr>
        </p:nvSpPr>
        <p:spPr>
          <a:xfrm>
            <a:off x="6316980" y="914401"/>
            <a:ext cx="5303520" cy="5372100"/>
          </a:xfrm>
        </p:spPr>
        <p:txBody>
          <a:bodyPr/>
          <a:lstStyle>
            <a:lvl1pPr marL="514054" indent="-514054">
              <a:buFont typeface="+mj-lt"/>
              <a:buAutoNum type="arabicPeriod"/>
              <a:defRPr sz="2800"/>
            </a:lvl1pPr>
            <a:lvl2pPr>
              <a:defRPr sz="2400"/>
            </a:lvl2pPr>
            <a:lvl3pPr>
              <a:defRPr sz="2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BBF4A5-D241-6743-8842-0080753DF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D92D5B-1CE0-944B-9527-24FC3B128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46104" y="6419634"/>
            <a:ext cx="2154143" cy="274320"/>
          </a:xfrm>
        </p:spPr>
        <p:txBody>
          <a:bodyPr/>
          <a:lstStyle/>
          <a:p>
            <a:fld id="{7B9B9839-7139-0445-8DA4-CE99F11AD909}" type="datetime1">
              <a:rPr lang="en-US" smtClean="0"/>
              <a:t>6/6/2022</a:t>
            </a:fld>
            <a:endParaRPr lang="en-US" dirty="0"/>
          </a:p>
        </p:txBody>
      </p:sp>
      <p:sp>
        <p:nvSpPr>
          <p:cNvPr id="9" name="Footer Placeholder 7">
            <a:extLst>
              <a:ext uri="{FF2B5EF4-FFF2-40B4-BE49-F238E27FC236}">
                <a16:creationId xmlns:a16="http://schemas.microsoft.com/office/drawing/2014/main" id="{A46896D0-4CD5-8647-8C43-D07F7CA5810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663596" y="6419634"/>
            <a:ext cx="5679113" cy="274320"/>
          </a:xfrm>
        </p:spPr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70F220A4-A661-C941-8411-A06C9DC8519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496519" y="6419086"/>
            <a:ext cx="486833" cy="27432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492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467E5-96C8-4F49-8D65-1751A5E8BB3A}" type="datetime1">
              <a:rPr lang="en-US" smtClean="0"/>
              <a:t>6/6/2022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2004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4FF58BD-94FD-4145-99DE-3D4A7FE33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6B414-0BAA-254F-A54B-9A4CBE4CF7B4}" type="datetime1">
              <a:rPr lang="en-US" smtClean="0"/>
              <a:pPr/>
              <a:t>6/6/2022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F8845C5-6F15-3D4F-8DFF-601DD428B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D799134-C32D-AF49-8F06-9E3AC37AD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572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oi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71499" y="822977"/>
            <a:ext cx="4549141" cy="2508064"/>
          </a:xfrm>
        </p:spPr>
        <p:txBody>
          <a:bodyPr anchor="ctr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AF12-EC90-614F-8CEA-7B42F207F2B7}" type="datetime1">
              <a:rPr lang="en-US" smtClean="0"/>
              <a:t>6/6/2022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F9E4D61-0EC8-F34A-AAF0-46B58482D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13" y="822977"/>
            <a:ext cx="5208103" cy="5184645"/>
          </a:xfrm>
        </p:spPr>
        <p:txBody>
          <a:bodyPr/>
          <a:lstStyle>
            <a:lvl1pPr marL="319847" indent="-319847">
              <a:lnSpc>
                <a:spcPct val="100000"/>
              </a:lnSpc>
              <a:spcBef>
                <a:spcPts val="1800"/>
              </a:spcBef>
              <a:buFont typeface="Wingdings" pitchFamily="2" charset="2"/>
              <a:buChar char="§"/>
              <a:defRPr sz="2400"/>
            </a:lvl1pPr>
            <a:lvl2pPr marL="639707" indent="-319847">
              <a:lnSpc>
                <a:spcPct val="100000"/>
              </a:lnSpc>
              <a:spcBef>
                <a:spcPts val="600"/>
              </a:spcBef>
              <a:buSzPct val="100000"/>
              <a:buFont typeface="System Font Regular"/>
              <a:buChar char="➔"/>
              <a:defRPr sz="2001"/>
            </a:lvl2pPr>
            <a:lvl3pPr marL="959555" indent="-319847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§"/>
              <a:defRPr sz="1599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66E7116C-40C4-B641-902C-1EE8E0BCB112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571499" y="3305788"/>
            <a:ext cx="4549141" cy="270183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2400">
                <a:solidFill>
                  <a:schemeClr val="accent1"/>
                </a:solidFill>
              </a:defRPr>
            </a:lvl1pPr>
            <a:lvl2pPr marL="456931" indent="0">
              <a:buNone/>
              <a:defRPr sz="1200"/>
            </a:lvl2pPr>
            <a:lvl3pPr marL="913868" indent="0">
              <a:buNone/>
              <a:defRPr sz="999"/>
            </a:lvl3pPr>
            <a:lvl4pPr marL="1370786" indent="0">
              <a:buNone/>
              <a:defRPr sz="900"/>
            </a:lvl4pPr>
            <a:lvl5pPr marL="1827721" indent="0">
              <a:buNone/>
              <a:defRPr sz="900"/>
            </a:lvl5pPr>
            <a:lvl6pPr marL="2284658" indent="0">
              <a:buNone/>
              <a:defRPr sz="900"/>
            </a:lvl6pPr>
            <a:lvl7pPr marL="2741590" indent="0">
              <a:buNone/>
              <a:defRPr sz="900"/>
            </a:lvl7pPr>
            <a:lvl8pPr marL="3198504" indent="0">
              <a:buNone/>
              <a:defRPr sz="900"/>
            </a:lvl8pPr>
            <a:lvl9pPr marL="365543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441798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oi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AF12-EC90-614F-8CEA-7B42F207F2B7}" type="datetime1">
              <a:rPr lang="en-US" smtClean="0"/>
              <a:t>6/6/2022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0EDF5659-A4FE-0D42-8483-B874501A7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499" y="822977"/>
            <a:ext cx="4549141" cy="2508064"/>
          </a:xfrm>
        </p:spPr>
        <p:txBody>
          <a:bodyPr anchor="ctr">
            <a:noAutofit/>
          </a:bodyPr>
          <a:lstStyle>
            <a:lvl1pPr>
              <a:lnSpc>
                <a:spcPct val="80000"/>
              </a:lnSpc>
              <a:defRPr sz="3600" i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64E78A9-65B1-4245-8BC6-19381441E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13" y="822977"/>
            <a:ext cx="5208103" cy="5184645"/>
          </a:xfrm>
        </p:spPr>
        <p:txBody>
          <a:bodyPr/>
          <a:lstStyle>
            <a:lvl1pPr marL="319847" indent="-319847">
              <a:lnSpc>
                <a:spcPct val="100000"/>
              </a:lnSpc>
              <a:spcBef>
                <a:spcPts val="1800"/>
              </a:spcBef>
              <a:buFont typeface="Wingdings" pitchFamily="2" charset="2"/>
              <a:buChar char="§"/>
              <a:defRPr sz="2400"/>
            </a:lvl1pPr>
            <a:lvl2pPr marL="639707" indent="-319847">
              <a:lnSpc>
                <a:spcPct val="100000"/>
              </a:lnSpc>
              <a:spcBef>
                <a:spcPts val="600"/>
              </a:spcBef>
              <a:buSzPct val="100000"/>
              <a:buFont typeface="System Font Regular"/>
              <a:buChar char="➔"/>
              <a:defRPr sz="2001"/>
            </a:lvl2pPr>
            <a:lvl3pPr marL="959555" indent="-319847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§"/>
              <a:defRPr sz="1599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5455CE7-BADB-8F40-A51A-66835C7246A4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571499" y="3305788"/>
            <a:ext cx="4549141" cy="270183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2400">
                <a:solidFill>
                  <a:schemeClr val="accent1"/>
                </a:solidFill>
              </a:defRPr>
            </a:lvl1pPr>
            <a:lvl2pPr marL="456931" indent="0">
              <a:buNone/>
              <a:defRPr sz="1200"/>
            </a:lvl2pPr>
            <a:lvl3pPr marL="913868" indent="0">
              <a:buNone/>
              <a:defRPr sz="999"/>
            </a:lvl3pPr>
            <a:lvl4pPr marL="1370786" indent="0">
              <a:buNone/>
              <a:defRPr sz="900"/>
            </a:lvl4pPr>
            <a:lvl5pPr marL="1827721" indent="0">
              <a:buNone/>
              <a:defRPr sz="900"/>
            </a:lvl5pPr>
            <a:lvl6pPr marL="2284658" indent="0">
              <a:buNone/>
              <a:defRPr sz="900"/>
            </a:lvl6pPr>
            <a:lvl7pPr marL="2741590" indent="0">
              <a:buNone/>
              <a:defRPr sz="900"/>
            </a:lvl7pPr>
            <a:lvl8pPr marL="3198504" indent="0">
              <a:buNone/>
              <a:defRPr sz="900"/>
            </a:lvl8pPr>
            <a:lvl9pPr marL="365543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18108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oi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71500" y="418038"/>
            <a:ext cx="11254740" cy="2312123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1499" y="3016188"/>
            <a:ext cx="4549141" cy="3003639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2799">
                <a:solidFill>
                  <a:schemeClr val="accent1"/>
                </a:solidFill>
              </a:defRPr>
            </a:lvl1pPr>
            <a:lvl2pPr marL="456931" indent="0">
              <a:buNone/>
              <a:defRPr sz="1200"/>
            </a:lvl2pPr>
            <a:lvl3pPr marL="913868" indent="0">
              <a:buNone/>
              <a:defRPr sz="999"/>
            </a:lvl3pPr>
            <a:lvl4pPr marL="1370786" indent="0">
              <a:buNone/>
              <a:defRPr sz="900"/>
            </a:lvl4pPr>
            <a:lvl5pPr marL="1827721" indent="0">
              <a:buNone/>
              <a:defRPr sz="900"/>
            </a:lvl5pPr>
            <a:lvl6pPr marL="2284658" indent="0">
              <a:buNone/>
              <a:defRPr sz="900"/>
            </a:lvl6pPr>
            <a:lvl7pPr marL="2741590" indent="0">
              <a:buNone/>
              <a:defRPr sz="900"/>
            </a:lvl7pPr>
            <a:lvl8pPr marL="3198504" indent="0">
              <a:buNone/>
              <a:defRPr sz="900"/>
            </a:lvl8pPr>
            <a:lvl9pPr marL="365543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AF12-EC90-614F-8CEA-7B42F207F2B7}" type="datetime1">
              <a:rPr lang="en-US" smtClean="0"/>
              <a:t>6/6/2022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272F885-FA0C-5C49-A259-7073DDB3583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15013" y="3016168"/>
            <a:ext cx="5905488" cy="2991451"/>
          </a:xfrm>
        </p:spPr>
        <p:txBody>
          <a:bodyPr/>
          <a:lstStyle>
            <a:lvl1pPr marL="319847" indent="-319847">
              <a:lnSpc>
                <a:spcPct val="100000"/>
              </a:lnSpc>
              <a:spcBef>
                <a:spcPts val="1800"/>
              </a:spcBef>
              <a:buFont typeface="Wingdings" pitchFamily="2" charset="2"/>
              <a:buChar char="§"/>
              <a:defRPr sz="2400"/>
            </a:lvl1pPr>
            <a:lvl2pPr marL="639707" indent="-319847">
              <a:lnSpc>
                <a:spcPct val="100000"/>
              </a:lnSpc>
              <a:spcBef>
                <a:spcPts val="600"/>
              </a:spcBef>
              <a:buSzPct val="100000"/>
              <a:buFont typeface="System Font Regular"/>
              <a:buChar char="➔"/>
              <a:defRPr sz="2001"/>
            </a:lvl2pPr>
            <a:lvl3pPr marL="959555" indent="-319847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§"/>
              <a:defRPr sz="1599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431502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oint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AF12-EC90-614F-8CEA-7B42F207F2B7}" type="datetime1">
              <a:rPr lang="en-US" smtClean="0"/>
              <a:t>6/6/2022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29B5F230-D09D-DD42-8B4A-E8CB61E5C2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418038"/>
            <a:ext cx="11254740" cy="2312123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600" i="0" cap="none" dirty="0">
                <a:solidFill>
                  <a:schemeClr val="tx1"/>
                </a:solidFill>
              </a:defRPr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704FE58-29E9-BA4C-A500-0653CA90F8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499" y="3016188"/>
            <a:ext cx="4549141" cy="3003639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2799">
                <a:solidFill>
                  <a:schemeClr val="accent1"/>
                </a:solidFill>
              </a:defRPr>
            </a:lvl1pPr>
            <a:lvl2pPr marL="456931" indent="0">
              <a:buNone/>
              <a:defRPr sz="1200"/>
            </a:lvl2pPr>
            <a:lvl3pPr marL="913868" indent="0">
              <a:buNone/>
              <a:defRPr sz="999"/>
            </a:lvl3pPr>
            <a:lvl4pPr marL="1370786" indent="0">
              <a:buNone/>
              <a:defRPr sz="900"/>
            </a:lvl4pPr>
            <a:lvl5pPr marL="1827721" indent="0">
              <a:buNone/>
              <a:defRPr sz="900"/>
            </a:lvl5pPr>
            <a:lvl6pPr marL="2284658" indent="0">
              <a:buNone/>
              <a:defRPr sz="900"/>
            </a:lvl6pPr>
            <a:lvl7pPr marL="2741590" indent="0">
              <a:buNone/>
              <a:defRPr sz="900"/>
            </a:lvl7pPr>
            <a:lvl8pPr marL="3198504" indent="0">
              <a:buNone/>
              <a:defRPr sz="900"/>
            </a:lvl8pPr>
            <a:lvl9pPr marL="365543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5B254B-1D81-454C-8C20-173E564331B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15013" y="3016168"/>
            <a:ext cx="5905488" cy="2991451"/>
          </a:xfrm>
        </p:spPr>
        <p:txBody>
          <a:bodyPr/>
          <a:lstStyle>
            <a:lvl1pPr marL="319847" indent="-319847">
              <a:lnSpc>
                <a:spcPct val="100000"/>
              </a:lnSpc>
              <a:spcBef>
                <a:spcPts val="1800"/>
              </a:spcBef>
              <a:buFont typeface="Wingdings" pitchFamily="2" charset="2"/>
              <a:buChar char="§"/>
              <a:defRPr sz="2400"/>
            </a:lvl1pPr>
            <a:lvl2pPr marL="639707" indent="-319847">
              <a:lnSpc>
                <a:spcPct val="100000"/>
              </a:lnSpc>
              <a:spcBef>
                <a:spcPts val="600"/>
              </a:spcBef>
              <a:buSzPct val="100000"/>
              <a:buFont typeface="System Font Regular"/>
              <a:buChar char="➔"/>
              <a:defRPr sz="2001"/>
            </a:lvl2pPr>
            <a:lvl3pPr marL="959555" indent="-319847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§"/>
              <a:defRPr sz="1599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362773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oint Dark 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A7E6AF12-EC90-614F-8CEA-7B42F207F2B7}" type="datetime1">
              <a:rPr lang="en-US" smtClean="0"/>
              <a:pPr/>
              <a:t>6/6/2022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9B931038-146F-DF4E-82E9-DFB28338A0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456" y="6190488"/>
            <a:ext cx="2276856" cy="400676"/>
          </a:xfrm>
          <a:prstGeom prst="rect">
            <a:avLst/>
          </a:prstGeom>
        </p:spPr>
      </p:pic>
      <p:sp>
        <p:nvSpPr>
          <p:cNvPr id="18" name="Title 7">
            <a:extLst>
              <a:ext uri="{FF2B5EF4-FFF2-40B4-BE49-F238E27FC236}">
                <a16:creationId xmlns:a16="http://schemas.microsoft.com/office/drawing/2014/main" id="{C36FDA55-B43F-EB45-86A3-51877ABA5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822977"/>
            <a:ext cx="4549141" cy="2508064"/>
          </a:xfrm>
        </p:spPr>
        <p:txBody>
          <a:bodyPr anchor="ctr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4B8EDED-FF60-FE43-9FA1-82F96A2CC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13" y="822977"/>
            <a:ext cx="5208103" cy="5184645"/>
          </a:xfrm>
        </p:spPr>
        <p:txBody>
          <a:bodyPr/>
          <a:lstStyle>
            <a:lvl1pPr marL="319847" indent="-319847">
              <a:lnSpc>
                <a:spcPct val="100000"/>
              </a:lnSpc>
              <a:spcBef>
                <a:spcPts val="1800"/>
              </a:spcBef>
              <a:buClr>
                <a:schemeClr val="accent3"/>
              </a:buClr>
              <a:buFont typeface="Wingdings" pitchFamily="2" charset="2"/>
              <a:buChar char="§"/>
              <a:defRPr sz="2400">
                <a:solidFill>
                  <a:schemeClr val="bg1"/>
                </a:solidFill>
              </a:defRPr>
            </a:lvl1pPr>
            <a:lvl2pPr marL="639707" indent="-319847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SzPct val="100000"/>
              <a:buFont typeface="System Font Regular"/>
              <a:buChar char="➔"/>
              <a:defRPr sz="2001">
                <a:solidFill>
                  <a:schemeClr val="bg1"/>
                </a:solidFill>
              </a:defRPr>
            </a:lvl2pPr>
            <a:lvl3pPr marL="959555" indent="-319847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defRPr sz="1599">
                <a:solidFill>
                  <a:schemeClr val="bg1"/>
                </a:solidFill>
              </a:defRPr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030F219-45B3-804C-B627-47C7774570CB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571499" y="3305788"/>
            <a:ext cx="4549141" cy="270183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2400">
                <a:solidFill>
                  <a:schemeClr val="accent3"/>
                </a:solidFill>
              </a:defRPr>
            </a:lvl1pPr>
            <a:lvl2pPr marL="456931" indent="0">
              <a:buNone/>
              <a:defRPr sz="1200"/>
            </a:lvl2pPr>
            <a:lvl3pPr marL="913868" indent="0">
              <a:buNone/>
              <a:defRPr sz="999"/>
            </a:lvl3pPr>
            <a:lvl4pPr marL="1370786" indent="0">
              <a:buNone/>
              <a:defRPr sz="900"/>
            </a:lvl4pPr>
            <a:lvl5pPr marL="1827721" indent="0">
              <a:buNone/>
              <a:defRPr sz="900"/>
            </a:lvl5pPr>
            <a:lvl6pPr marL="2284658" indent="0">
              <a:buNone/>
              <a:defRPr sz="900"/>
            </a:lvl6pPr>
            <a:lvl7pPr marL="2741590" indent="0">
              <a:buNone/>
              <a:defRPr sz="900"/>
            </a:lvl7pPr>
            <a:lvl8pPr marL="3198504" indent="0">
              <a:buNone/>
              <a:defRPr sz="900"/>
            </a:lvl8pPr>
            <a:lvl9pPr marL="365543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356616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oint Dark B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A7E6AF12-EC90-614F-8CEA-7B42F207F2B7}" type="datetime1">
              <a:rPr lang="en-US" smtClean="0"/>
              <a:pPr/>
              <a:t>6/6/2022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047961E-1BE5-2440-97DB-D065A7882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456" y="6190488"/>
            <a:ext cx="2276856" cy="400676"/>
          </a:xfrm>
          <a:prstGeom prst="rect">
            <a:avLst/>
          </a:prstGeom>
        </p:spPr>
      </p:pic>
      <p:sp>
        <p:nvSpPr>
          <p:cNvPr id="13" name="Title 7">
            <a:extLst>
              <a:ext uri="{FF2B5EF4-FFF2-40B4-BE49-F238E27FC236}">
                <a16:creationId xmlns:a16="http://schemas.microsoft.com/office/drawing/2014/main" id="{D7CEC201-BD8B-2040-A660-AC6853BDBF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499" y="822977"/>
            <a:ext cx="4549141" cy="2508064"/>
          </a:xfrm>
        </p:spPr>
        <p:txBody>
          <a:bodyPr anchor="ctr">
            <a:noAutofit/>
          </a:bodyPr>
          <a:lstStyle>
            <a:lvl1pPr>
              <a:lnSpc>
                <a:spcPct val="80000"/>
              </a:lnSpc>
              <a:defRPr sz="3600" i="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9456ED8-631E-AC45-81CB-42D9D153E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13" y="822977"/>
            <a:ext cx="5208103" cy="5184645"/>
          </a:xfrm>
        </p:spPr>
        <p:txBody>
          <a:bodyPr/>
          <a:lstStyle>
            <a:lvl1pPr marL="319847" indent="-319847">
              <a:lnSpc>
                <a:spcPct val="100000"/>
              </a:lnSpc>
              <a:spcBef>
                <a:spcPts val="1800"/>
              </a:spcBef>
              <a:buFont typeface="Wingdings" pitchFamily="2" charset="2"/>
              <a:buChar char="§"/>
              <a:defRPr sz="2400">
                <a:solidFill>
                  <a:schemeClr val="bg1"/>
                </a:solidFill>
              </a:defRPr>
            </a:lvl1pPr>
            <a:lvl2pPr marL="639707" indent="-319847">
              <a:lnSpc>
                <a:spcPct val="100000"/>
              </a:lnSpc>
              <a:spcBef>
                <a:spcPts val="600"/>
              </a:spcBef>
              <a:buSzPct val="100000"/>
              <a:buFont typeface="System Font Regular"/>
              <a:buChar char="➔"/>
              <a:defRPr sz="2001">
                <a:solidFill>
                  <a:schemeClr val="bg1"/>
                </a:solidFill>
              </a:defRPr>
            </a:lvl2pPr>
            <a:lvl3pPr marL="959555" indent="-319847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§"/>
              <a:defRPr sz="1599">
                <a:solidFill>
                  <a:schemeClr val="bg1"/>
                </a:solidFill>
              </a:defRPr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E6F607B-E1F8-6D4D-B193-11E73CA40BFA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571499" y="3305788"/>
            <a:ext cx="4549141" cy="270183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2400">
                <a:solidFill>
                  <a:schemeClr val="accent3"/>
                </a:solidFill>
              </a:defRPr>
            </a:lvl1pPr>
            <a:lvl2pPr marL="456931" indent="0">
              <a:buNone/>
              <a:defRPr sz="1200"/>
            </a:lvl2pPr>
            <a:lvl3pPr marL="913868" indent="0">
              <a:buNone/>
              <a:defRPr sz="999"/>
            </a:lvl3pPr>
            <a:lvl4pPr marL="1370786" indent="0">
              <a:buNone/>
              <a:defRPr sz="900"/>
            </a:lvl4pPr>
            <a:lvl5pPr marL="1827721" indent="0">
              <a:buNone/>
              <a:defRPr sz="900"/>
            </a:lvl5pPr>
            <a:lvl6pPr marL="2284658" indent="0">
              <a:buNone/>
              <a:defRPr sz="900"/>
            </a:lvl6pPr>
            <a:lvl7pPr marL="2741590" indent="0">
              <a:buNone/>
              <a:defRPr sz="900"/>
            </a:lvl7pPr>
            <a:lvl8pPr marL="3198504" indent="0">
              <a:buNone/>
              <a:defRPr sz="900"/>
            </a:lvl8pPr>
            <a:lvl9pPr marL="365543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59677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oint Dark C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A7E6AF12-EC90-614F-8CEA-7B42F207F2B7}" type="datetime1">
              <a:rPr lang="en-US" smtClean="0"/>
              <a:pPr/>
              <a:t>6/6/2022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126DA48-CBCD-0E4D-BFAA-6037B26753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456" y="6190488"/>
            <a:ext cx="2276856" cy="400676"/>
          </a:xfrm>
          <a:prstGeom prst="rect">
            <a:avLst/>
          </a:prstGeom>
        </p:spPr>
      </p:pic>
      <p:sp>
        <p:nvSpPr>
          <p:cNvPr id="13" name="Title 7">
            <a:extLst>
              <a:ext uri="{FF2B5EF4-FFF2-40B4-BE49-F238E27FC236}">
                <a16:creationId xmlns:a16="http://schemas.microsoft.com/office/drawing/2014/main" id="{EE3B8CD3-06E9-3D4B-B9BC-8C1A48638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418038"/>
            <a:ext cx="11254740" cy="2312123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600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0A48ABE-3B7F-FB40-BE4C-935F69C5E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499" y="3016188"/>
            <a:ext cx="4549141" cy="3003639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2799">
                <a:solidFill>
                  <a:schemeClr val="accent3"/>
                </a:solidFill>
              </a:defRPr>
            </a:lvl1pPr>
            <a:lvl2pPr marL="456931" indent="0">
              <a:buNone/>
              <a:defRPr sz="1200"/>
            </a:lvl2pPr>
            <a:lvl3pPr marL="913868" indent="0">
              <a:buNone/>
              <a:defRPr sz="999"/>
            </a:lvl3pPr>
            <a:lvl4pPr marL="1370786" indent="0">
              <a:buNone/>
              <a:defRPr sz="900"/>
            </a:lvl4pPr>
            <a:lvl5pPr marL="1827721" indent="0">
              <a:buNone/>
              <a:defRPr sz="900"/>
            </a:lvl5pPr>
            <a:lvl6pPr marL="2284658" indent="0">
              <a:buNone/>
              <a:defRPr sz="900"/>
            </a:lvl6pPr>
            <a:lvl7pPr marL="2741590" indent="0">
              <a:buNone/>
              <a:defRPr sz="900"/>
            </a:lvl7pPr>
            <a:lvl8pPr marL="3198504" indent="0">
              <a:buNone/>
              <a:defRPr sz="900"/>
            </a:lvl8pPr>
            <a:lvl9pPr marL="365543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098BCE4-FFEB-C949-BC63-F5C5321433D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15013" y="3016168"/>
            <a:ext cx="5905488" cy="2991451"/>
          </a:xfrm>
        </p:spPr>
        <p:txBody>
          <a:bodyPr/>
          <a:lstStyle>
            <a:lvl1pPr marL="319847" indent="-319847">
              <a:lnSpc>
                <a:spcPct val="100000"/>
              </a:lnSpc>
              <a:spcBef>
                <a:spcPts val="1800"/>
              </a:spcBef>
              <a:buClr>
                <a:schemeClr val="accent3"/>
              </a:buClr>
              <a:buFont typeface="Wingdings" pitchFamily="2" charset="2"/>
              <a:buChar char="§"/>
              <a:defRPr sz="2400">
                <a:solidFill>
                  <a:schemeClr val="bg1"/>
                </a:solidFill>
              </a:defRPr>
            </a:lvl1pPr>
            <a:lvl2pPr marL="639707" indent="-319847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SzPct val="100000"/>
              <a:buFont typeface="System Font Regular"/>
              <a:buChar char="➔"/>
              <a:defRPr sz="2001">
                <a:solidFill>
                  <a:schemeClr val="bg1"/>
                </a:solidFill>
              </a:defRPr>
            </a:lvl2pPr>
            <a:lvl3pPr marL="959555" indent="-319847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defRPr sz="1599">
                <a:solidFill>
                  <a:schemeClr val="bg1"/>
                </a:solidFill>
              </a:defRPr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1878071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oint Dark 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A7E6AF12-EC90-614F-8CEA-7B42F207F2B7}" type="datetime1">
              <a:rPr lang="en-US" smtClean="0"/>
              <a:pPr/>
              <a:t>6/6/2022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350E2B03-E35D-7E46-A0F6-6A5DBBF376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456" y="6190488"/>
            <a:ext cx="2276856" cy="400676"/>
          </a:xfrm>
          <a:prstGeom prst="rect">
            <a:avLst/>
          </a:prstGeom>
        </p:spPr>
      </p:pic>
      <p:sp>
        <p:nvSpPr>
          <p:cNvPr id="13" name="Title 7">
            <a:extLst>
              <a:ext uri="{FF2B5EF4-FFF2-40B4-BE49-F238E27FC236}">
                <a16:creationId xmlns:a16="http://schemas.microsoft.com/office/drawing/2014/main" id="{453F15AD-3076-3949-8F2D-D6E142F4D0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418038"/>
            <a:ext cx="11254740" cy="2312123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600" i="0" cap="none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0CA09B5-6D76-9142-9AB6-D6FB4291D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499" y="3016188"/>
            <a:ext cx="4549141" cy="3003639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2799">
                <a:solidFill>
                  <a:schemeClr val="accent3"/>
                </a:solidFill>
              </a:defRPr>
            </a:lvl1pPr>
            <a:lvl2pPr marL="456931" indent="0">
              <a:buNone/>
              <a:defRPr sz="1200"/>
            </a:lvl2pPr>
            <a:lvl3pPr marL="913868" indent="0">
              <a:buNone/>
              <a:defRPr sz="999"/>
            </a:lvl3pPr>
            <a:lvl4pPr marL="1370786" indent="0">
              <a:buNone/>
              <a:defRPr sz="900"/>
            </a:lvl4pPr>
            <a:lvl5pPr marL="1827721" indent="0">
              <a:buNone/>
              <a:defRPr sz="900"/>
            </a:lvl5pPr>
            <a:lvl6pPr marL="2284658" indent="0">
              <a:buNone/>
              <a:defRPr sz="900"/>
            </a:lvl6pPr>
            <a:lvl7pPr marL="2741590" indent="0">
              <a:buNone/>
              <a:defRPr sz="900"/>
            </a:lvl7pPr>
            <a:lvl8pPr marL="3198504" indent="0">
              <a:buNone/>
              <a:defRPr sz="900"/>
            </a:lvl8pPr>
            <a:lvl9pPr marL="365543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B955B17-8ED0-3340-A5DC-849AED4FC36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15013" y="3016168"/>
            <a:ext cx="5905488" cy="2991451"/>
          </a:xfrm>
        </p:spPr>
        <p:txBody>
          <a:bodyPr/>
          <a:lstStyle>
            <a:lvl1pPr marL="319847" indent="-319847">
              <a:lnSpc>
                <a:spcPct val="100000"/>
              </a:lnSpc>
              <a:spcBef>
                <a:spcPts val="1800"/>
              </a:spcBef>
              <a:buClr>
                <a:schemeClr val="accent3"/>
              </a:buClr>
              <a:buFont typeface="Wingdings" pitchFamily="2" charset="2"/>
              <a:buChar char="§"/>
              <a:defRPr sz="2400">
                <a:solidFill>
                  <a:schemeClr val="bg1"/>
                </a:solidFill>
              </a:defRPr>
            </a:lvl1pPr>
            <a:lvl2pPr marL="639707" indent="-319847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SzPct val="100000"/>
              <a:buFont typeface="System Font Regular"/>
              <a:buChar char="➔"/>
              <a:defRPr sz="2001">
                <a:solidFill>
                  <a:schemeClr val="bg1"/>
                </a:solidFill>
              </a:defRPr>
            </a:lvl2pPr>
            <a:lvl3pPr marL="959555" indent="-319847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defRPr sz="1599">
                <a:solidFill>
                  <a:schemeClr val="bg1"/>
                </a:solidFill>
              </a:defRPr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199789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71499" y="332460"/>
            <a:ext cx="8519163" cy="579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4403"/>
            </a:lvl1pPr>
          </a:lstStyle>
          <a:p>
            <a:pPr marL="0" lvl="0" indent="0">
              <a:lnSpc>
                <a:spcPct val="110000"/>
              </a:lnSpc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3207E-6432-BF48-94AB-98FAA05DEDE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F66B414-0BAA-254F-A54B-9A4CBE4CF7B4}" type="datetime1">
              <a:rPr lang="en-US" smtClean="0"/>
              <a:pPr/>
              <a:t>6/6/2022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EC6E52-E3D3-F048-893B-E66A24ECA9E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4AD13E-C264-3C44-919D-FFC8D02515D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6297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ro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3671A-7315-6E41-AC9A-F5B5B54B744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2F66B414-0BAA-254F-A54B-9A4CBE4CF7B4}" type="datetime1">
              <a:rPr lang="en-US" smtClean="0"/>
              <a:pPr/>
              <a:t>6/6/2022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8205E-93AF-7949-8B64-C4EBA6D0576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5A31D-E13C-5741-BAA2-AB9DABBF294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778A37E-23BC-0344-9DB3-4124A59FC3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499" y="332460"/>
            <a:ext cx="8519163" cy="579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4403">
                <a:solidFill>
                  <a:schemeClr val="bg1"/>
                </a:solidFill>
              </a:defRPr>
            </a:lvl1pPr>
          </a:lstStyle>
          <a:p>
            <a:pPr marL="0" lvl="0" indent="0">
              <a:lnSpc>
                <a:spcPct val="110000"/>
              </a:lnSpc>
              <a:buNone/>
            </a:pPr>
            <a:r>
              <a:rPr lang="en-US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6CE26A7-9EAF-F149-8AB0-E32BB4217E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456" y="6190488"/>
            <a:ext cx="2276856" cy="400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873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9448A36-789B-7B41-8EDC-4773C78C8615}"/>
              </a:ext>
            </a:extLst>
          </p:cNvPr>
          <p:cNvSpPr txBox="1"/>
          <p:nvPr userDrawn="1"/>
        </p:nvSpPr>
        <p:spPr>
          <a:xfrm>
            <a:off x="8329243" y="917665"/>
            <a:ext cx="1595437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400" i="0" spc="0" baseline="0" dirty="0">
                <a:solidFill>
                  <a:schemeClr val="accent1"/>
                </a:solidFill>
                <a:latin typeface="+mj-lt"/>
              </a:rPr>
              <a:t>thelaunchbox.com</a:t>
            </a:r>
            <a:endParaRPr lang="en-US" sz="1400" i="0" spc="0" baseline="0" dirty="0">
              <a:solidFill>
                <a:schemeClr val="accent1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DD245C8-5B15-A649-9958-ECD44CCE31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02963" y="1438487"/>
            <a:ext cx="3509072" cy="3509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742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Al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8227FDA-5080-CC45-B12A-A26DABE797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02962" y="1438487"/>
            <a:ext cx="3509072" cy="35090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B4E75D-E6DE-4D4D-9737-80B131AB1896}"/>
              </a:ext>
            </a:extLst>
          </p:cNvPr>
          <p:cNvSpPr txBox="1"/>
          <p:nvPr userDrawn="1"/>
        </p:nvSpPr>
        <p:spPr>
          <a:xfrm>
            <a:off x="8329243" y="917665"/>
            <a:ext cx="1595437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400" i="0" spc="0" baseline="0" dirty="0">
                <a:solidFill>
                  <a:schemeClr val="accent1"/>
                </a:solidFill>
                <a:latin typeface="+mj-lt"/>
              </a:rPr>
              <a:t>thelaunchbox.com</a:t>
            </a:r>
            <a:endParaRPr lang="en-US" sz="1400" i="0" spc="0" baseline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632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5" y="234834"/>
            <a:ext cx="11887201" cy="2743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500" y="914400"/>
            <a:ext cx="11049000" cy="502920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46104" y="641963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 spc="99" baseline="0">
                <a:solidFill>
                  <a:schemeClr val="accent1"/>
                </a:solidFill>
                <a:latin typeface="+mn-lt"/>
              </a:defRPr>
            </a:lvl1pPr>
          </a:lstStyle>
          <a:p>
            <a:fld id="{2F66B414-0BAA-254F-A54B-9A4CBE4CF7B4}" type="datetime1">
              <a:rPr lang="en-US" smtClean="0"/>
              <a:pPr/>
              <a:t>6/6/2022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63596" y="6419634"/>
            <a:ext cx="567911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 cap="all" spc="99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96519" y="6419086"/>
            <a:ext cx="48683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3">
                <a:solidFill>
                  <a:schemeClr val="accent1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D0DA7A-2DB9-7C40-BABD-C94E5F91332C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21711" y="6190488"/>
            <a:ext cx="2276856" cy="400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640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  <p:sldLayoutId id="2147483695" r:id="rId19"/>
    <p:sldLayoutId id="2147483696" r:id="rId20"/>
    <p:sldLayoutId id="2147483697" r:id="rId21"/>
    <p:sldLayoutId id="2147483698" r:id="rId22"/>
    <p:sldLayoutId id="2147483699" r:id="rId23"/>
    <p:sldLayoutId id="2147483700" r:id="rId24"/>
  </p:sldLayoutIdLst>
  <p:hf hdr="0" ftr="0"/>
  <p:txStyles>
    <p:titleStyle>
      <a:lvl1pPr algn="l" defTabSz="913868" rtl="0" eaLnBrk="1" latinLnBrk="0" hangingPunct="1">
        <a:lnSpc>
          <a:spcPct val="80000"/>
        </a:lnSpc>
        <a:spcBef>
          <a:spcPct val="0"/>
        </a:spcBef>
        <a:buNone/>
        <a:defRPr sz="2000" b="0" i="1" kern="1200" cap="all" spc="99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388" indent="-91388" algn="l" defTabSz="913868" rtl="0" eaLnBrk="1" latinLnBrk="0" hangingPunct="1">
        <a:lnSpc>
          <a:spcPct val="100000"/>
        </a:lnSpc>
        <a:spcBef>
          <a:spcPts val="600"/>
        </a:spcBef>
        <a:spcAft>
          <a:spcPts val="1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39707" indent="-319847" algn="l" defTabSz="913868" rtl="0" eaLnBrk="1" latinLnBrk="0" hangingPunct="1">
        <a:lnSpc>
          <a:spcPct val="100000"/>
        </a:lnSpc>
        <a:spcBef>
          <a:spcPts val="600"/>
        </a:spcBef>
        <a:spcAft>
          <a:spcPts val="1200"/>
        </a:spcAft>
        <a:buClr>
          <a:schemeClr val="accent2"/>
        </a:buClr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59555" indent="-319847" algn="l" defTabSz="913868" rtl="0" eaLnBrk="1" latinLnBrk="0" hangingPunct="1">
        <a:lnSpc>
          <a:spcPct val="100000"/>
        </a:lnSpc>
        <a:spcBef>
          <a:spcPts val="1200"/>
        </a:spcBef>
        <a:spcAft>
          <a:spcPts val="1800"/>
        </a:spcAft>
        <a:buClr>
          <a:schemeClr val="accent2"/>
        </a:buClr>
        <a:buSzPct val="100000"/>
        <a:buFont typeface="System Font Regular"/>
        <a:buChar char="➔"/>
        <a:defRPr sz="20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19847" algn="l" defTabSz="913868" rtl="0" eaLnBrk="1" latinLnBrk="0" hangingPunct="1">
        <a:lnSpc>
          <a:spcPct val="100000"/>
        </a:lnSpc>
        <a:spcBef>
          <a:spcPts val="600"/>
        </a:spcBef>
        <a:spcAft>
          <a:spcPts val="1200"/>
        </a:spcAft>
        <a:buClr>
          <a:schemeClr val="accent1"/>
        </a:buClr>
        <a:buFont typeface="Wingdings" pitchFamily="2" charset="2"/>
        <a:buChar char="§"/>
        <a:defRPr sz="1599" kern="1200">
          <a:solidFill>
            <a:schemeClr val="tx1"/>
          </a:solidFill>
          <a:latin typeface="+mn-lt"/>
          <a:ea typeface="+mn-ea"/>
          <a:cs typeface="+mn-cs"/>
        </a:defRPr>
      </a:lvl4pPr>
      <a:lvl5pPr marL="776779" indent="-137071" algn="l" defTabSz="913868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tx1"/>
        </a:buClr>
        <a:buFont typeface="Wingdings 3" pitchFamily="18" charset="2"/>
        <a:buChar char=""/>
        <a:defRPr sz="1403" kern="1200">
          <a:solidFill>
            <a:schemeClr val="tx1"/>
          </a:solidFill>
          <a:latin typeface="+mn-lt"/>
          <a:ea typeface="+mn-ea"/>
          <a:cs typeface="+mn-cs"/>
        </a:defRPr>
      </a:lvl5pPr>
      <a:lvl6pPr marL="913868" indent="-137071" algn="l" defTabSz="913868" rtl="0" eaLnBrk="1" latinLnBrk="0" hangingPunct="1">
        <a:lnSpc>
          <a:spcPct val="90000"/>
        </a:lnSpc>
        <a:spcBef>
          <a:spcPts val="203"/>
        </a:spcBef>
        <a:spcAft>
          <a:spcPts val="399"/>
        </a:spcAft>
        <a:buClr>
          <a:schemeClr val="accent1"/>
        </a:buClr>
        <a:buFont typeface="Wingdings 3" pitchFamily="18" charset="2"/>
        <a:buChar char=""/>
        <a:defRPr sz="1403" kern="1200">
          <a:solidFill>
            <a:schemeClr val="tx1"/>
          </a:solidFill>
          <a:latin typeface="+mn-lt"/>
          <a:ea typeface="+mn-ea"/>
          <a:cs typeface="+mn-cs"/>
        </a:defRPr>
      </a:lvl6pPr>
      <a:lvl7pPr marL="1060080" indent="-137071" algn="l" defTabSz="913868" rtl="0" eaLnBrk="1" latinLnBrk="0" hangingPunct="1">
        <a:lnSpc>
          <a:spcPct val="90000"/>
        </a:lnSpc>
        <a:spcBef>
          <a:spcPts val="203"/>
        </a:spcBef>
        <a:spcAft>
          <a:spcPts val="399"/>
        </a:spcAft>
        <a:buClr>
          <a:schemeClr val="accent1"/>
        </a:buClr>
        <a:buFont typeface="Wingdings 3" pitchFamily="18" charset="2"/>
        <a:buChar char=""/>
        <a:defRPr sz="1403" kern="1200">
          <a:solidFill>
            <a:schemeClr val="tx1"/>
          </a:solidFill>
          <a:latin typeface="+mn-lt"/>
          <a:ea typeface="+mn-ea"/>
          <a:cs typeface="+mn-cs"/>
        </a:defRPr>
      </a:lvl7pPr>
      <a:lvl8pPr marL="1215438" indent="-137071" algn="l" defTabSz="913868" rtl="0" eaLnBrk="1" latinLnBrk="0" hangingPunct="1">
        <a:lnSpc>
          <a:spcPct val="90000"/>
        </a:lnSpc>
        <a:spcBef>
          <a:spcPts val="203"/>
        </a:spcBef>
        <a:spcAft>
          <a:spcPts val="399"/>
        </a:spcAft>
        <a:buClr>
          <a:schemeClr val="accent1"/>
        </a:buClr>
        <a:buFont typeface="Wingdings 3" pitchFamily="18" charset="2"/>
        <a:buChar char=""/>
        <a:defRPr sz="1403" kern="1200">
          <a:solidFill>
            <a:schemeClr val="tx1"/>
          </a:solidFill>
          <a:latin typeface="+mn-lt"/>
          <a:ea typeface="+mn-ea"/>
          <a:cs typeface="+mn-cs"/>
        </a:defRPr>
      </a:lvl8pPr>
      <a:lvl9pPr marL="1361651" indent="-137071" algn="l" defTabSz="913868" rtl="0" eaLnBrk="1" latinLnBrk="0" hangingPunct="1">
        <a:lnSpc>
          <a:spcPct val="90000"/>
        </a:lnSpc>
        <a:spcBef>
          <a:spcPts val="203"/>
        </a:spcBef>
        <a:spcAft>
          <a:spcPts val="399"/>
        </a:spcAft>
        <a:buClr>
          <a:schemeClr val="accent1"/>
        </a:buClr>
        <a:buFont typeface="Wingdings 3" pitchFamily="18" charset="2"/>
        <a:buChar char=""/>
        <a:defRPr sz="140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931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868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786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721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658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590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504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435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320" userDrawn="1">
          <p15:clr>
            <a:srgbClr val="F26B43"/>
          </p15:clr>
        </p15:guide>
        <p15:guide id="4" pos="3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70BFA0C7-F9CE-457F-9C23-0703836EEFCE}"/>
              </a:ext>
            </a:extLst>
          </p:cNvPr>
          <p:cNvSpPr/>
          <p:nvPr/>
        </p:nvSpPr>
        <p:spPr>
          <a:xfrm>
            <a:off x="139849" y="5348569"/>
            <a:ext cx="11716007" cy="8072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F822B58-B7E5-4C9E-BFCE-A3001B782A43}"/>
              </a:ext>
            </a:extLst>
          </p:cNvPr>
          <p:cNvSpPr/>
          <p:nvPr/>
        </p:nvSpPr>
        <p:spPr>
          <a:xfrm>
            <a:off x="138176" y="2452680"/>
            <a:ext cx="11683705" cy="13194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19F171-2CD4-4093-AE8C-E2134A0E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5" y="234834"/>
            <a:ext cx="4735789" cy="274320"/>
          </a:xfrm>
        </p:spPr>
        <p:txBody>
          <a:bodyPr/>
          <a:lstStyle/>
          <a:p>
            <a:r>
              <a:rPr lang="en-US" dirty="0"/>
              <a:t>Hyperscayle LAUNCH timeline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94F5CF-8A16-4B58-8992-A483EDDA1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467E5-96C8-4F49-8D65-1751A5E8BB3A}" type="datetime1">
              <a:rPr lang="en-US" smtClean="0"/>
              <a:t>6/6/2022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03131-3F44-467E-B8B1-3465284B0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</a:t>
            </a:fld>
            <a:endParaRPr lang="en-US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CC0189AD-ECB7-4EDF-85D4-7CADBE2F11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7077880"/>
              </p:ext>
            </p:extLst>
          </p:nvPr>
        </p:nvGraphicFramePr>
        <p:xfrm>
          <a:off x="152404" y="596971"/>
          <a:ext cx="1166947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7652">
                  <a:extLst>
                    <a:ext uri="{9D8B030D-6E8A-4147-A177-3AD203B41FA5}">
                      <a16:colId xmlns:a16="http://schemas.microsoft.com/office/drawing/2014/main" val="4237270850"/>
                    </a:ext>
                  </a:extLst>
                </a:gridCol>
                <a:gridCol w="897652">
                  <a:extLst>
                    <a:ext uri="{9D8B030D-6E8A-4147-A177-3AD203B41FA5}">
                      <a16:colId xmlns:a16="http://schemas.microsoft.com/office/drawing/2014/main" val="82625684"/>
                    </a:ext>
                  </a:extLst>
                </a:gridCol>
                <a:gridCol w="897652">
                  <a:extLst>
                    <a:ext uri="{9D8B030D-6E8A-4147-A177-3AD203B41FA5}">
                      <a16:colId xmlns:a16="http://schemas.microsoft.com/office/drawing/2014/main" val="2419370094"/>
                    </a:ext>
                  </a:extLst>
                </a:gridCol>
                <a:gridCol w="897652">
                  <a:extLst>
                    <a:ext uri="{9D8B030D-6E8A-4147-A177-3AD203B41FA5}">
                      <a16:colId xmlns:a16="http://schemas.microsoft.com/office/drawing/2014/main" val="3838729751"/>
                    </a:ext>
                  </a:extLst>
                </a:gridCol>
                <a:gridCol w="897652">
                  <a:extLst>
                    <a:ext uri="{9D8B030D-6E8A-4147-A177-3AD203B41FA5}">
                      <a16:colId xmlns:a16="http://schemas.microsoft.com/office/drawing/2014/main" val="3519807517"/>
                    </a:ext>
                  </a:extLst>
                </a:gridCol>
                <a:gridCol w="897652">
                  <a:extLst>
                    <a:ext uri="{9D8B030D-6E8A-4147-A177-3AD203B41FA5}">
                      <a16:colId xmlns:a16="http://schemas.microsoft.com/office/drawing/2014/main" val="3450966095"/>
                    </a:ext>
                  </a:extLst>
                </a:gridCol>
                <a:gridCol w="897652">
                  <a:extLst>
                    <a:ext uri="{9D8B030D-6E8A-4147-A177-3AD203B41FA5}">
                      <a16:colId xmlns:a16="http://schemas.microsoft.com/office/drawing/2014/main" val="2115076341"/>
                    </a:ext>
                  </a:extLst>
                </a:gridCol>
                <a:gridCol w="897652">
                  <a:extLst>
                    <a:ext uri="{9D8B030D-6E8A-4147-A177-3AD203B41FA5}">
                      <a16:colId xmlns:a16="http://schemas.microsoft.com/office/drawing/2014/main" val="3658403074"/>
                    </a:ext>
                  </a:extLst>
                </a:gridCol>
                <a:gridCol w="897652">
                  <a:extLst>
                    <a:ext uri="{9D8B030D-6E8A-4147-A177-3AD203B41FA5}">
                      <a16:colId xmlns:a16="http://schemas.microsoft.com/office/drawing/2014/main" val="2082908942"/>
                    </a:ext>
                  </a:extLst>
                </a:gridCol>
                <a:gridCol w="897652">
                  <a:extLst>
                    <a:ext uri="{9D8B030D-6E8A-4147-A177-3AD203B41FA5}">
                      <a16:colId xmlns:a16="http://schemas.microsoft.com/office/drawing/2014/main" val="161834065"/>
                    </a:ext>
                  </a:extLst>
                </a:gridCol>
                <a:gridCol w="897652">
                  <a:extLst>
                    <a:ext uri="{9D8B030D-6E8A-4147-A177-3AD203B41FA5}">
                      <a16:colId xmlns:a16="http://schemas.microsoft.com/office/drawing/2014/main" val="79060739"/>
                    </a:ext>
                  </a:extLst>
                </a:gridCol>
                <a:gridCol w="897652">
                  <a:extLst>
                    <a:ext uri="{9D8B030D-6E8A-4147-A177-3AD203B41FA5}">
                      <a16:colId xmlns:a16="http://schemas.microsoft.com/office/drawing/2014/main" val="1051241876"/>
                    </a:ext>
                  </a:extLst>
                </a:gridCol>
                <a:gridCol w="897652">
                  <a:extLst>
                    <a:ext uri="{9D8B030D-6E8A-4147-A177-3AD203B41FA5}">
                      <a16:colId xmlns:a16="http://schemas.microsoft.com/office/drawing/2014/main" val="27484234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900" dirty="0"/>
                        <a:t>18 April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25 April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2 May</a:t>
                      </a:r>
                      <a:endParaRPr 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9 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16 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23 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30 May</a:t>
                      </a:r>
                    </a:p>
                    <a:p>
                      <a:r>
                        <a:rPr lang="en-US" sz="900" dirty="0"/>
                        <a:t>(Amy Out)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6 June</a:t>
                      </a:r>
                      <a:br>
                        <a:rPr lang="en-US" sz="900" dirty="0"/>
                      </a:br>
                      <a:r>
                        <a:rPr lang="en-US" sz="900" dirty="0"/>
                        <a:t>(Found Out)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13 June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20 June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27 June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4 July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11 July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008466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DEC0CF38-4411-BA4D-A0D0-36A53E0A0442}"/>
              </a:ext>
            </a:extLst>
          </p:cNvPr>
          <p:cNvSpPr/>
          <p:nvPr/>
        </p:nvSpPr>
        <p:spPr>
          <a:xfrm>
            <a:off x="6428659" y="4153767"/>
            <a:ext cx="1794269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TLB: Social Media Strategy &amp; Process, Templates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EF1D4C-1A50-C742-9D5B-7D74E354B8A4}"/>
              </a:ext>
            </a:extLst>
          </p:cNvPr>
          <p:cNvSpPr/>
          <p:nvPr/>
        </p:nvSpPr>
        <p:spPr>
          <a:xfrm>
            <a:off x="1026820" y="1669565"/>
            <a:ext cx="4498299" cy="4802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Found: Brand Identity &amp; Visual Design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EA57AF-6D1C-6E4A-80A7-9E4F94E09927}"/>
              </a:ext>
            </a:extLst>
          </p:cNvPr>
          <p:cNvSpPr/>
          <p:nvPr/>
        </p:nvSpPr>
        <p:spPr>
          <a:xfrm>
            <a:off x="9137989" y="5440323"/>
            <a:ext cx="1806404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TLB: PR/Announcement Asset Development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66B73A-795F-3A49-9AE9-21F3351DEA77}"/>
              </a:ext>
            </a:extLst>
          </p:cNvPr>
          <p:cNvSpPr/>
          <p:nvPr/>
        </p:nvSpPr>
        <p:spPr>
          <a:xfrm>
            <a:off x="145949" y="2136924"/>
            <a:ext cx="9895242" cy="45719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TLB: Advisory/Collaboration On Identity Development, Visual Identity, Web Architecture, Web Development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DFB347-3CCF-1E4B-8717-A84E25FEE7C3}"/>
              </a:ext>
            </a:extLst>
          </p:cNvPr>
          <p:cNvSpPr/>
          <p:nvPr/>
        </p:nvSpPr>
        <p:spPr>
          <a:xfrm>
            <a:off x="10876497" y="183655"/>
            <a:ext cx="182880" cy="1828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74320" tIns="0" rIns="0" bIns="0" rtlCol="0" anchor="ctr"/>
          <a:lstStyle/>
          <a:p>
            <a:r>
              <a:rPr lang="en-US" sz="900" b="1">
                <a:solidFill>
                  <a:schemeClr val="tx1"/>
                </a:solidFill>
              </a:rPr>
              <a:t>Brand Services</a:t>
            </a:r>
            <a:br>
              <a:rPr lang="en-US" sz="900" b="1" dirty="0">
                <a:solidFill>
                  <a:schemeClr val="tx1"/>
                </a:solidFill>
              </a:rPr>
            </a:br>
            <a:r>
              <a:rPr lang="en-US" sz="900" dirty="0">
                <a:solidFill>
                  <a:schemeClr val="tx1"/>
                </a:solidFill>
              </a:rPr>
              <a:t>Found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31C22F9-E34A-4245-8B91-91DCAED54771}"/>
              </a:ext>
            </a:extLst>
          </p:cNvPr>
          <p:cNvSpPr/>
          <p:nvPr/>
        </p:nvSpPr>
        <p:spPr>
          <a:xfrm>
            <a:off x="9579659" y="181637"/>
            <a:ext cx="182880" cy="182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74320" tIns="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Marketing Services</a:t>
            </a:r>
            <a:br>
              <a:rPr lang="en-US" sz="900" b="1" dirty="0">
                <a:solidFill>
                  <a:schemeClr val="tx1"/>
                </a:solidFill>
              </a:rPr>
            </a:br>
            <a:r>
              <a:rPr lang="en-US" sz="900" dirty="0">
                <a:solidFill>
                  <a:schemeClr val="tx1"/>
                </a:solidFill>
              </a:rPr>
              <a:t>The Launch Box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3EB2E72-ABEA-FF4F-93DF-A33612A80A52}"/>
              </a:ext>
            </a:extLst>
          </p:cNvPr>
          <p:cNvSpPr/>
          <p:nvPr/>
        </p:nvSpPr>
        <p:spPr>
          <a:xfrm>
            <a:off x="8282821" y="177482"/>
            <a:ext cx="182880" cy="182880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74320" tIns="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Strategic Advisory</a:t>
            </a:r>
            <a:br>
              <a:rPr lang="en-US" sz="900" b="1" dirty="0">
                <a:solidFill>
                  <a:schemeClr val="tx1"/>
                </a:solidFill>
              </a:rPr>
            </a:br>
            <a:r>
              <a:rPr lang="en-US" sz="900" dirty="0">
                <a:solidFill>
                  <a:schemeClr val="tx1"/>
                </a:solidFill>
              </a:rPr>
              <a:t>The Launch Box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A34D8F8-EB16-4CD1-8F51-60D9DA0B2099}"/>
              </a:ext>
            </a:extLst>
          </p:cNvPr>
          <p:cNvSpPr/>
          <p:nvPr/>
        </p:nvSpPr>
        <p:spPr>
          <a:xfrm>
            <a:off x="139849" y="1277206"/>
            <a:ext cx="446232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Found: Identity Discovery and Definition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6A959C8-0784-4266-9F19-3E9C0BA1B903}"/>
              </a:ext>
            </a:extLst>
          </p:cNvPr>
          <p:cNvSpPr/>
          <p:nvPr/>
        </p:nvSpPr>
        <p:spPr>
          <a:xfrm>
            <a:off x="5525119" y="2508582"/>
            <a:ext cx="4493988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Found: Marketing / BD / Deliverable Templates, Graphic Standards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009906E-9507-4852-AEF2-6C19B9F65838}"/>
              </a:ext>
            </a:extLst>
          </p:cNvPr>
          <p:cNvSpPr/>
          <p:nvPr/>
        </p:nvSpPr>
        <p:spPr>
          <a:xfrm>
            <a:off x="4655525" y="1787785"/>
            <a:ext cx="182880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Found: Website Architecture &amp; Content Advisory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40A72AC-75DD-423F-89EC-B22F5E0E9EB5}"/>
              </a:ext>
            </a:extLst>
          </p:cNvPr>
          <p:cNvSpPr/>
          <p:nvPr/>
        </p:nvSpPr>
        <p:spPr>
          <a:xfrm>
            <a:off x="5535741" y="2822009"/>
            <a:ext cx="4483366" cy="45719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TLB: Advise/Assist/Review On Marketing / BD / Deliverable Templates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9F1DD2F-AEC2-4C6C-8C92-D547CE24C62F}"/>
              </a:ext>
            </a:extLst>
          </p:cNvPr>
          <p:cNvSpPr/>
          <p:nvPr/>
        </p:nvSpPr>
        <p:spPr>
          <a:xfrm>
            <a:off x="9858311" y="1797797"/>
            <a:ext cx="182880" cy="1828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74320" tIns="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Website LAUNCH</a:t>
            </a:r>
            <a:br>
              <a:rPr lang="en-US" sz="900" b="1" dirty="0">
                <a:solidFill>
                  <a:schemeClr val="tx1"/>
                </a:solidFill>
              </a:rPr>
            </a:br>
            <a:r>
              <a:rPr lang="en-US" sz="900" dirty="0">
                <a:solidFill>
                  <a:schemeClr val="tx1"/>
                </a:solidFill>
              </a:rPr>
              <a:t>Found – Jun 30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4DA003B-1034-4574-AEB6-22CD6D603D05}"/>
              </a:ext>
            </a:extLst>
          </p:cNvPr>
          <p:cNvSpPr/>
          <p:nvPr/>
        </p:nvSpPr>
        <p:spPr>
          <a:xfrm>
            <a:off x="11059377" y="5894581"/>
            <a:ext cx="182880" cy="182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74320" tIns="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PR, </a:t>
            </a:r>
            <a:br>
              <a:rPr lang="en-US" sz="900" b="1" dirty="0">
                <a:solidFill>
                  <a:schemeClr val="tx1"/>
                </a:solidFill>
              </a:rPr>
            </a:br>
            <a:r>
              <a:rPr lang="en-US" sz="900" b="1" dirty="0">
                <a:solidFill>
                  <a:schemeClr val="tx1"/>
                </a:solidFill>
              </a:rPr>
              <a:t>Social Launch, </a:t>
            </a:r>
            <a:br>
              <a:rPr lang="en-US" sz="900" b="1" dirty="0">
                <a:solidFill>
                  <a:schemeClr val="tx1"/>
                </a:solidFill>
              </a:rPr>
            </a:br>
            <a:r>
              <a:rPr lang="en-US" sz="900" b="1" dirty="0">
                <a:solidFill>
                  <a:schemeClr val="tx1"/>
                </a:solidFill>
              </a:rPr>
              <a:t>Podcast Launch</a:t>
            </a:r>
            <a:br>
              <a:rPr lang="en-US" sz="900" b="1" dirty="0">
                <a:solidFill>
                  <a:schemeClr val="tx1"/>
                </a:solidFill>
              </a:rPr>
            </a:br>
            <a:r>
              <a:rPr lang="en-US" sz="900" dirty="0">
                <a:solidFill>
                  <a:schemeClr val="tx1"/>
                </a:solidFill>
              </a:rPr>
              <a:t>TLB – July 12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34E28E3-8E8F-4A76-9F34-2D056EE0AF8C}"/>
              </a:ext>
            </a:extLst>
          </p:cNvPr>
          <p:cNvSpPr/>
          <p:nvPr/>
        </p:nvSpPr>
        <p:spPr>
          <a:xfrm>
            <a:off x="6444622" y="5432347"/>
            <a:ext cx="2647706" cy="562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TLB: Mission Matters Podcast Development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0D5A83A-AA32-44F5-BD4B-DE0C6CD7B2D9}"/>
              </a:ext>
            </a:extLst>
          </p:cNvPr>
          <p:cNvSpPr/>
          <p:nvPr/>
        </p:nvSpPr>
        <p:spPr>
          <a:xfrm>
            <a:off x="9147791" y="5908528"/>
            <a:ext cx="181729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TLB: Media/Influencer List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7CADBEA-24A4-4AD6-BE98-EB593C0A8E5A}"/>
              </a:ext>
            </a:extLst>
          </p:cNvPr>
          <p:cNvSpPr/>
          <p:nvPr/>
        </p:nvSpPr>
        <p:spPr>
          <a:xfrm>
            <a:off x="12482509" y="4638372"/>
            <a:ext cx="182880" cy="182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74320" tIns="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Team Kick Off</a:t>
            </a:r>
            <a:br>
              <a:rPr lang="en-US" sz="900" b="1" dirty="0">
                <a:solidFill>
                  <a:schemeClr val="tx1"/>
                </a:solidFill>
              </a:rPr>
            </a:br>
            <a:r>
              <a:rPr lang="en-US" sz="900" dirty="0">
                <a:solidFill>
                  <a:schemeClr val="tx1"/>
                </a:solidFill>
              </a:rPr>
              <a:t>Date TBD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CFFE68D-EBFA-405B-AEDE-3477244D5B91}"/>
              </a:ext>
            </a:extLst>
          </p:cNvPr>
          <p:cNvSpPr/>
          <p:nvPr/>
        </p:nvSpPr>
        <p:spPr>
          <a:xfrm>
            <a:off x="4647834" y="3855445"/>
            <a:ext cx="5404378" cy="595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TLB: Marketing Plan, Strategy, Function &amp; Budget Development, Calendar, Buyer Personas, Buyer’s Journey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00FBAF2-D293-4887-AEA7-AB915CDAA611}"/>
              </a:ext>
            </a:extLst>
          </p:cNvPr>
          <p:cNvSpPr/>
          <p:nvPr/>
        </p:nvSpPr>
        <p:spPr>
          <a:xfrm>
            <a:off x="6433567" y="4426064"/>
            <a:ext cx="1817187" cy="468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TLB: Content Marketing Strategy Development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C8137D-2B95-4318-ABFB-3D839BBC4D3A}"/>
              </a:ext>
            </a:extLst>
          </p:cNvPr>
          <p:cNvSpPr txBox="1"/>
          <p:nvPr/>
        </p:nvSpPr>
        <p:spPr>
          <a:xfrm>
            <a:off x="138176" y="971813"/>
            <a:ext cx="2743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1800"/>
              </a:spcBef>
            </a:pPr>
            <a:r>
              <a:rPr lang="en-US" sz="1200" dirty="0">
                <a:solidFill>
                  <a:schemeClr val="accent2"/>
                </a:solidFill>
              </a:rPr>
              <a:t>Brand Discovery &amp; Definition</a:t>
            </a:r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742BEDC-2B30-4238-93A0-A5E45B299B56}"/>
              </a:ext>
            </a:extLst>
          </p:cNvPr>
          <p:cNvSpPr txBox="1"/>
          <p:nvPr/>
        </p:nvSpPr>
        <p:spPr>
          <a:xfrm>
            <a:off x="138176" y="2471406"/>
            <a:ext cx="2743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1800"/>
              </a:spcBef>
            </a:pPr>
            <a:r>
              <a:rPr lang="en-US" sz="1200" dirty="0">
                <a:solidFill>
                  <a:schemeClr val="accent2"/>
                </a:solidFill>
              </a:rPr>
              <a:t>Assets &amp; Content</a:t>
            </a:r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4A92F1C-1D99-4B9C-8A79-D9B312ED8469}"/>
              </a:ext>
            </a:extLst>
          </p:cNvPr>
          <p:cNvSpPr txBox="1"/>
          <p:nvPr/>
        </p:nvSpPr>
        <p:spPr>
          <a:xfrm>
            <a:off x="138176" y="3800532"/>
            <a:ext cx="2743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1800"/>
              </a:spcBef>
            </a:pPr>
            <a:r>
              <a:rPr lang="en-US" sz="1200" dirty="0">
                <a:solidFill>
                  <a:schemeClr val="accent2"/>
                </a:solidFill>
              </a:rPr>
              <a:t>Marketing Planning </a:t>
            </a:r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C754E55-A2AE-4D72-8C00-1B424A5FB697}"/>
              </a:ext>
            </a:extLst>
          </p:cNvPr>
          <p:cNvSpPr txBox="1"/>
          <p:nvPr/>
        </p:nvSpPr>
        <p:spPr>
          <a:xfrm>
            <a:off x="138176" y="5357096"/>
            <a:ext cx="2743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1800"/>
              </a:spcBef>
            </a:pPr>
            <a:r>
              <a:rPr lang="en-US" sz="1200" dirty="0">
                <a:solidFill>
                  <a:schemeClr val="accent2"/>
                </a:solidFill>
              </a:rPr>
              <a:t>Launch Activities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1B08230-015D-400D-90F5-E527B94FC677}"/>
              </a:ext>
            </a:extLst>
          </p:cNvPr>
          <p:cNvSpPr/>
          <p:nvPr/>
        </p:nvSpPr>
        <p:spPr>
          <a:xfrm>
            <a:off x="5525119" y="5729345"/>
            <a:ext cx="903540" cy="562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TLB: LI Refresh 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71567AA-CBCE-3BB0-C762-C02D36C69E38}"/>
              </a:ext>
            </a:extLst>
          </p:cNvPr>
          <p:cNvSpPr/>
          <p:nvPr/>
        </p:nvSpPr>
        <p:spPr>
          <a:xfrm>
            <a:off x="7346117" y="1797992"/>
            <a:ext cx="2695074" cy="5319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Found: Website Development &amp; Implementation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E383A8-84CA-266B-9897-A90C86A38500}"/>
              </a:ext>
            </a:extLst>
          </p:cNvPr>
          <p:cNvCxnSpPr/>
          <p:nvPr/>
        </p:nvCxnSpPr>
        <p:spPr>
          <a:xfrm>
            <a:off x="6420014" y="905915"/>
            <a:ext cx="19432" cy="57324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EFE63240-5F21-A29A-3B73-FFA69B6FC24D}"/>
              </a:ext>
            </a:extLst>
          </p:cNvPr>
          <p:cNvSpPr/>
          <p:nvPr/>
        </p:nvSpPr>
        <p:spPr>
          <a:xfrm>
            <a:off x="6428659" y="3472529"/>
            <a:ext cx="4469383" cy="45719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TLB: Advisory On Content Development (Internal? Outside writer? Intern?)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AE8C01B-B083-B886-9B21-0B633654BF36}"/>
              </a:ext>
            </a:extLst>
          </p:cNvPr>
          <p:cNvSpPr/>
          <p:nvPr/>
        </p:nvSpPr>
        <p:spPr>
          <a:xfrm>
            <a:off x="6428659" y="3128983"/>
            <a:ext cx="3590448" cy="536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TLB: Content Support for Developing Use Cases, Service Line Language, Website Content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19A1D7B-185D-9372-F7AC-4E78218BD60F}"/>
              </a:ext>
            </a:extLst>
          </p:cNvPr>
          <p:cNvSpPr/>
          <p:nvPr/>
        </p:nvSpPr>
        <p:spPr>
          <a:xfrm>
            <a:off x="9147791" y="4416245"/>
            <a:ext cx="909528" cy="5959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TLB: Partner Marketing Strategy Development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A248975-AC8A-D610-50AB-96A2255F470C}"/>
              </a:ext>
            </a:extLst>
          </p:cNvPr>
          <p:cNvSpPr/>
          <p:nvPr/>
        </p:nvSpPr>
        <p:spPr>
          <a:xfrm>
            <a:off x="10061587" y="4747645"/>
            <a:ext cx="1794269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TLB: HubSpot Sign Up &amp; Setup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3790256-E227-5268-9A28-171778AB226B}"/>
              </a:ext>
            </a:extLst>
          </p:cNvPr>
          <p:cNvSpPr/>
          <p:nvPr/>
        </p:nvSpPr>
        <p:spPr>
          <a:xfrm>
            <a:off x="10061587" y="5030356"/>
            <a:ext cx="1794269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TLB: ZoomInfo Target List Building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ED5A283-8C74-FEE9-F928-B0A3CB9AC3B1}"/>
              </a:ext>
            </a:extLst>
          </p:cNvPr>
          <p:cNvSpPr/>
          <p:nvPr/>
        </p:nvSpPr>
        <p:spPr>
          <a:xfrm>
            <a:off x="10066508" y="3857894"/>
            <a:ext cx="1794269" cy="595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TLB: Initial Campaign Planning 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1A53E5B-1FB3-317F-AF39-0B808C69ADCE}"/>
              </a:ext>
            </a:extLst>
          </p:cNvPr>
          <p:cNvSpPr/>
          <p:nvPr/>
        </p:nvSpPr>
        <p:spPr>
          <a:xfrm>
            <a:off x="2881376" y="1400877"/>
            <a:ext cx="1713921" cy="536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TLB: MVV Development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D2C5C8D-AB88-2047-566D-2B10903F3E53}"/>
              </a:ext>
            </a:extLst>
          </p:cNvPr>
          <p:cNvSpPr/>
          <p:nvPr/>
        </p:nvSpPr>
        <p:spPr>
          <a:xfrm>
            <a:off x="6443928" y="5729345"/>
            <a:ext cx="2647706" cy="562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TLB: Efforts to Grow LI Followers</a:t>
            </a:r>
          </a:p>
        </p:txBody>
      </p:sp>
    </p:spTree>
    <p:extLst>
      <p:ext uri="{BB962C8B-B14F-4D97-AF65-F5344CB8AC3E}">
        <p14:creationId xmlns:p14="http://schemas.microsoft.com/office/powerpoint/2010/main" val="4080001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B0C18-5C6D-A711-EC71-35DC49AC0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Hyperscayle 2022 business objectives &amp; Marketing Strategy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587600-5A2F-5388-F8AB-A2ED2137F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467E5-96C8-4F49-8D65-1751A5E8BB3A}" type="datetime1">
              <a:rPr lang="en-US" smtClean="0"/>
              <a:t>6/6/2022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FA8BD3-705E-B390-9695-71C946F70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5F7B849-933D-FD3E-BB0C-A2AFA161E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0986" y="82250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BE02C85A-8362-B19C-D0CE-69074AAFD6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017906"/>
              </p:ext>
            </p:extLst>
          </p:nvPr>
        </p:nvGraphicFramePr>
        <p:xfrm>
          <a:off x="208648" y="617556"/>
          <a:ext cx="11588208" cy="6568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7052">
                  <a:extLst>
                    <a:ext uri="{9D8B030D-6E8A-4147-A177-3AD203B41FA5}">
                      <a16:colId xmlns:a16="http://schemas.microsoft.com/office/drawing/2014/main" val="3116653429"/>
                    </a:ext>
                  </a:extLst>
                </a:gridCol>
                <a:gridCol w="4828420">
                  <a:extLst>
                    <a:ext uri="{9D8B030D-6E8A-4147-A177-3AD203B41FA5}">
                      <a16:colId xmlns:a16="http://schemas.microsoft.com/office/drawing/2014/main" val="3893386414"/>
                    </a:ext>
                  </a:extLst>
                </a:gridCol>
                <a:gridCol w="3862736">
                  <a:extLst>
                    <a:ext uri="{9D8B030D-6E8A-4147-A177-3AD203B41FA5}">
                      <a16:colId xmlns:a16="http://schemas.microsoft.com/office/drawing/2014/main" val="1409900260"/>
                    </a:ext>
                  </a:extLst>
                </a:gridCol>
              </a:tblGrid>
              <a:tr h="343339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400" b="1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FIRM Business Objectives​</a:t>
                      </a:r>
                      <a:br>
                        <a:rPr lang="en-US" sz="1600" b="1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What are the agreed-upon, prioritized business objectives that map to marketing program objectives &amp; goals for this year?​</a:t>
                      </a:r>
                      <a:endParaRPr lang="en-US" sz="16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400" b="1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Marketing Strategy​</a:t>
                      </a:r>
                      <a:br>
                        <a:rPr lang="en-US" sz="1100" b="1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100" b="0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What do you plan to do? How do marketing plans and activities address the business strategy? </a:t>
                      </a:r>
                      <a:r>
                        <a:rPr lang="en-US" sz="1100" b="1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​</a:t>
                      </a:r>
                      <a:br>
                        <a:rPr lang="en-US" sz="1100" b="1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endParaRPr lang="en-US" sz="1100" b="1" i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400" b="1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Program Objectives &amp; Key Measures​</a:t>
                      </a:r>
                      <a:br>
                        <a:rPr lang="en-US" sz="1600" b="1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What are the program objectives you plan to focus on, and key measures you &amp; your team will use to measure performance?​</a:t>
                      </a:r>
                      <a:endParaRPr lang="en-US" sz="16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533455"/>
                  </a:ext>
                </a:extLst>
              </a:tr>
              <a:tr h="343339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05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Complete launch of website, brand assets, social media presence 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Develop marketing strategy, budget, calendar for 6 months</a:t>
                      </a:r>
                    </a:p>
                    <a:p>
                      <a:pPr marL="171450" indent="-171450" algn="l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Full site launch, social media refresh, PR and formal “launch” </a:t>
                      </a:r>
                    </a:p>
                    <a:p>
                      <a:pPr marL="171450" indent="-171450" algn="l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Branded templates​ and materials for brand ownership</a:t>
                      </a:r>
                    </a:p>
                    <a:p>
                      <a:pPr marL="171450" indent="-171450" algn="l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Complete all required supporting assets for BD, deliverables (review 3 </a:t>
                      </a:r>
                      <a:r>
                        <a:rPr lang="en-US" sz="1050" b="0" i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mos</a:t>
                      </a:r>
                      <a:r>
                        <a:rPr lang="en-US" sz="105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)​</a:t>
                      </a:r>
                    </a:p>
                    <a:p>
                      <a:pPr marL="171450" indent="-171450" algn="l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Optimize website for hiring/attracting more talent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Baseline of website visitors/month to establish targets ​</a:t>
                      </a:r>
                    </a:p>
                    <a:p>
                      <a:pPr marL="171450" indent="-171450" algn="l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Baseline of social followers to establish targets​</a:t>
                      </a:r>
                    </a:p>
                    <a:p>
                      <a:pPr marL="171450" indent="-171450" algn="l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1-2 posts/week on LinkedIn ​</a:t>
                      </a:r>
                    </a:p>
                    <a:p>
                      <a:pPr marL="171450" indent="-171450" algn="l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# Inbound leads​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690683"/>
                  </a:ext>
                </a:extLst>
              </a:tr>
              <a:tr h="343339">
                <a:tc>
                  <a:txBody>
                    <a:bodyPr/>
                    <a:lstStyle/>
                    <a:p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Revenue goal - $2M annual revenue goal</a:t>
                      </a:r>
                    </a:p>
                    <a:p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Net New Marketing Target Gen - $100k (5-8 </a:t>
                      </a:r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opps</a:t>
                      </a: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Persona and buyer’s journey development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List building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Launch targeted campaigns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strike="noStrike" dirty="0"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Focus on top of funnel/pipeline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# net new marketing-sourced opportunities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50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 marketing-generated pipeline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449423"/>
                  </a:ext>
                </a:extLst>
              </a:tr>
              <a:tr h="343339">
                <a:tc>
                  <a:txBody>
                    <a:bodyPr/>
                    <a:lstStyle/>
                    <a:p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Maximize the value of investments in partner programs (Double down with </a:t>
                      </a:r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OpenPrise</a:t>
                      </a: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GreatHill</a:t>
                      </a: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Partners (PE))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Assist with definition of overall partner strategy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Create announcements (PR &amp; social) on all new partnerships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Add partner list to website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Execute at least one event or initiative with each partner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Content and case studies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Cross-promotion of partner assets (they share ours / we share theirs)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50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# of contacts added to HubSpot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50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# of leads passed for BD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50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 marketing-generated pipeline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50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Partner awards?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6258426"/>
                  </a:ext>
                </a:extLst>
              </a:tr>
              <a:tr h="343339">
                <a:tc>
                  <a:txBody>
                    <a:bodyPr/>
                    <a:lstStyle/>
                    <a:p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Establish awareness of Hyperscayle in PE (add another PE firm?)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Messaging, personas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190646"/>
                  </a:ext>
                </a:extLst>
              </a:tr>
              <a:tr h="343339">
                <a:tc>
                  <a:txBody>
                    <a:bodyPr/>
                    <a:lstStyle/>
                    <a:p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Develop and promote specific offering (Diligence package for PE, Marketing Foundation package)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Develop market-facing website &amp; collaterals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Create articles and assets to support inbound, including animated videos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Influencer development, media &amp; influencer list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50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Proactive media outreach, proactive industry analyst briefings (Gartner, etc.)</a:t>
                      </a:r>
                      <a:endParaRPr lang="en-US" sz="105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5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Outbound campaigns TBD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5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Inbound leads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#MQLs passed to team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Marketing generated pipeline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292344"/>
                  </a:ext>
                </a:extLst>
              </a:tr>
              <a:tr h="343339">
                <a:tc>
                  <a:txBody>
                    <a:bodyPr/>
                    <a:lstStyle/>
                    <a:p>
                      <a:r>
                        <a:rPr lang="en-US" sz="1050" b="1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Maintain pride in culture as we scale, while promoting personal brands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50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Embed culture and messaging into HR processes (recruiting, onboarding)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Values-based people posts – videos?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Award applications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Proactively ID media and speaking opportunities for broader team</a:t>
                      </a:r>
                    </a:p>
                    <a:p>
                      <a:pPr marL="171450" indent="-171450" algn="l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Optimize website for hiring/attracting more talent</a:t>
                      </a:r>
                      <a:endParaRPr lang="en-US" sz="1050" b="0" i="0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50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Employee feedback on HR process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MAINTAIN LI post engagement of 5% on people posts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# awards won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# of speaking/article placements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424513"/>
                  </a:ext>
                </a:extLst>
              </a:tr>
              <a:tr h="343339">
                <a:tc>
                  <a:txBody>
                    <a:bodyPr/>
                    <a:lstStyle/>
                    <a:p>
                      <a:r>
                        <a:rPr lang="en-US" sz="1050" b="1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Aggressively grow “owned” audience, including contacts in HubSpot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Grow social media followers and convert LinkedIn connections to followers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Newsletter w subscribers?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Leverage website forms and creative offers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Participate in events, webinars, etc. that result in lists </a:t>
                      </a:r>
                      <a:r>
                        <a:rPr lang="en-US" sz="1050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 HubSpot </a:t>
                      </a:r>
                      <a:endParaRPr lang="en-US" sz="1050" strike="noStrike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Install a HubSpot chat bot/popups on site to gather basic info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50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% growth in # followers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50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% growth in # subscribers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50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# of contacts added to HubSpot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50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# of leads passed for BD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50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 marketing-generated pipeline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2707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1434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EAD00-936F-4B4E-A131-879CCCC4F737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419850"/>
            <a:ext cx="2154238" cy="274638"/>
          </a:xfrm>
        </p:spPr>
        <p:txBody>
          <a:bodyPr/>
          <a:lstStyle/>
          <a:p>
            <a:fld id="{D73F9AD4-3577-2D4A-9737-804159C52116}" type="datetime1">
              <a:rPr lang="en-US" smtClean="0"/>
              <a:t>6/6/2022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AE142E-8A0C-FC45-A49F-FB5923E779A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5" y="6419853"/>
            <a:ext cx="487363" cy="273051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3073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LB Template v1">
  <a:themeElements>
    <a:clrScheme name="The Launch Box 1">
      <a:dk1>
        <a:srgbClr val="000000"/>
      </a:dk1>
      <a:lt1>
        <a:srgbClr val="FFFFFF"/>
      </a:lt1>
      <a:dk2>
        <a:srgbClr val="6C808B"/>
      </a:dk2>
      <a:lt2>
        <a:srgbClr val="F2F2F2"/>
      </a:lt2>
      <a:accent1>
        <a:srgbClr val="FF0000"/>
      </a:accent1>
      <a:accent2>
        <a:srgbClr val="FF6600"/>
      </a:accent2>
      <a:accent3>
        <a:srgbClr val="33FFFF"/>
      </a:accent3>
      <a:accent4>
        <a:srgbClr val="33FF66"/>
      </a:accent4>
      <a:accent5>
        <a:srgbClr val="FFEB0D"/>
      </a:accent5>
      <a:accent6>
        <a:srgbClr val="FF1D1D"/>
      </a:accent6>
      <a:hlink>
        <a:srgbClr val="FF3300"/>
      </a:hlink>
      <a:folHlink>
        <a:srgbClr val="FF6600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lIns="91440" tIns="91440" rIns="91440" bIns="91440" rtlCol="0" anchor="ctr"/>
      <a:lstStyle>
        <a:defPPr algn="ctr">
          <a:defRPr sz="2000" dirty="0" smtClean="0">
            <a:solidFill>
              <a:schemeClr val="accen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45720" tIns="45720" rIns="45720" bIns="45720" rtlCol="0">
        <a:normAutofit/>
      </a:bodyPr>
      <a:lstStyle>
        <a:defPPr algn="l">
          <a:spcBef>
            <a:spcPts val="1800"/>
          </a:spcBef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Echelon PPT Template" id="{9D667EB7-86CB-0D48-8A57-B058E8A62183}" vid="{8150EB98-C9D5-5842-89DE-E73BA1F860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48C5FF7F42654E8BFD9C474085E8D3" ma:contentTypeVersion="19" ma:contentTypeDescription="Create a new document." ma:contentTypeScope="" ma:versionID="913a101e64e13edbacfac83c0f93c015">
  <xsd:schema xmlns:xsd="http://www.w3.org/2001/XMLSchema" xmlns:xs="http://www.w3.org/2001/XMLSchema" xmlns:p="http://schemas.microsoft.com/office/2006/metadata/properties" xmlns:ns2="7da7bdb0-dc76-4f10-9703-507b55c992fc" xmlns:ns3="7c1b799b-9263-4874-b153-9fe32b96900c" targetNamespace="http://schemas.microsoft.com/office/2006/metadata/properties" ma:root="true" ma:fieldsID="a0fa96b220b06b9aab417f097bb1b167" ns2:_="" ns3:_="">
    <xsd:import namespace="7da7bdb0-dc76-4f10-9703-507b55c992fc"/>
    <xsd:import namespace="7c1b799b-9263-4874-b153-9fe32b96900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File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a7bdb0-dc76-4f10-9703-507b55c992f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340be32b-3948-4603-be26-8bd62e0891cc}" ma:internalName="TaxCatchAll" ma:showField="CatchAllData" ma:web="7da7bdb0-dc76-4f10-9703-507b55c992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1b799b-9263-4874-b153-9fe32b9690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34efe893-eb4a-4167-8877-da8b418b888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Files" ma:index="24" nillable="true" ma:displayName="Files" ma:format="Hyperlink" ma:internalName="Files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da7bdb0-dc76-4f10-9703-507b55c992fc">
      <UserInfo>
        <DisplayName>Matthew Priest</DisplayName>
        <AccountId>12</AccountId>
        <AccountType/>
      </UserInfo>
    </SharedWithUsers>
    <lcf76f155ced4ddcb4097134ff3c332f xmlns="7c1b799b-9263-4874-b153-9fe32b96900c">
      <Terms xmlns="http://schemas.microsoft.com/office/infopath/2007/PartnerControls"/>
    </lcf76f155ced4ddcb4097134ff3c332f>
    <TaxCatchAll xmlns="7da7bdb0-dc76-4f10-9703-507b55c992fc" xsi:nil="true"/>
    <Files xmlns="7c1b799b-9263-4874-b153-9fe32b96900c">
      <Url xsi:nil="true"/>
      <Description xsi:nil="true"/>
    </File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8E61650-584F-4946-840B-B82DBDF93757}"/>
</file>

<file path=customXml/itemProps2.xml><?xml version="1.0" encoding="utf-8"?>
<ds:datastoreItem xmlns:ds="http://schemas.openxmlformats.org/officeDocument/2006/customXml" ds:itemID="{88BCBC63-6785-478C-A274-57B40CD2A4C8}">
  <ds:schemaRefs>
    <ds:schemaRef ds:uri="http://purl.org/dc/dcmitype/"/>
    <ds:schemaRef ds:uri="http://purl.org/dc/elements/1.1/"/>
    <ds:schemaRef ds:uri="7da7bdb0-dc76-4f10-9703-507b55c992fc"/>
    <ds:schemaRef ds:uri="http://purl.org/dc/terms/"/>
    <ds:schemaRef ds:uri="http://schemas.microsoft.com/office/2006/documentManagement/types"/>
    <ds:schemaRef ds:uri="7c1b799b-9263-4874-b153-9fe32b96900c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3E30C51-6563-4520-9980-F16ACCB0156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Echelon Template v1</Template>
  <TotalTime>18218</TotalTime>
  <Words>1037</Words>
  <Application>Microsoft Office PowerPoint</Application>
  <PresentationFormat>Widescreen</PresentationFormat>
  <Paragraphs>143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3" baseType="lpstr">
      <vt:lpstr>Arial</vt:lpstr>
      <vt:lpstr>Calibri</vt:lpstr>
      <vt:lpstr>Franklin Gothic Book</vt:lpstr>
      <vt:lpstr>Franklin Gothic Medium</vt:lpstr>
      <vt:lpstr>System Font Regular</vt:lpstr>
      <vt:lpstr>Times New Roman</vt:lpstr>
      <vt:lpstr>Tw Cen MT</vt:lpstr>
      <vt:lpstr>Wingdings</vt:lpstr>
      <vt:lpstr>Wingdings 3</vt:lpstr>
      <vt:lpstr>TLB Template v1</vt:lpstr>
      <vt:lpstr>Hyperscayle LAUNCH timeline</vt:lpstr>
      <vt:lpstr>Hyperscayle 2022 business objectives &amp; Marketing Strategy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Notes</dc:title>
  <dc:creator>Steve Hurst</dc:creator>
  <cp:lastModifiedBy>Amy Kenly</cp:lastModifiedBy>
  <cp:revision>37</cp:revision>
  <cp:lastPrinted>2022-05-23T14:52:21Z</cp:lastPrinted>
  <dcterms:created xsi:type="dcterms:W3CDTF">2021-05-18T20:01:59Z</dcterms:created>
  <dcterms:modified xsi:type="dcterms:W3CDTF">2022-06-06T20:01:30Z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0x010100B948C5FF7F42654E8BFD9C474085E8D3</vt:lpwstr>
  </property>
  <property fmtid="{D5CDD505-2E9C-101B-9397-08002B2CF9AE}" pid="3" name="MediaServiceImageTags">
    <vt:lpwstr/>
  </property>
</Properties>
</file>